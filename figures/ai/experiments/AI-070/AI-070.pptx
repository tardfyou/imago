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87c464892448f" /><Relationship Type="http://schemas.openxmlformats.org/officeDocument/2006/relationships/extended-properties" Target="/docProps/app.xml" Id="R548cbf24d5f645aa" /><Relationship Type="http://schemas.openxmlformats.org/officeDocument/2006/relationships/officeDocument" Target="/ppt/presentation.xml" Id="Ra36c3f83b3ed47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753f773b5f4e61"/>
  </p:sldMasterIdLst>
  <p:notesMasterIdLst>
    <p:notesMasterId xmlns:r="http://schemas.openxmlformats.org/officeDocument/2006/relationships" r:id="R897f1e09e3ea4d88"/>
  </p:notesMasterIdLst>
  <p:sldIdLst>
    <p:sldId xmlns:r="http://schemas.openxmlformats.org/officeDocument/2006/relationships" id="256" r:id="Rb009d26fb8784223"/>
  </p:sldIdLst>
  <p:sldSz cx="10344150" cy="5886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ca2faf222248a9" /><Relationship Type="http://schemas.openxmlformats.org/officeDocument/2006/relationships/slideMaster" Target="/ppt/slideMasters/slideMaster1.xml" Id="R91753f773b5f4e61" /><Relationship Type="http://schemas.openxmlformats.org/officeDocument/2006/relationships/notesMaster" Target="/ppt/notesMasters/notesMaster1.xml" Id="R897f1e09e3ea4d88" /><Relationship Type="http://schemas.openxmlformats.org/officeDocument/2006/relationships/presProps" Target="/ppt/presProps.xml" Id="R718fbf8e6cc2468a" /><Relationship Type="http://schemas.openxmlformats.org/officeDocument/2006/relationships/tableStyles" Target="/ppt/tableStyles.xml" Id="Re3fb3955f685425d" /><Relationship Type="http://schemas.openxmlformats.org/officeDocument/2006/relationships/slide" Target="/ppt/slides/slide1.xml" Id="Rb009d26fb878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282506f9774b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4ad3b25e2940de" /><Relationship Type="http://schemas.openxmlformats.org/officeDocument/2006/relationships/notesMaster" Target="/ppt/notesMasters/notesMaster1.xml" Id="R8ce4c4436e5c44f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素材ID：AI-070</ns1:t>
            </ns1:r>
          </ns1:p>
          <ns1:p>
            <ns1:r>
              <ns1:t>论文：Meta-rater: A Multi-dimensional Data Selection Method for Pre-training Language Models</ns1:t>
            </ns1:r>
          </ns1:p>
          <ns1:p>
            <ns1:r>
              <ns1:t>会议：ACL 2025</ns1:t>
            </ns1:r>
          </ns1:p>
          <ns1:p>
            <ns1:r>
              <ns1:t>奖项：Best Theme Paper</ns1:t>
            </ns1:r>
          </ns1:p>
          <ns1:p>
            <ns1:r>
              <ns1:t>图号：Figure 5，PDF第15页</ns1:t>
            </ns1:r>
          </ns1:p>
          <ns1:p>
            <ns1:r>
              <ns1:t>类型：实验图表</ns1:t>
            </ns1:r>
          </ns1:p>
          <ns1:p>
            <ns1:r>
              <ns1:t>借鉴点：三维曲面将25种质量分数投影到前两主成分，展示复杂非凸地形与不同局部峰谷。</ns1:t>
            </ns1:r>
          </ns1:p>
          <ns1:p>
            <ns1:r>
              <ns1:t>论文URL：https://aclanthology.org/2025.acl-long.533/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358个原生对象，其中277个投影色块/轮廓组成曲面；坐标轴、网格和刻度文字均原生。按原图二维投影与颜色复刻，不恢复或合成原始PCA坐标/损失数据；色块边缘、灰网格投影和Arial字体有轻微近似。原图Priciple拼写保留。</ns1:t>
            </ns1:r>
          </ns1:p>
          <ns1:p>
            <ns1:r>
              <ns1:t>复刻方式：Native 2D projected surface geometry and source-sampled colors; no image objects, no synthetic scientific data. The appearance is reconstructed as editable polygons.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1c2677494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a9f037efd3417c" /><Relationship Type="http://schemas.openxmlformats.org/officeDocument/2006/relationships/slideLayout" Target="/ppt/slideLayouts/slideLayout1.xml" Id="R84c3f223fe0b42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c3f223fe0b42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8e975d0174b77" /><Relationship Type="http://schemas.openxmlformats.org/officeDocument/2006/relationships/notesSlide" Target="/ppt/notesSlides/notesSlide1.xml" Id="Rb6f67ac3419e49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9" name="Left plot pane">
            <a:extLst xmlns:a="http://schemas.openxmlformats.org/drawingml/2006/main">
              <a:ext uri="{FF2B5EF4-FFF2-40B4-BE49-F238E27FC236}">
                <a16:creationId xmlns:a16="http://schemas.microsoft.com/office/drawing/2014/main" id="{7AFBD138-4F87-423D-9555-C6899206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4667250" cy="4953000"/>
          </a:xfrm>
          <a:custGeom xmlns:a="http://schemas.openxmlformats.org/drawingml/2006/main">
            <a:pathLst>
              <a:path w="4667250" h="4953000">
                <a:moveTo>
                  <a:pt x="0" y="0"/>
                </a:moveTo>
                <a:lnTo>
                  <a:pt x="4667250" y="190500"/>
                </a:lnTo>
                <a:lnTo>
                  <a:pt x="4667250" y="4752975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" name="Right plot pane">
            <a:extLst xmlns:a="http://schemas.openxmlformats.org/drawingml/2006/main">
              <a:ext uri="{FF2B5EF4-FFF2-40B4-BE49-F238E27FC236}">
                <a16:creationId xmlns:a16="http://schemas.microsoft.com/office/drawing/2014/main" id="{EB783BCB-A6A0-43F3-A512-AC69BD3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95250"/>
            <a:ext cx="4638675" cy="4943475"/>
          </a:xfrm>
          <a:custGeom xmlns:a="http://schemas.openxmlformats.org/drawingml/2006/main">
            <a:pathLst>
              <a:path w="4638675" h="4943475">
                <a:moveTo>
                  <a:pt x="0" y="190500"/>
                </a:moveTo>
                <a:lnTo>
                  <a:pt x="4638675" y="0"/>
                </a:lnTo>
                <a:lnTo>
                  <a:pt x="4638675" y="4943475"/>
                </a:lnTo>
                <a:lnTo>
                  <a:pt x="0" y="4752975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</a:ln>
        </p:spPr>
      </p:sp>
      <p:sp>
        <p:nvSpPr>
          <p:cNvPr id="3" name="Floor plot pane">
            <a:extLst xmlns:a="http://schemas.openxmlformats.org/drawingml/2006/main">
              <a:ext uri="{FF2B5EF4-FFF2-40B4-BE49-F238E27FC236}">
                <a16:creationId xmlns:a16="http://schemas.microsoft.com/office/drawing/2014/main" id="{B69D1AD2-A9A4-4A7A-9676-B9E51900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9305925" cy="390525"/>
          </a:xfrm>
          <a:custGeom xmlns:a="http://schemas.openxmlformats.org/drawingml/2006/main">
            <a:pathLst>
              <a:path w="9305925" h="390525">
                <a:moveTo>
                  <a:pt x="0" y="200025"/>
                </a:moveTo>
                <a:lnTo>
                  <a:pt x="4667250" y="0"/>
                </a:lnTo>
                <a:lnTo>
                  <a:pt x="9305925" y="190500"/>
                </a:lnTo>
                <a:lnTo>
                  <a:pt x="4572000" y="390525"/>
                </a:ln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4" name="Horizontal loss grid">
            <a:extLst xmlns:a="http://schemas.openxmlformats.org/drawingml/2006/main">
              <a:ext uri="{FF2B5EF4-FFF2-40B4-BE49-F238E27FC236}">
                <a16:creationId xmlns:a16="http://schemas.microsoft.com/office/drawing/2014/main" id="{CD145A81-A9D9-4C86-9BE1-B8EB338F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"/>
            <a:ext cx="9305925" cy="182880"/>
          </a:xfrm>
          <a:custGeom xmlns:a="http://schemas.openxmlformats.org/drawingml/2006/main">
            <a:pathLst>
              <a:path w="9305925" h="182880">
                <a:moveTo>
                  <a:pt x="0" y="0"/>
                </a:moveTo>
                <a:lnTo>
                  <a:pt x="4667250" y="182880"/>
                </a:lnTo>
                <a:lnTo>
                  <a:pt x="9305925" y="952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B3B3B3"/>
            </a:solidFill>
          </a:ln>
        </p:spPr>
      </p:sp>
      <p:sp>
        <p:nvSpPr>
          <p:cNvPr id="5" name="Horizontal loss grid">
            <a:extLst xmlns:a="http://schemas.openxmlformats.org/drawingml/2006/main">
              <a:ext uri="{FF2B5EF4-FFF2-40B4-BE49-F238E27FC236}">
                <a16:creationId xmlns:a16="http://schemas.microsoft.com/office/drawing/2014/main" id="{A3C43F85-2ABF-4036-AF42-A9C37EF3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7763"/>
            <a:ext cx="9305925" cy="109538"/>
          </a:xfrm>
          <a:custGeom xmlns:a="http://schemas.openxmlformats.org/drawingml/2006/main">
            <a:pathLst>
              <a:path w="9305925" h="109538">
                <a:moveTo>
                  <a:pt x="0" y="0"/>
                </a:moveTo>
                <a:lnTo>
                  <a:pt x="4667250" y="109538"/>
                </a:lnTo>
                <a:lnTo>
                  <a:pt x="9305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B3B3B3"/>
            </a:solidFill>
          </a:ln>
        </p:spPr>
      </p:sp>
      <p:sp>
        <p:nvSpPr>
          <p:cNvPr id="6" name="Horizontal loss grid">
            <a:extLst xmlns:a="http://schemas.openxmlformats.org/drawingml/2006/main">
              <a:ext uri="{FF2B5EF4-FFF2-40B4-BE49-F238E27FC236}">
                <a16:creationId xmlns:a16="http://schemas.microsoft.com/office/drawing/2014/main" id="{27626C8D-9848-4AAB-B461-FFD1B177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305925" cy="38100"/>
          </a:xfrm>
          <a:custGeom xmlns:a="http://schemas.openxmlformats.org/drawingml/2006/main">
            <a:pathLst>
              <a:path w="9305925" h="38100">
                <a:moveTo>
                  <a:pt x="0" y="0"/>
                </a:moveTo>
                <a:lnTo>
                  <a:pt x="4667250" y="38100"/>
                </a:lnTo>
                <a:lnTo>
                  <a:pt x="9305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B3B3B3"/>
            </a:solidFill>
          </a:ln>
        </p:spPr>
      </p:sp>
      <p:sp>
        <p:nvSpPr>
          <p:cNvPr id="7" name="Horizontal loss grid">
            <a:extLst xmlns:a="http://schemas.openxmlformats.org/drawingml/2006/main">
              <a:ext uri="{FF2B5EF4-FFF2-40B4-BE49-F238E27FC236}">
                <a16:creationId xmlns:a16="http://schemas.microsoft.com/office/drawing/2014/main" id="{71A2F378-99F2-4614-8F9E-23AB5DBA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5138"/>
            <a:ext cx="9305925" cy="38100"/>
          </a:xfrm>
          <a:custGeom xmlns:a="http://schemas.openxmlformats.org/drawingml/2006/main">
            <a:pathLst>
              <a:path w="9305925" h="38100">
                <a:moveTo>
                  <a:pt x="0" y="38100"/>
                </a:moveTo>
                <a:lnTo>
                  <a:pt x="4667250" y="0"/>
                </a:lnTo>
                <a:lnTo>
                  <a:pt x="9305925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B3B3B3"/>
            </a:solidFill>
          </a:ln>
        </p:spPr>
      </p:sp>
      <p:sp>
        <p:nvSpPr>
          <p:cNvPr id="8" name="Horizontal loss grid">
            <a:extLst xmlns:a="http://schemas.openxmlformats.org/drawingml/2006/main">
              <a:ext uri="{FF2B5EF4-FFF2-40B4-BE49-F238E27FC236}">
                <a16:creationId xmlns:a16="http://schemas.microsoft.com/office/drawing/2014/main" id="{E55E6FBE-7892-42E5-8957-2AC4CC64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9305925" cy="110490"/>
          </a:xfrm>
          <a:custGeom xmlns:a="http://schemas.openxmlformats.org/drawingml/2006/main">
            <a:pathLst>
              <a:path w="9305925" h="110490">
                <a:moveTo>
                  <a:pt x="0" y="110490"/>
                </a:moveTo>
                <a:lnTo>
                  <a:pt x="4667250" y="0"/>
                </a:lnTo>
                <a:lnTo>
                  <a:pt x="9305925" y="11049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B3B3B3"/>
            </a:solidFill>
          </a:ln>
        </p:spPr>
      </p:sp>
      <p:sp>
        <p:nvSpPr>
          <p:cNvPr id="9" name="Horizontal loss grid">
            <a:extLst xmlns:a="http://schemas.openxmlformats.org/drawingml/2006/main">
              <a:ext uri="{FF2B5EF4-FFF2-40B4-BE49-F238E27FC236}">
                <a16:creationId xmlns:a16="http://schemas.microsoft.com/office/drawing/2014/main" id="{09ABD664-B2BA-40CD-82F2-B0228B83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9305925" cy="184785"/>
          </a:xfrm>
          <a:custGeom xmlns:a="http://schemas.openxmlformats.org/drawingml/2006/main">
            <a:pathLst>
              <a:path w="9305925" h="184785">
                <a:moveTo>
                  <a:pt x="0" y="184785"/>
                </a:moveTo>
                <a:lnTo>
                  <a:pt x="4667250" y="0"/>
                </a:lnTo>
                <a:lnTo>
                  <a:pt x="9305925" y="18478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B3B3B3"/>
            </a:solidFill>
          </a:ln>
        </p:spPr>
      </p:sp>
      <p:sp>
        <p:nvSpPr>
          <p:cNvPr id="10" name="Lef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2C423C3C-E3E2-4EBD-9432-7B19158B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693"/>
            <a:ext cx="10" cy="4941842"/>
          </a:xfrm>
          <a:custGeom xmlns:a="http://schemas.openxmlformats.org/drawingml/2006/main">
            <a:pathLst>
              <a:path w="10" h="4941842">
                <a:moveTo>
                  <a:pt x="0" y="0"/>
                </a:moveTo>
                <a:lnTo>
                  <a:pt x="0" y="4941842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1" name="Floor grid">
            <a:extLst xmlns:a="http://schemas.openxmlformats.org/drawingml/2006/main">
              <a:ext uri="{FF2B5EF4-FFF2-40B4-BE49-F238E27FC236}">
                <a16:creationId xmlns:a16="http://schemas.microsoft.com/office/drawing/2014/main" id="{553E8627-CE1F-47D3-888D-CAF2A10F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2535"/>
            <a:ext cx="4571333" cy="190481"/>
          </a:xfrm>
          <a:custGeom xmlns:a="http://schemas.openxmlformats.org/drawingml/2006/main">
            <a:pathLst>
              <a:path w="4571333" h="190481">
                <a:moveTo>
                  <a:pt x="0" y="0"/>
                </a:moveTo>
                <a:lnTo>
                  <a:pt x="4571333" y="19048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2" name="Lef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E1B38833-ADC2-4BC2-ABE2-CF0A257E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32184"/>
            <a:ext cx="10" cy="4877286"/>
          </a:xfrm>
          <a:custGeom xmlns:a="http://schemas.openxmlformats.org/drawingml/2006/main">
            <a:pathLst>
              <a:path w="10" h="4877286">
                <a:moveTo>
                  <a:pt x="0" y="0"/>
                </a:moveTo>
                <a:lnTo>
                  <a:pt x="0" y="4877286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3" name="Floor grid">
            <a:extLst xmlns:a="http://schemas.openxmlformats.org/drawingml/2006/main">
              <a:ext uri="{FF2B5EF4-FFF2-40B4-BE49-F238E27FC236}">
                <a16:creationId xmlns:a16="http://schemas.microsoft.com/office/drawing/2014/main" id="{08890BA2-3A4E-4FF6-8541-36333ED0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09470"/>
            <a:ext cx="4567476" cy="190371"/>
          </a:xfrm>
          <a:custGeom xmlns:a="http://schemas.openxmlformats.org/drawingml/2006/main">
            <a:pathLst>
              <a:path w="4567476" h="190371">
                <a:moveTo>
                  <a:pt x="0" y="0"/>
                </a:moveTo>
                <a:lnTo>
                  <a:pt x="4567476" y="19037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4" name="Lef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9666AA0D-6094-47B1-86E5-2412DED1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2897"/>
            <a:ext cx="10" cy="4814324"/>
          </a:xfrm>
          <a:custGeom xmlns:a="http://schemas.openxmlformats.org/drawingml/2006/main">
            <a:pathLst>
              <a:path w="10" h="4814324">
                <a:moveTo>
                  <a:pt x="0" y="0"/>
                </a:moveTo>
                <a:lnTo>
                  <a:pt x="0" y="4814324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5" name="Floor grid">
            <a:extLst xmlns:a="http://schemas.openxmlformats.org/drawingml/2006/main">
              <a:ext uri="{FF2B5EF4-FFF2-40B4-BE49-F238E27FC236}">
                <a16:creationId xmlns:a16="http://schemas.microsoft.com/office/drawing/2014/main" id="{E6444989-E7E5-47AC-9E20-83766C5E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77221"/>
            <a:ext cx="4563713" cy="190263"/>
          </a:xfrm>
          <a:custGeom xmlns:a="http://schemas.openxmlformats.org/drawingml/2006/main">
            <a:pathLst>
              <a:path w="4563713" h="190263">
                <a:moveTo>
                  <a:pt x="0" y="0"/>
                </a:moveTo>
                <a:lnTo>
                  <a:pt x="4563713" y="190263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6" name="Lef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122E0857-CDE4-427B-A808-CCCCD17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3999"/>
            <a:ext cx="10" cy="4750565"/>
          </a:xfrm>
          <a:custGeom xmlns:a="http://schemas.openxmlformats.org/drawingml/2006/main">
            <a:pathLst>
              <a:path w="10" h="4750565">
                <a:moveTo>
                  <a:pt x="0" y="0"/>
                </a:moveTo>
                <a:lnTo>
                  <a:pt x="0" y="475056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7" name="Floor grid">
            <a:extLst xmlns:a="http://schemas.openxmlformats.org/drawingml/2006/main">
              <a:ext uri="{FF2B5EF4-FFF2-40B4-BE49-F238E27FC236}">
                <a16:creationId xmlns:a16="http://schemas.microsoft.com/office/drawing/2014/main" id="{1216ECBE-F176-482B-8EFB-7D580EE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44564"/>
            <a:ext cx="4559903" cy="190154"/>
          </a:xfrm>
          <a:custGeom xmlns:a="http://schemas.openxmlformats.org/drawingml/2006/main">
            <a:pathLst>
              <a:path w="4559903" h="190154">
                <a:moveTo>
                  <a:pt x="0" y="0"/>
                </a:moveTo>
                <a:lnTo>
                  <a:pt x="4559903" y="190154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8" name="Lef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BC3E4405-86EC-47D1-95AC-9EE8E506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4323"/>
            <a:ext cx="10" cy="4688399"/>
          </a:xfrm>
          <a:custGeom xmlns:a="http://schemas.openxmlformats.org/drawingml/2006/main">
            <a:pathLst>
              <a:path w="10" h="4688399">
                <a:moveTo>
                  <a:pt x="0" y="0"/>
                </a:moveTo>
                <a:lnTo>
                  <a:pt x="0" y="4688399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19" name="Floor grid">
            <a:extLst xmlns:a="http://schemas.openxmlformats.org/drawingml/2006/main">
              <a:ext uri="{FF2B5EF4-FFF2-40B4-BE49-F238E27FC236}">
                <a16:creationId xmlns:a16="http://schemas.microsoft.com/office/drawing/2014/main" id="{1E4194D4-6CCF-473A-8350-2B81CA7D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12723"/>
            <a:ext cx="4556188" cy="190048"/>
          </a:xfrm>
          <a:custGeom xmlns:a="http://schemas.openxmlformats.org/drawingml/2006/main">
            <a:pathLst>
              <a:path w="4556188" h="190048">
                <a:moveTo>
                  <a:pt x="0" y="0"/>
                </a:moveTo>
                <a:lnTo>
                  <a:pt x="4556188" y="190048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0" name="Lef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56CF1D49-1618-43E6-B9C0-150DD574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4259"/>
            <a:ext cx="10" cy="4627031"/>
          </a:xfrm>
          <a:custGeom xmlns:a="http://schemas.openxmlformats.org/drawingml/2006/main">
            <a:pathLst>
              <a:path w="10" h="4627031">
                <a:moveTo>
                  <a:pt x="0" y="0"/>
                </a:moveTo>
                <a:lnTo>
                  <a:pt x="0" y="462703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1" name="Floor grid">
            <a:extLst xmlns:a="http://schemas.openxmlformats.org/drawingml/2006/main">
              <a:ext uri="{FF2B5EF4-FFF2-40B4-BE49-F238E27FC236}">
                <a16:creationId xmlns:a16="http://schemas.microsoft.com/office/drawing/2014/main" id="{4968C0E9-5032-42A3-BAFF-085FA6B8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81290"/>
            <a:ext cx="4552521" cy="189943"/>
          </a:xfrm>
          <a:custGeom xmlns:a="http://schemas.openxmlformats.org/drawingml/2006/main">
            <a:pathLst>
              <a:path w="4552521" h="189943">
                <a:moveTo>
                  <a:pt x="0" y="0"/>
                </a:moveTo>
                <a:lnTo>
                  <a:pt x="4552521" y="189943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2" name="Lef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2EE207E7-C353-4102-A984-06FA19C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1862"/>
            <a:ext cx="10" cy="4570445"/>
          </a:xfrm>
          <a:custGeom xmlns:a="http://schemas.openxmlformats.org/drawingml/2006/main">
            <a:pathLst>
              <a:path w="10" h="4570445">
                <a:moveTo>
                  <a:pt x="0" y="0"/>
                </a:moveTo>
                <a:lnTo>
                  <a:pt x="0" y="457044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3" name="Floor grid">
            <a:extLst xmlns:a="http://schemas.openxmlformats.org/drawingml/2006/main">
              <a:ext uri="{FF2B5EF4-FFF2-40B4-BE49-F238E27FC236}">
                <a16:creationId xmlns:a16="http://schemas.microsoft.com/office/drawing/2014/main" id="{82C6A1FD-3C04-41DC-8C05-1D74AAF9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52307"/>
            <a:ext cx="4549140" cy="189847"/>
          </a:xfrm>
          <a:custGeom xmlns:a="http://schemas.openxmlformats.org/drawingml/2006/main">
            <a:pathLst>
              <a:path w="4549140" h="189847">
                <a:moveTo>
                  <a:pt x="0" y="0"/>
                </a:moveTo>
                <a:lnTo>
                  <a:pt x="4549140" y="189847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4" name="Righ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FB85E165-E7C4-485E-BE17-634FF0A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2621"/>
            <a:ext cx="10" cy="4568734"/>
          </a:xfrm>
          <a:custGeom xmlns:a="http://schemas.openxmlformats.org/drawingml/2006/main">
            <a:pathLst>
              <a:path w="10" h="4568734">
                <a:moveTo>
                  <a:pt x="0" y="0"/>
                </a:moveTo>
                <a:lnTo>
                  <a:pt x="0" y="4568734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5" name="Floor grid">
            <a:extLst xmlns:a="http://schemas.openxmlformats.org/drawingml/2006/main">
              <a:ext uri="{FF2B5EF4-FFF2-40B4-BE49-F238E27FC236}">
                <a16:creationId xmlns:a16="http://schemas.microsoft.com/office/drawing/2014/main" id="{FFC6B353-F866-4B6A-B9F2-EA852E5E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81" y="4851354"/>
            <a:ext cx="4668469" cy="200020"/>
          </a:xfrm>
          <a:custGeom xmlns:a="http://schemas.openxmlformats.org/drawingml/2006/main">
            <a:pathLst>
              <a:path w="4668469" h="200020">
                <a:moveTo>
                  <a:pt x="4668469" y="0"/>
                </a:moveTo>
                <a:lnTo>
                  <a:pt x="0" y="20002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6" name="Righ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8AAF9C37-1EE6-4598-95EA-45D211B8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4065"/>
            <a:ext cx="10" cy="4625845"/>
          </a:xfrm>
          <a:custGeom xmlns:a="http://schemas.openxmlformats.org/drawingml/2006/main">
            <a:pathLst>
              <a:path w="10" h="4625845">
                <a:moveTo>
                  <a:pt x="0" y="0"/>
                </a:moveTo>
                <a:lnTo>
                  <a:pt x="0" y="462584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7" name="Floor grid">
            <a:extLst xmlns:a="http://schemas.openxmlformats.org/drawingml/2006/main">
              <a:ext uri="{FF2B5EF4-FFF2-40B4-BE49-F238E27FC236}">
                <a16:creationId xmlns:a16="http://schemas.microsoft.com/office/drawing/2014/main" id="{7CE8BB60-4221-4672-A291-C6F7056B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81" y="4879910"/>
            <a:ext cx="4679594" cy="199973"/>
          </a:xfrm>
          <a:custGeom xmlns:a="http://schemas.openxmlformats.org/drawingml/2006/main">
            <a:pathLst>
              <a:path w="4679594" h="199973">
                <a:moveTo>
                  <a:pt x="4679594" y="0"/>
                </a:moveTo>
                <a:lnTo>
                  <a:pt x="0" y="199973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8" name="Righ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9FB9FF1E-014C-4C30-824E-BBF4F33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336"/>
            <a:ext cx="10" cy="4685303"/>
          </a:xfrm>
          <a:custGeom xmlns:a="http://schemas.openxmlformats.org/drawingml/2006/main">
            <a:pathLst>
              <a:path w="10" h="4685303">
                <a:moveTo>
                  <a:pt x="0" y="0"/>
                </a:moveTo>
                <a:lnTo>
                  <a:pt x="0" y="4685303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29" name="Floor grid">
            <a:extLst xmlns:a="http://schemas.openxmlformats.org/drawingml/2006/main">
              <a:ext uri="{FF2B5EF4-FFF2-40B4-BE49-F238E27FC236}">
                <a16:creationId xmlns:a16="http://schemas.microsoft.com/office/drawing/2014/main" id="{85E385A7-DA89-4056-BE19-486FED95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98" y="4909639"/>
            <a:ext cx="4691177" cy="199924"/>
          </a:xfrm>
          <a:custGeom xmlns:a="http://schemas.openxmlformats.org/drawingml/2006/main">
            <a:pathLst>
              <a:path w="4691177" h="199924">
                <a:moveTo>
                  <a:pt x="4691177" y="0"/>
                </a:moveTo>
                <a:lnTo>
                  <a:pt x="0" y="199924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0" name="Righ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BF2CDF81-EE4C-4498-84C8-73D11386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4216"/>
            <a:ext cx="10" cy="4745543"/>
          </a:xfrm>
          <a:custGeom xmlns:a="http://schemas.openxmlformats.org/drawingml/2006/main">
            <a:pathLst>
              <a:path w="10" h="4745543">
                <a:moveTo>
                  <a:pt x="0" y="0"/>
                </a:moveTo>
                <a:lnTo>
                  <a:pt x="0" y="4745543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1" name="Floor grid">
            <a:extLst xmlns:a="http://schemas.openxmlformats.org/drawingml/2006/main">
              <a:ext uri="{FF2B5EF4-FFF2-40B4-BE49-F238E27FC236}">
                <a16:creationId xmlns:a16="http://schemas.microsoft.com/office/drawing/2014/main" id="{A618F5B6-A99E-42D9-9469-0766FA2A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188" y="4939759"/>
            <a:ext cx="4702912" cy="199874"/>
          </a:xfrm>
          <a:custGeom xmlns:a="http://schemas.openxmlformats.org/drawingml/2006/main">
            <a:pathLst>
              <a:path w="4702912" h="199874">
                <a:moveTo>
                  <a:pt x="4702912" y="0"/>
                </a:moveTo>
                <a:lnTo>
                  <a:pt x="0" y="199874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2" name="Righ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DA7F1001-1258-48A0-8CB4-FB0D9550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705"/>
            <a:ext cx="10" cy="4806565"/>
          </a:xfrm>
          <a:custGeom xmlns:a="http://schemas.openxmlformats.org/drawingml/2006/main">
            <a:pathLst>
              <a:path w="10" h="4806565">
                <a:moveTo>
                  <a:pt x="0" y="0"/>
                </a:moveTo>
                <a:lnTo>
                  <a:pt x="0" y="480656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3" name="Floor grid">
            <a:extLst xmlns:a="http://schemas.openxmlformats.org/drawingml/2006/main">
              <a:ext uri="{FF2B5EF4-FFF2-40B4-BE49-F238E27FC236}">
                <a16:creationId xmlns:a16="http://schemas.microsoft.com/office/drawing/2014/main" id="{DB0758A8-9556-418A-B11D-F1887A2F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251" y="4970270"/>
            <a:ext cx="4714799" cy="199824"/>
          </a:xfrm>
          <a:custGeom xmlns:a="http://schemas.openxmlformats.org/drawingml/2006/main">
            <a:pathLst>
              <a:path w="4714799" h="199824">
                <a:moveTo>
                  <a:pt x="4714799" y="0"/>
                </a:moveTo>
                <a:lnTo>
                  <a:pt x="0" y="199824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4" name="Righ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24DE1A60-5A9E-4441-BB28-6A4DE37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1629"/>
            <a:ext cx="10" cy="4870717"/>
          </a:xfrm>
          <a:custGeom xmlns:a="http://schemas.openxmlformats.org/drawingml/2006/main">
            <a:pathLst>
              <a:path w="10" h="4870717">
                <a:moveTo>
                  <a:pt x="0" y="0"/>
                </a:moveTo>
                <a:lnTo>
                  <a:pt x="0" y="4870717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5" name="Floor grid">
            <a:extLst xmlns:a="http://schemas.openxmlformats.org/drawingml/2006/main">
              <a:ext uri="{FF2B5EF4-FFF2-40B4-BE49-F238E27FC236}">
                <a16:creationId xmlns:a16="http://schemas.microsoft.com/office/drawing/2014/main" id="{A366F151-1EC2-421A-AF89-30FF0CF3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804" y="5002346"/>
            <a:ext cx="4727296" cy="199771"/>
          </a:xfrm>
          <a:custGeom xmlns:a="http://schemas.openxmlformats.org/drawingml/2006/main">
            <a:pathLst>
              <a:path w="4727296" h="199771">
                <a:moveTo>
                  <a:pt x="4727296" y="0"/>
                </a:moveTo>
                <a:lnTo>
                  <a:pt x="0" y="199771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6" name="Right principal-component grid">
            <a:extLst xmlns:a="http://schemas.openxmlformats.org/drawingml/2006/main">
              <a:ext uri="{FF2B5EF4-FFF2-40B4-BE49-F238E27FC236}">
                <a16:creationId xmlns:a16="http://schemas.microsoft.com/office/drawing/2014/main" id="{1DFB3AA2-91F6-4A97-A346-46E4E49D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99162"/>
            <a:ext cx="10" cy="4935652"/>
          </a:xfrm>
          <a:custGeom xmlns:a="http://schemas.openxmlformats.org/drawingml/2006/main">
            <a:pathLst>
              <a:path w="10" h="4935652">
                <a:moveTo>
                  <a:pt x="0" y="0"/>
                </a:moveTo>
                <a:lnTo>
                  <a:pt x="0" y="4935652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7" name="Floor grid">
            <a:extLst xmlns:a="http://schemas.openxmlformats.org/drawingml/2006/main">
              <a:ext uri="{FF2B5EF4-FFF2-40B4-BE49-F238E27FC236}">
                <a16:creationId xmlns:a16="http://schemas.microsoft.com/office/drawing/2014/main" id="{F70F94B4-6318-4680-BD5C-CC50587E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730" y="5034813"/>
            <a:ext cx="4739945" cy="199717"/>
          </a:xfrm>
          <a:custGeom xmlns:a="http://schemas.openxmlformats.org/drawingml/2006/main">
            <a:pathLst>
              <a:path w="4739945" h="199717">
                <a:moveTo>
                  <a:pt x="4739945" y="0"/>
                </a:moveTo>
                <a:lnTo>
                  <a:pt x="0" y="199717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BABABA"/>
            </a:solidFill>
          </a:ln>
        </p:spPr>
      </p:sp>
      <p:sp>
        <p:nvSpPr>
          <p:cNvPr id="38" name="Native projected axes">
            <a:extLst xmlns:a="http://schemas.openxmlformats.org/drawingml/2006/main">
              <a:ext uri="{FF2B5EF4-FFF2-40B4-BE49-F238E27FC236}">
                <a16:creationId xmlns:a16="http://schemas.microsoft.com/office/drawing/2014/main" id="{4799CA41-088D-429E-8D8B-F9600D5A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"/>
            <a:ext cx="9305925" cy="5143500"/>
          </a:xfrm>
          <a:custGeom xmlns:a="http://schemas.openxmlformats.org/drawingml/2006/main">
            <a:pathLst>
              <a:path w="9305925" h="5143500">
                <a:moveTo>
                  <a:pt x="0" y="0"/>
                </a:moveTo>
                <a:lnTo>
                  <a:pt x="0" y="4953000"/>
                </a:lnTo>
                <a:lnTo>
                  <a:pt x="4572000" y="5143500"/>
                </a:lnTo>
                <a:lnTo>
                  <a:pt x="9305925" y="494347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242424"/>
            </a:solidFill>
          </a:ln>
        </p:spPr>
      </p:sp>
      <p:sp>
        <p:nvSpPr>
          <p:cNvPr id="39" name="AI070-1">
            <a:extLst xmlns:a="http://schemas.openxmlformats.org/drawingml/2006/main">
              <a:ext uri="{FF2B5EF4-FFF2-40B4-BE49-F238E27FC236}">
                <a16:creationId xmlns:a16="http://schemas.microsoft.com/office/drawing/2014/main" id="{3E71E264-96EA-48AB-9820-63852B3D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"/>
            <a:ext cx="114300" cy="10"/>
          </a:xfrm>
          <a:custGeom xmlns:a="http://schemas.openxmlformats.org/drawingml/2006/main">
            <a:pathLst>
              <a:path w="114300" h="1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40" name="Axis text 5.0">
            <a:extLst xmlns:a="http://schemas.openxmlformats.org/drawingml/2006/main">
              <a:ext uri="{FF2B5EF4-FFF2-40B4-BE49-F238E27FC236}">
                <a16:creationId xmlns:a16="http://schemas.microsoft.com/office/drawing/2014/main" id="{85469709-40F3-40D4-B412-69B83C55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14097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5.0</a:t>
            </a:r>
          </a:p>
        </p:txBody>
      </p:sp>
      <p:sp>
        <p:nvSpPr>
          <p:cNvPr id="41" name="AI070-2">
            <a:extLst xmlns:a="http://schemas.openxmlformats.org/drawingml/2006/main">
              <a:ext uri="{FF2B5EF4-FFF2-40B4-BE49-F238E27FC236}">
                <a16:creationId xmlns:a16="http://schemas.microsoft.com/office/drawing/2014/main" id="{3110CFE3-FCD0-471A-9881-44B0210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6048"/>
            <a:ext cx="114300" cy="10"/>
          </a:xfrm>
          <a:custGeom xmlns:a="http://schemas.openxmlformats.org/drawingml/2006/main">
            <a:pathLst>
              <a:path w="114300" h="1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42" name="Axis text 4.9">
            <a:extLst xmlns:a="http://schemas.openxmlformats.org/drawingml/2006/main">
              <a:ext uri="{FF2B5EF4-FFF2-40B4-BE49-F238E27FC236}">
                <a16:creationId xmlns:a16="http://schemas.microsoft.com/office/drawing/2014/main" id="{521A9F45-020B-46DA-B351-BAE7943C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1088898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4.9</a:t>
            </a:r>
          </a:p>
        </p:txBody>
      </p:sp>
      <p:sp>
        <p:nvSpPr>
          <p:cNvPr id="43" name="AI070-3">
            <a:extLst xmlns:a="http://schemas.openxmlformats.org/drawingml/2006/main">
              <a:ext uri="{FF2B5EF4-FFF2-40B4-BE49-F238E27FC236}">
                <a16:creationId xmlns:a16="http://schemas.microsoft.com/office/drawing/2014/main" id="{062B9490-F0F4-493B-992F-CA50E564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3976"/>
            <a:ext cx="114300" cy="10"/>
          </a:xfrm>
          <a:custGeom xmlns:a="http://schemas.openxmlformats.org/drawingml/2006/main">
            <a:pathLst>
              <a:path w="114300" h="1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44" name="Axis text 4.8">
            <a:extLst xmlns:a="http://schemas.openxmlformats.org/drawingml/2006/main">
              <a:ext uri="{FF2B5EF4-FFF2-40B4-BE49-F238E27FC236}">
                <a16:creationId xmlns:a16="http://schemas.microsoft.com/office/drawing/2014/main" id="{23492D7C-AEA2-4930-B811-05C66B2D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203682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4.8</a:t>
            </a:r>
          </a:p>
        </p:txBody>
      </p:sp>
      <p:sp>
        <p:nvSpPr>
          <p:cNvPr id="45" name="AI070-4">
            <a:extLst xmlns:a="http://schemas.openxmlformats.org/drawingml/2006/main">
              <a:ext uri="{FF2B5EF4-FFF2-40B4-BE49-F238E27FC236}">
                <a16:creationId xmlns:a16="http://schemas.microsoft.com/office/drawing/2014/main" id="{949D9DDB-7477-442B-9035-23D967B9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1904"/>
            <a:ext cx="114300" cy="10"/>
          </a:xfrm>
          <a:custGeom xmlns:a="http://schemas.openxmlformats.org/drawingml/2006/main">
            <a:pathLst>
              <a:path w="114300" h="1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46" name="Axis text 4.7">
            <a:extLst xmlns:a="http://schemas.openxmlformats.org/drawingml/2006/main">
              <a:ext uri="{FF2B5EF4-FFF2-40B4-BE49-F238E27FC236}">
                <a16:creationId xmlns:a16="http://schemas.microsoft.com/office/drawing/2014/main" id="{6F2B7083-B40D-4067-BEDA-93FF9A03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298475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4.7</a:t>
            </a:r>
          </a:p>
        </p:txBody>
      </p:sp>
      <p:sp>
        <p:nvSpPr>
          <p:cNvPr id="47" name="AI070-5">
            <a:extLst xmlns:a="http://schemas.openxmlformats.org/drawingml/2006/main">
              <a:ext uri="{FF2B5EF4-FFF2-40B4-BE49-F238E27FC236}">
                <a16:creationId xmlns:a16="http://schemas.microsoft.com/office/drawing/2014/main" id="{BB668006-EE4F-4819-91CE-68E6657C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9832"/>
            <a:ext cx="114300" cy="10"/>
          </a:xfrm>
          <a:custGeom xmlns:a="http://schemas.openxmlformats.org/drawingml/2006/main">
            <a:pathLst>
              <a:path w="114300" h="1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48" name="Axis text 4.6">
            <a:extLst xmlns:a="http://schemas.openxmlformats.org/drawingml/2006/main">
              <a:ext uri="{FF2B5EF4-FFF2-40B4-BE49-F238E27FC236}">
                <a16:creationId xmlns:a16="http://schemas.microsoft.com/office/drawing/2014/main" id="{27663F5F-BAE6-437F-8A48-8C5E368F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3932682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4.6</a:t>
            </a:r>
          </a:p>
        </p:txBody>
      </p:sp>
      <p:sp>
        <p:nvSpPr>
          <p:cNvPr id="49" name="AI070-6">
            <a:extLst xmlns:a="http://schemas.openxmlformats.org/drawingml/2006/main">
              <a:ext uri="{FF2B5EF4-FFF2-40B4-BE49-F238E27FC236}">
                <a16:creationId xmlns:a16="http://schemas.microsoft.com/office/drawing/2014/main" id="{55AF1FBC-A979-47E2-A281-F8370BF5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0"/>
            <a:ext cx="114300" cy="10"/>
          </a:xfrm>
          <a:custGeom xmlns:a="http://schemas.openxmlformats.org/drawingml/2006/main">
            <a:pathLst>
              <a:path w="114300" h="1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50" name="Axis text 4.5">
            <a:extLst xmlns:a="http://schemas.openxmlformats.org/drawingml/2006/main">
              <a:ext uri="{FF2B5EF4-FFF2-40B4-BE49-F238E27FC236}">
                <a16:creationId xmlns:a16="http://schemas.microsoft.com/office/drawing/2014/main" id="{A3EE4837-A103-4A92-B6F2-F226C8BF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488061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4.5</a:t>
            </a:r>
          </a:p>
        </p:txBody>
      </p:sp>
      <p:sp>
        <p:nvSpPr>
          <p:cNvPr id="51" name="Axis text Losses">
            <a:extLst xmlns:a="http://schemas.openxmlformats.org/drawingml/2006/main">
              <a:ext uri="{FF2B5EF4-FFF2-40B4-BE49-F238E27FC236}">
                <a16:creationId xmlns:a16="http://schemas.microsoft.com/office/drawing/2014/main" id="{8F5E829E-EEDF-47FC-BFF6-B379125D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504825" y="2390775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Losses</a:t>
            </a:r>
          </a:p>
        </p:txBody>
      </p:sp>
      <p:sp>
        <p:nvSpPr>
          <p:cNvPr id="52" name="AI070-7">
            <a:extLst xmlns:a="http://schemas.openxmlformats.org/drawingml/2006/main">
              <a:ext uri="{FF2B5EF4-FFF2-40B4-BE49-F238E27FC236}">
                <a16:creationId xmlns:a16="http://schemas.microsoft.com/office/drawing/2014/main" id="{DC7833DC-2A2C-4010-A99C-3783962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5869"/>
            <a:ext cx="76200" cy="5715"/>
          </a:xfrm>
          <a:custGeom xmlns:a="http://schemas.openxmlformats.org/drawingml/2006/main">
            <a:pathLst>
              <a:path w="76200" h="5715">
                <a:moveTo>
                  <a:pt x="0" y="0"/>
                </a:moveTo>
                <a:lnTo>
                  <a:pt x="7620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3" name="Axis text 0.3">
            <a:extLst xmlns:a="http://schemas.openxmlformats.org/drawingml/2006/main">
              <a:ext uri="{FF2B5EF4-FFF2-40B4-BE49-F238E27FC236}">
                <a16:creationId xmlns:a16="http://schemas.microsoft.com/office/drawing/2014/main" id="{1552A2DB-640C-4AA4-8EAF-0324880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5141119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54" name="AI070-8">
            <a:extLst xmlns:a="http://schemas.openxmlformats.org/drawingml/2006/main">
              <a:ext uri="{FF2B5EF4-FFF2-40B4-BE49-F238E27FC236}">
                <a16:creationId xmlns:a16="http://schemas.microsoft.com/office/drawing/2014/main" id="{477A6D43-0371-42BC-A1F3-F99C1055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074841"/>
            <a:ext cx="76200" cy="5715"/>
          </a:xfrm>
          <a:custGeom xmlns:a="http://schemas.openxmlformats.org/drawingml/2006/main">
            <a:pathLst>
              <a:path w="76200" h="5715">
                <a:moveTo>
                  <a:pt x="0" y="0"/>
                </a:moveTo>
                <a:lnTo>
                  <a:pt x="7620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5" name="Axis text 0.2">
            <a:extLst xmlns:a="http://schemas.openxmlformats.org/drawingml/2006/main">
              <a:ext uri="{FF2B5EF4-FFF2-40B4-BE49-F238E27FC236}">
                <a16:creationId xmlns:a16="http://schemas.microsoft.com/office/drawing/2014/main" id="{56ED1889-BBE4-49C1-AF49-8F9425DD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5170091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56" name="AI070-9">
            <a:extLst xmlns:a="http://schemas.openxmlformats.org/drawingml/2006/main">
              <a:ext uri="{FF2B5EF4-FFF2-40B4-BE49-F238E27FC236}">
                <a16:creationId xmlns:a16="http://schemas.microsoft.com/office/drawing/2014/main" id="{2924071C-7D4E-49BB-B987-55C1F24D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04606"/>
            <a:ext cx="76200" cy="5715"/>
          </a:xfrm>
          <a:custGeom xmlns:a="http://schemas.openxmlformats.org/drawingml/2006/main">
            <a:pathLst>
              <a:path w="76200" h="5715">
                <a:moveTo>
                  <a:pt x="0" y="0"/>
                </a:moveTo>
                <a:lnTo>
                  <a:pt x="7620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7" name="Axis text 0.1">
            <a:extLst xmlns:a="http://schemas.openxmlformats.org/drawingml/2006/main">
              <a:ext uri="{FF2B5EF4-FFF2-40B4-BE49-F238E27FC236}">
                <a16:creationId xmlns:a16="http://schemas.microsoft.com/office/drawing/2014/main" id="{7E082810-4D46-4654-AC92-519C8A87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5199856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58" name="AI070-10">
            <a:extLst xmlns:a="http://schemas.openxmlformats.org/drawingml/2006/main">
              <a:ext uri="{FF2B5EF4-FFF2-40B4-BE49-F238E27FC236}">
                <a16:creationId xmlns:a16="http://schemas.microsoft.com/office/drawing/2014/main" id="{CC36EA9C-6B71-4A33-8A55-7275558B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135166"/>
            <a:ext cx="76200" cy="5715"/>
          </a:xfrm>
          <a:custGeom xmlns:a="http://schemas.openxmlformats.org/drawingml/2006/main">
            <a:pathLst>
              <a:path w="76200" h="5715">
                <a:moveTo>
                  <a:pt x="0" y="0"/>
                </a:moveTo>
                <a:lnTo>
                  <a:pt x="7620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9" name="Axis text 0.0">
            <a:extLst xmlns:a="http://schemas.openxmlformats.org/drawingml/2006/main">
              <a:ext uri="{FF2B5EF4-FFF2-40B4-BE49-F238E27FC236}">
                <a16:creationId xmlns:a16="http://schemas.microsoft.com/office/drawing/2014/main" id="{488E0E32-26AA-4F2F-89AA-ED5F3E65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5230416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0" name="AI070-11">
            <a:extLst xmlns:a="http://schemas.openxmlformats.org/drawingml/2006/main">
              <a:ext uri="{FF2B5EF4-FFF2-40B4-BE49-F238E27FC236}">
                <a16:creationId xmlns:a16="http://schemas.microsoft.com/office/drawing/2014/main" id="{B533ACEB-0786-42FE-A96D-188FD912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64931"/>
            <a:ext cx="76200" cy="5715"/>
          </a:xfrm>
          <a:custGeom xmlns:a="http://schemas.openxmlformats.org/drawingml/2006/main">
            <a:pathLst>
              <a:path w="76200" h="5715">
                <a:moveTo>
                  <a:pt x="0" y="0"/>
                </a:moveTo>
                <a:lnTo>
                  <a:pt x="7620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1" name="Axis text −0.1">
            <a:extLst xmlns:a="http://schemas.openxmlformats.org/drawingml/2006/main">
              <a:ext uri="{FF2B5EF4-FFF2-40B4-BE49-F238E27FC236}">
                <a16:creationId xmlns:a16="http://schemas.microsoft.com/office/drawing/2014/main" id="{013BAE0D-F559-4917-AEE3-C13E2742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5260181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−0.1</a:t>
            </a:r>
          </a:p>
        </p:txBody>
      </p:sp>
      <p:sp>
        <p:nvSpPr>
          <p:cNvPr id="62" name="AI070-12">
            <a:extLst xmlns:a="http://schemas.openxmlformats.org/drawingml/2006/main">
              <a:ext uri="{FF2B5EF4-FFF2-40B4-BE49-F238E27FC236}">
                <a16:creationId xmlns:a16="http://schemas.microsoft.com/office/drawing/2014/main" id="{83C38A4B-E03B-4AA3-8F54-0D3257D1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5094"/>
            <a:ext cx="76200" cy="5715"/>
          </a:xfrm>
          <a:custGeom xmlns:a="http://schemas.openxmlformats.org/drawingml/2006/main">
            <a:pathLst>
              <a:path w="76200" h="5715">
                <a:moveTo>
                  <a:pt x="0" y="0"/>
                </a:moveTo>
                <a:lnTo>
                  <a:pt x="7620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3" name="Axis text −0.2">
            <a:extLst xmlns:a="http://schemas.openxmlformats.org/drawingml/2006/main">
              <a:ext uri="{FF2B5EF4-FFF2-40B4-BE49-F238E27FC236}">
                <a16:creationId xmlns:a16="http://schemas.microsoft.com/office/drawing/2014/main" id="{EED57B1D-8912-4078-AE95-679A36AE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5290344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−0.2</a:t>
            </a:r>
          </a:p>
        </p:txBody>
      </p:sp>
      <p:sp>
        <p:nvSpPr>
          <p:cNvPr id="64" name="AI070-13">
            <a:extLst xmlns:a="http://schemas.openxmlformats.org/drawingml/2006/main">
              <a:ext uri="{FF2B5EF4-FFF2-40B4-BE49-F238E27FC236}">
                <a16:creationId xmlns:a16="http://schemas.microsoft.com/office/drawing/2014/main" id="{384C854A-1C16-4725-B84A-E87CC65B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28828"/>
            <a:ext cx="76200" cy="5715"/>
          </a:xfrm>
          <a:custGeom xmlns:a="http://schemas.openxmlformats.org/drawingml/2006/main">
            <a:pathLst>
              <a:path w="76200" h="5715">
                <a:moveTo>
                  <a:pt x="0" y="0"/>
                </a:moveTo>
                <a:lnTo>
                  <a:pt x="7620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5" name="Axis text −0.3">
            <a:extLst xmlns:a="http://schemas.openxmlformats.org/drawingml/2006/main">
              <a:ext uri="{FF2B5EF4-FFF2-40B4-BE49-F238E27FC236}">
                <a16:creationId xmlns:a16="http://schemas.microsoft.com/office/drawing/2014/main" id="{F2AAC886-3D41-4A97-9D0B-7BD83A80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5324078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−0.3</a:t>
            </a:r>
          </a:p>
        </p:txBody>
      </p:sp>
      <p:sp>
        <p:nvSpPr>
          <p:cNvPr id="66" name="AI070-14">
            <a:extLst xmlns:a="http://schemas.openxmlformats.org/drawingml/2006/main">
              <a:ext uri="{FF2B5EF4-FFF2-40B4-BE49-F238E27FC236}">
                <a16:creationId xmlns:a16="http://schemas.microsoft.com/office/drawing/2014/main" id="{52918F76-382B-4EB1-80EF-07E15628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222249"/>
            <a:ext cx="76200" cy="5715"/>
          </a:xfrm>
          <a:custGeom xmlns:a="http://schemas.openxmlformats.org/drawingml/2006/main">
            <a:pathLst>
              <a:path w="76200" h="5715">
                <a:moveTo>
                  <a:pt x="76200" y="0"/>
                </a:moveTo>
                <a:lnTo>
                  <a:pt x="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7" name="Axis text −0.3">
            <a:extLst xmlns:a="http://schemas.openxmlformats.org/drawingml/2006/main">
              <a:ext uri="{FF2B5EF4-FFF2-40B4-BE49-F238E27FC236}">
                <a16:creationId xmlns:a16="http://schemas.microsoft.com/office/drawing/2014/main" id="{8166C529-EFFF-4CD3-9286-1F12047E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5307974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−0.3</a:t>
            </a:r>
          </a:p>
        </p:txBody>
      </p:sp>
      <p:sp>
        <p:nvSpPr>
          <p:cNvPr id="68" name="AI070-15">
            <a:extLst xmlns:a="http://schemas.openxmlformats.org/drawingml/2006/main">
              <a:ext uri="{FF2B5EF4-FFF2-40B4-BE49-F238E27FC236}">
                <a16:creationId xmlns:a16="http://schemas.microsoft.com/office/drawing/2014/main" id="{D30B665A-C305-4B1D-80D1-2C8F334D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91662"/>
            <a:ext cx="76200" cy="5715"/>
          </a:xfrm>
          <a:custGeom xmlns:a="http://schemas.openxmlformats.org/drawingml/2006/main">
            <a:pathLst>
              <a:path w="76200" h="5715">
                <a:moveTo>
                  <a:pt x="76200" y="0"/>
                </a:moveTo>
                <a:lnTo>
                  <a:pt x="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9" name="Axis text −0.2">
            <a:extLst xmlns:a="http://schemas.openxmlformats.org/drawingml/2006/main">
              <a:ext uri="{FF2B5EF4-FFF2-40B4-BE49-F238E27FC236}">
                <a16:creationId xmlns:a16="http://schemas.microsoft.com/office/drawing/2014/main" id="{EA48B19E-D10A-4486-B2C3-43D6A8E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5277387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−0.2</a:t>
            </a:r>
          </a:p>
        </p:txBody>
      </p:sp>
      <p:sp>
        <p:nvSpPr>
          <p:cNvPr id="70" name="AI070-16">
            <a:extLst xmlns:a="http://schemas.openxmlformats.org/drawingml/2006/main">
              <a:ext uri="{FF2B5EF4-FFF2-40B4-BE49-F238E27FC236}">
                <a16:creationId xmlns:a16="http://schemas.microsoft.com/office/drawing/2014/main" id="{31A6F416-E5D7-4D22-8B2B-04B94DEE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61074"/>
            <a:ext cx="76200" cy="5715"/>
          </a:xfrm>
          <a:custGeom xmlns:a="http://schemas.openxmlformats.org/drawingml/2006/main">
            <a:pathLst>
              <a:path w="76200" h="5715">
                <a:moveTo>
                  <a:pt x="76200" y="0"/>
                </a:moveTo>
                <a:lnTo>
                  <a:pt x="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71" name="Axis text −0.1">
            <a:extLst xmlns:a="http://schemas.openxmlformats.org/drawingml/2006/main">
              <a:ext uri="{FF2B5EF4-FFF2-40B4-BE49-F238E27FC236}">
                <a16:creationId xmlns:a16="http://schemas.microsoft.com/office/drawing/2014/main" id="{0AB7D4BC-8999-4531-9927-E78780C3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5246799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−0.1</a:t>
            </a:r>
          </a:p>
        </p:txBody>
      </p:sp>
      <p:sp>
        <p:nvSpPr>
          <p:cNvPr id="72" name="AI070-17">
            <a:extLst xmlns:a="http://schemas.openxmlformats.org/drawingml/2006/main">
              <a:ext uri="{FF2B5EF4-FFF2-40B4-BE49-F238E27FC236}">
                <a16:creationId xmlns:a16="http://schemas.microsoft.com/office/drawing/2014/main" id="{B3C5B7CD-92BA-43DB-9E6C-6B3E49EC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130487"/>
            <a:ext cx="76200" cy="5715"/>
          </a:xfrm>
          <a:custGeom xmlns:a="http://schemas.openxmlformats.org/drawingml/2006/main">
            <a:pathLst>
              <a:path w="76200" h="5715">
                <a:moveTo>
                  <a:pt x="76200" y="0"/>
                </a:moveTo>
                <a:lnTo>
                  <a:pt x="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73" name="Axis text 0.0">
            <a:extLst xmlns:a="http://schemas.openxmlformats.org/drawingml/2006/main">
              <a:ext uri="{FF2B5EF4-FFF2-40B4-BE49-F238E27FC236}">
                <a16:creationId xmlns:a16="http://schemas.microsoft.com/office/drawing/2014/main" id="{D701406B-8570-4AFE-B3E2-F05FFD1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5216212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74" name="AI070-18">
            <a:extLst xmlns:a="http://schemas.openxmlformats.org/drawingml/2006/main">
              <a:ext uri="{FF2B5EF4-FFF2-40B4-BE49-F238E27FC236}">
                <a16:creationId xmlns:a16="http://schemas.microsoft.com/office/drawing/2014/main" id="{93EF9AB3-003A-4262-9B1D-13A7437C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099900"/>
            <a:ext cx="76200" cy="5715"/>
          </a:xfrm>
          <a:custGeom xmlns:a="http://schemas.openxmlformats.org/drawingml/2006/main">
            <a:pathLst>
              <a:path w="76200" h="5715">
                <a:moveTo>
                  <a:pt x="76200" y="0"/>
                </a:moveTo>
                <a:lnTo>
                  <a:pt x="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75" name="Axis text 0.1">
            <a:extLst xmlns:a="http://schemas.openxmlformats.org/drawingml/2006/main">
              <a:ext uri="{FF2B5EF4-FFF2-40B4-BE49-F238E27FC236}">
                <a16:creationId xmlns:a16="http://schemas.microsoft.com/office/drawing/2014/main" id="{351438D3-29E1-428C-948D-22BEB2E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51856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76" name="AI070-19">
            <a:extLst xmlns:a="http://schemas.openxmlformats.org/drawingml/2006/main">
              <a:ext uri="{FF2B5EF4-FFF2-40B4-BE49-F238E27FC236}">
                <a16:creationId xmlns:a16="http://schemas.microsoft.com/office/drawing/2014/main" id="{ABBB8FA5-E060-4F65-ABAF-CF25C1C6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069312"/>
            <a:ext cx="76200" cy="5715"/>
          </a:xfrm>
          <a:custGeom xmlns:a="http://schemas.openxmlformats.org/drawingml/2006/main">
            <a:pathLst>
              <a:path w="76200" h="5715">
                <a:moveTo>
                  <a:pt x="76200" y="0"/>
                </a:moveTo>
                <a:lnTo>
                  <a:pt x="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77" name="Axis text 0.2">
            <a:extLst xmlns:a="http://schemas.openxmlformats.org/drawingml/2006/main">
              <a:ext uri="{FF2B5EF4-FFF2-40B4-BE49-F238E27FC236}">
                <a16:creationId xmlns:a16="http://schemas.microsoft.com/office/drawing/2014/main" id="{6BF3B3BB-9522-4B1D-9A93-AE9EB567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5155037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78" name="AI070-20">
            <a:extLst xmlns:a="http://schemas.openxmlformats.org/drawingml/2006/main">
              <a:ext uri="{FF2B5EF4-FFF2-40B4-BE49-F238E27FC236}">
                <a16:creationId xmlns:a16="http://schemas.microsoft.com/office/drawing/2014/main" id="{F62C1987-0079-4618-A4B7-2AF5981E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038725"/>
            <a:ext cx="76200" cy="5715"/>
          </a:xfrm>
          <a:custGeom xmlns:a="http://schemas.openxmlformats.org/drawingml/2006/main">
            <a:pathLst>
              <a:path w="76200" h="5715">
                <a:moveTo>
                  <a:pt x="76200" y="0"/>
                </a:moveTo>
                <a:lnTo>
                  <a:pt x="0" y="5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79" name="Axis text 0.3">
            <a:extLst xmlns:a="http://schemas.openxmlformats.org/drawingml/2006/main">
              <a:ext uri="{FF2B5EF4-FFF2-40B4-BE49-F238E27FC236}">
                <a16:creationId xmlns:a16="http://schemas.microsoft.com/office/drawing/2014/main" id="{FC2BA401-AA46-4087-B345-950F26D0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375" y="51244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80" name="Axis text Priciple Component 2">
            <a:extLst xmlns:a="http://schemas.openxmlformats.org/drawingml/2006/main">
              <a:ext uri="{FF2B5EF4-FFF2-40B4-BE49-F238E27FC236}">
                <a16:creationId xmlns:a16="http://schemas.microsoft.com/office/drawing/2014/main" id="{831CD582-D12C-4BFC-B495-609626EA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962025" y="5429250"/>
            <a:ext cx="3400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Priciple Component 2</a:t>
            </a:r>
          </a:p>
        </p:txBody>
      </p:sp>
      <p:sp>
        <p:nvSpPr>
          <p:cNvPr id="81" name="Axis text Priciple Component 1">
            <a:extLst xmlns:a="http://schemas.openxmlformats.org/drawingml/2006/main">
              <a:ext uri="{FF2B5EF4-FFF2-40B4-BE49-F238E27FC236}">
                <a16:creationId xmlns:a16="http://schemas.microsoft.com/office/drawing/2014/main" id="{17C7F164-5D29-47B1-A768-42116ABD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6781800" y="5391150"/>
            <a:ext cx="340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Priciple Component 1</a:t>
            </a:r>
          </a:p>
        </p:txBody>
      </p:sp>
      <p:sp>
        <p:nvSpPr>
          <p:cNvPr id="82" name="Projected surface region 1">
            <a:extLst xmlns:a="http://schemas.openxmlformats.org/drawingml/2006/main">
              <a:ext uri="{FF2B5EF4-FFF2-40B4-BE49-F238E27FC236}">
                <a16:creationId xmlns:a16="http://schemas.microsoft.com/office/drawing/2014/main" id="{833A3412-A6D9-4BCD-ABE3-3849EF4C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970" y="1074420"/>
            <a:ext cx="4947285" cy="3223260"/>
          </a:xfrm>
          <a:custGeom xmlns:a="http://schemas.openxmlformats.org/drawingml/2006/main">
            <a:pathLst>
              <a:path w="4947285" h="3223260">
                <a:moveTo>
                  <a:pt x="0" y="2737485"/>
                </a:moveTo>
                <a:lnTo>
                  <a:pt x="9525" y="2737485"/>
                </a:lnTo>
                <a:lnTo>
                  <a:pt x="9525" y="2747010"/>
                </a:lnTo>
                <a:lnTo>
                  <a:pt x="38100" y="2747010"/>
                </a:lnTo>
                <a:lnTo>
                  <a:pt x="38100" y="2756535"/>
                </a:lnTo>
                <a:lnTo>
                  <a:pt x="66675" y="2756535"/>
                </a:lnTo>
                <a:lnTo>
                  <a:pt x="66675" y="2766060"/>
                </a:lnTo>
                <a:lnTo>
                  <a:pt x="95250" y="2766060"/>
                </a:lnTo>
                <a:lnTo>
                  <a:pt x="95250" y="2775585"/>
                </a:lnTo>
                <a:lnTo>
                  <a:pt x="123825" y="2775585"/>
                </a:lnTo>
                <a:lnTo>
                  <a:pt x="123825" y="2785110"/>
                </a:lnTo>
                <a:lnTo>
                  <a:pt x="161925" y="2785110"/>
                </a:lnTo>
                <a:lnTo>
                  <a:pt x="161925" y="2794635"/>
                </a:lnTo>
                <a:lnTo>
                  <a:pt x="190500" y="2794635"/>
                </a:lnTo>
                <a:lnTo>
                  <a:pt x="190500" y="2804160"/>
                </a:lnTo>
                <a:lnTo>
                  <a:pt x="222885" y="2804160"/>
                </a:lnTo>
                <a:lnTo>
                  <a:pt x="222885" y="2794635"/>
                </a:lnTo>
                <a:lnTo>
                  <a:pt x="314325" y="2794635"/>
                </a:lnTo>
                <a:lnTo>
                  <a:pt x="314325" y="2804160"/>
                </a:lnTo>
                <a:lnTo>
                  <a:pt x="342900" y="2804160"/>
                </a:lnTo>
                <a:lnTo>
                  <a:pt x="342900" y="2813685"/>
                </a:lnTo>
                <a:lnTo>
                  <a:pt x="361950" y="2813685"/>
                </a:lnTo>
                <a:lnTo>
                  <a:pt x="361950" y="2823210"/>
                </a:lnTo>
                <a:lnTo>
                  <a:pt x="390525" y="2823210"/>
                </a:lnTo>
                <a:lnTo>
                  <a:pt x="390525" y="2832735"/>
                </a:lnTo>
                <a:lnTo>
                  <a:pt x="419100" y="2832735"/>
                </a:lnTo>
                <a:lnTo>
                  <a:pt x="419100" y="2842260"/>
                </a:lnTo>
                <a:lnTo>
                  <a:pt x="457200" y="2842260"/>
                </a:lnTo>
                <a:lnTo>
                  <a:pt x="457200" y="2851785"/>
                </a:lnTo>
                <a:lnTo>
                  <a:pt x="485775" y="2851785"/>
                </a:lnTo>
                <a:lnTo>
                  <a:pt x="485775" y="2861310"/>
                </a:lnTo>
                <a:lnTo>
                  <a:pt x="514350" y="2861310"/>
                </a:lnTo>
                <a:lnTo>
                  <a:pt x="514350" y="2870835"/>
                </a:lnTo>
                <a:lnTo>
                  <a:pt x="542925" y="2870835"/>
                </a:lnTo>
                <a:lnTo>
                  <a:pt x="542925" y="2880360"/>
                </a:lnTo>
                <a:lnTo>
                  <a:pt x="571500" y="2880360"/>
                </a:lnTo>
                <a:lnTo>
                  <a:pt x="571500" y="2889885"/>
                </a:lnTo>
                <a:lnTo>
                  <a:pt x="600075" y="2889885"/>
                </a:lnTo>
                <a:lnTo>
                  <a:pt x="600075" y="2899410"/>
                </a:lnTo>
                <a:lnTo>
                  <a:pt x="609600" y="2899410"/>
                </a:lnTo>
                <a:lnTo>
                  <a:pt x="609600" y="2908935"/>
                </a:lnTo>
                <a:lnTo>
                  <a:pt x="619125" y="2908935"/>
                </a:lnTo>
                <a:lnTo>
                  <a:pt x="619125" y="2921371"/>
                </a:lnTo>
                <a:lnTo>
                  <a:pt x="638175" y="2930896"/>
                </a:lnTo>
                <a:lnTo>
                  <a:pt x="638175" y="2949946"/>
                </a:lnTo>
                <a:lnTo>
                  <a:pt x="657225" y="2959471"/>
                </a:lnTo>
                <a:lnTo>
                  <a:pt x="657225" y="2975610"/>
                </a:lnTo>
                <a:lnTo>
                  <a:pt x="666750" y="2975610"/>
                </a:lnTo>
                <a:lnTo>
                  <a:pt x="666750" y="2988046"/>
                </a:lnTo>
                <a:lnTo>
                  <a:pt x="685800" y="2997571"/>
                </a:lnTo>
                <a:lnTo>
                  <a:pt x="685800" y="3013710"/>
                </a:lnTo>
                <a:lnTo>
                  <a:pt x="695325" y="3013710"/>
                </a:lnTo>
                <a:lnTo>
                  <a:pt x="695325" y="3023235"/>
                </a:lnTo>
                <a:lnTo>
                  <a:pt x="704850" y="3023235"/>
                </a:lnTo>
                <a:lnTo>
                  <a:pt x="704850" y="3035671"/>
                </a:lnTo>
                <a:lnTo>
                  <a:pt x="723900" y="3045196"/>
                </a:lnTo>
                <a:lnTo>
                  <a:pt x="723900" y="3061335"/>
                </a:lnTo>
                <a:lnTo>
                  <a:pt x="733425" y="3061335"/>
                </a:lnTo>
                <a:lnTo>
                  <a:pt x="733425" y="3070860"/>
                </a:lnTo>
                <a:lnTo>
                  <a:pt x="742950" y="3070860"/>
                </a:lnTo>
                <a:lnTo>
                  <a:pt x="742950" y="3080385"/>
                </a:lnTo>
                <a:lnTo>
                  <a:pt x="752475" y="3080385"/>
                </a:lnTo>
                <a:lnTo>
                  <a:pt x="752475" y="3089910"/>
                </a:lnTo>
                <a:lnTo>
                  <a:pt x="762000" y="3089910"/>
                </a:lnTo>
                <a:lnTo>
                  <a:pt x="762000" y="3099435"/>
                </a:lnTo>
                <a:lnTo>
                  <a:pt x="771525" y="3099435"/>
                </a:lnTo>
                <a:lnTo>
                  <a:pt x="771525" y="3108960"/>
                </a:lnTo>
                <a:lnTo>
                  <a:pt x="778139" y="3108960"/>
                </a:lnTo>
                <a:lnTo>
                  <a:pt x="787664" y="3128010"/>
                </a:lnTo>
                <a:lnTo>
                  <a:pt x="809625" y="3128010"/>
                </a:lnTo>
                <a:lnTo>
                  <a:pt x="809625" y="3137535"/>
                </a:lnTo>
                <a:lnTo>
                  <a:pt x="828675" y="3137535"/>
                </a:lnTo>
                <a:lnTo>
                  <a:pt x="828675" y="3147060"/>
                </a:lnTo>
                <a:lnTo>
                  <a:pt x="857250" y="3147060"/>
                </a:lnTo>
                <a:lnTo>
                  <a:pt x="857250" y="3156585"/>
                </a:lnTo>
                <a:lnTo>
                  <a:pt x="876300" y="3156585"/>
                </a:lnTo>
                <a:lnTo>
                  <a:pt x="876300" y="3166110"/>
                </a:lnTo>
                <a:lnTo>
                  <a:pt x="882914" y="3166110"/>
                </a:lnTo>
                <a:lnTo>
                  <a:pt x="892439" y="3185160"/>
                </a:lnTo>
                <a:lnTo>
                  <a:pt x="914400" y="3185160"/>
                </a:lnTo>
                <a:lnTo>
                  <a:pt x="914400" y="3194685"/>
                </a:lnTo>
                <a:lnTo>
                  <a:pt x="956310" y="3194685"/>
                </a:lnTo>
                <a:lnTo>
                  <a:pt x="956310" y="3185160"/>
                </a:lnTo>
                <a:lnTo>
                  <a:pt x="984885" y="3185160"/>
                </a:lnTo>
                <a:lnTo>
                  <a:pt x="984885" y="3175635"/>
                </a:lnTo>
                <a:lnTo>
                  <a:pt x="1006846" y="3175635"/>
                </a:lnTo>
                <a:lnTo>
                  <a:pt x="1016371" y="3156585"/>
                </a:lnTo>
                <a:lnTo>
                  <a:pt x="1032510" y="3156585"/>
                </a:lnTo>
                <a:lnTo>
                  <a:pt x="1032510" y="3147060"/>
                </a:lnTo>
                <a:lnTo>
                  <a:pt x="1042035" y="3147060"/>
                </a:lnTo>
                <a:lnTo>
                  <a:pt x="1042035" y="3137535"/>
                </a:lnTo>
                <a:lnTo>
                  <a:pt x="1051560" y="3137535"/>
                </a:lnTo>
                <a:lnTo>
                  <a:pt x="1051560" y="3130921"/>
                </a:lnTo>
                <a:lnTo>
                  <a:pt x="1070610" y="3121396"/>
                </a:lnTo>
                <a:lnTo>
                  <a:pt x="1070610" y="3099435"/>
                </a:lnTo>
                <a:lnTo>
                  <a:pt x="1080135" y="3099435"/>
                </a:lnTo>
                <a:lnTo>
                  <a:pt x="1080135" y="3089910"/>
                </a:lnTo>
                <a:lnTo>
                  <a:pt x="1089660" y="3089910"/>
                </a:lnTo>
                <a:lnTo>
                  <a:pt x="1089660" y="3080385"/>
                </a:lnTo>
                <a:lnTo>
                  <a:pt x="1099185" y="3080385"/>
                </a:lnTo>
                <a:lnTo>
                  <a:pt x="1099185" y="3070860"/>
                </a:lnTo>
                <a:lnTo>
                  <a:pt x="1108710" y="3070860"/>
                </a:lnTo>
                <a:lnTo>
                  <a:pt x="1108710" y="3064246"/>
                </a:lnTo>
                <a:lnTo>
                  <a:pt x="1127760" y="3054721"/>
                </a:lnTo>
                <a:lnTo>
                  <a:pt x="1127760" y="3035671"/>
                </a:lnTo>
                <a:lnTo>
                  <a:pt x="1146810" y="3026146"/>
                </a:lnTo>
                <a:lnTo>
                  <a:pt x="1146810" y="3004185"/>
                </a:lnTo>
                <a:lnTo>
                  <a:pt x="1156335" y="3004185"/>
                </a:lnTo>
                <a:lnTo>
                  <a:pt x="1156335" y="2985135"/>
                </a:lnTo>
                <a:lnTo>
                  <a:pt x="1165860" y="2985135"/>
                </a:lnTo>
                <a:lnTo>
                  <a:pt x="1165860" y="2968996"/>
                </a:lnTo>
                <a:lnTo>
                  <a:pt x="1184910" y="2959471"/>
                </a:lnTo>
                <a:lnTo>
                  <a:pt x="1184910" y="2937510"/>
                </a:lnTo>
                <a:lnTo>
                  <a:pt x="1194435" y="2937510"/>
                </a:lnTo>
                <a:lnTo>
                  <a:pt x="1194435" y="2918460"/>
                </a:lnTo>
                <a:lnTo>
                  <a:pt x="1203960" y="2918460"/>
                </a:lnTo>
                <a:lnTo>
                  <a:pt x="1203960" y="2911846"/>
                </a:lnTo>
                <a:lnTo>
                  <a:pt x="1223010" y="2902321"/>
                </a:lnTo>
                <a:lnTo>
                  <a:pt x="1223010" y="2883271"/>
                </a:lnTo>
                <a:lnTo>
                  <a:pt x="1242060" y="2873746"/>
                </a:lnTo>
                <a:lnTo>
                  <a:pt x="1242060" y="2851785"/>
                </a:lnTo>
                <a:lnTo>
                  <a:pt x="1251585" y="2851785"/>
                </a:lnTo>
                <a:lnTo>
                  <a:pt x="1251585" y="2842260"/>
                </a:lnTo>
                <a:lnTo>
                  <a:pt x="1261110" y="2842260"/>
                </a:lnTo>
                <a:lnTo>
                  <a:pt x="1261110" y="2832735"/>
                </a:lnTo>
                <a:lnTo>
                  <a:pt x="1270635" y="2832735"/>
                </a:lnTo>
                <a:lnTo>
                  <a:pt x="1270635" y="2823210"/>
                </a:lnTo>
                <a:lnTo>
                  <a:pt x="1283071" y="2823210"/>
                </a:lnTo>
                <a:lnTo>
                  <a:pt x="1292596" y="2804160"/>
                </a:lnTo>
                <a:lnTo>
                  <a:pt x="1308735" y="2804160"/>
                </a:lnTo>
                <a:lnTo>
                  <a:pt x="1308735" y="2794635"/>
                </a:lnTo>
                <a:lnTo>
                  <a:pt x="1327785" y="2794635"/>
                </a:lnTo>
                <a:lnTo>
                  <a:pt x="1327785" y="2785110"/>
                </a:lnTo>
                <a:lnTo>
                  <a:pt x="1346835" y="2785110"/>
                </a:lnTo>
                <a:lnTo>
                  <a:pt x="1346835" y="2775585"/>
                </a:lnTo>
                <a:lnTo>
                  <a:pt x="1365885" y="2775585"/>
                </a:lnTo>
                <a:lnTo>
                  <a:pt x="1365885" y="2766060"/>
                </a:lnTo>
                <a:lnTo>
                  <a:pt x="1384935" y="2766060"/>
                </a:lnTo>
                <a:lnTo>
                  <a:pt x="1384935" y="2756535"/>
                </a:lnTo>
                <a:lnTo>
                  <a:pt x="1403985" y="2756535"/>
                </a:lnTo>
                <a:lnTo>
                  <a:pt x="1403985" y="2747010"/>
                </a:lnTo>
                <a:lnTo>
                  <a:pt x="1432560" y="2747010"/>
                </a:lnTo>
                <a:lnTo>
                  <a:pt x="1432560" y="2737485"/>
                </a:lnTo>
                <a:lnTo>
                  <a:pt x="1442085" y="2737485"/>
                </a:lnTo>
                <a:lnTo>
                  <a:pt x="1442085" y="2727960"/>
                </a:lnTo>
                <a:lnTo>
                  <a:pt x="1454521" y="2727960"/>
                </a:lnTo>
                <a:lnTo>
                  <a:pt x="1464046" y="2708910"/>
                </a:lnTo>
                <a:lnTo>
                  <a:pt x="1504950" y="2708910"/>
                </a:lnTo>
                <a:lnTo>
                  <a:pt x="1504950" y="2718435"/>
                </a:lnTo>
                <a:lnTo>
                  <a:pt x="1552575" y="2718435"/>
                </a:lnTo>
                <a:lnTo>
                  <a:pt x="1552575" y="2727960"/>
                </a:lnTo>
                <a:lnTo>
                  <a:pt x="1581150" y="2727960"/>
                </a:lnTo>
                <a:lnTo>
                  <a:pt x="1581150" y="2737485"/>
                </a:lnTo>
                <a:lnTo>
                  <a:pt x="1600200" y="2737485"/>
                </a:lnTo>
                <a:lnTo>
                  <a:pt x="1600200" y="2747010"/>
                </a:lnTo>
                <a:lnTo>
                  <a:pt x="1619250" y="2747010"/>
                </a:lnTo>
                <a:lnTo>
                  <a:pt x="1619250" y="2756535"/>
                </a:lnTo>
                <a:lnTo>
                  <a:pt x="1638300" y="2756535"/>
                </a:lnTo>
                <a:lnTo>
                  <a:pt x="1638300" y="2766060"/>
                </a:lnTo>
                <a:lnTo>
                  <a:pt x="1657350" y="2766060"/>
                </a:lnTo>
                <a:lnTo>
                  <a:pt x="1657350" y="2775585"/>
                </a:lnTo>
                <a:lnTo>
                  <a:pt x="1676400" y="2775585"/>
                </a:lnTo>
                <a:lnTo>
                  <a:pt x="1676400" y="2785110"/>
                </a:lnTo>
                <a:lnTo>
                  <a:pt x="1695450" y="2785110"/>
                </a:lnTo>
                <a:lnTo>
                  <a:pt x="1695450" y="2794635"/>
                </a:lnTo>
                <a:lnTo>
                  <a:pt x="1714500" y="2794635"/>
                </a:lnTo>
                <a:lnTo>
                  <a:pt x="1714500" y="2804160"/>
                </a:lnTo>
                <a:lnTo>
                  <a:pt x="1730639" y="2804160"/>
                </a:lnTo>
                <a:lnTo>
                  <a:pt x="1740164" y="2823210"/>
                </a:lnTo>
                <a:lnTo>
                  <a:pt x="1759214" y="2823210"/>
                </a:lnTo>
                <a:lnTo>
                  <a:pt x="1768739" y="2842260"/>
                </a:lnTo>
                <a:lnTo>
                  <a:pt x="1790700" y="2842260"/>
                </a:lnTo>
                <a:lnTo>
                  <a:pt x="1790700" y="2851785"/>
                </a:lnTo>
                <a:lnTo>
                  <a:pt x="1809750" y="2851785"/>
                </a:lnTo>
                <a:lnTo>
                  <a:pt x="1809750" y="2861310"/>
                </a:lnTo>
                <a:lnTo>
                  <a:pt x="1816364" y="2861310"/>
                </a:lnTo>
                <a:lnTo>
                  <a:pt x="1825889" y="2880360"/>
                </a:lnTo>
                <a:lnTo>
                  <a:pt x="1844939" y="2880360"/>
                </a:lnTo>
                <a:lnTo>
                  <a:pt x="1854464" y="2899410"/>
                </a:lnTo>
                <a:lnTo>
                  <a:pt x="1885950" y="2899410"/>
                </a:lnTo>
                <a:lnTo>
                  <a:pt x="1885950" y="2908935"/>
                </a:lnTo>
                <a:lnTo>
                  <a:pt x="1914525" y="2908935"/>
                </a:lnTo>
                <a:lnTo>
                  <a:pt x="1914525" y="2918460"/>
                </a:lnTo>
                <a:lnTo>
                  <a:pt x="1924050" y="2918460"/>
                </a:lnTo>
                <a:lnTo>
                  <a:pt x="1924050" y="2927985"/>
                </a:lnTo>
                <a:lnTo>
                  <a:pt x="1933575" y="2927985"/>
                </a:lnTo>
                <a:lnTo>
                  <a:pt x="1933575" y="2937510"/>
                </a:lnTo>
                <a:lnTo>
                  <a:pt x="1940189" y="2937510"/>
                </a:lnTo>
                <a:lnTo>
                  <a:pt x="1949714" y="2956560"/>
                </a:lnTo>
                <a:lnTo>
                  <a:pt x="1968764" y="2956560"/>
                </a:lnTo>
                <a:lnTo>
                  <a:pt x="1978289" y="2975610"/>
                </a:lnTo>
                <a:lnTo>
                  <a:pt x="2019300" y="2975610"/>
                </a:lnTo>
                <a:lnTo>
                  <a:pt x="2019300" y="2985135"/>
                </a:lnTo>
                <a:lnTo>
                  <a:pt x="2047875" y="2985135"/>
                </a:lnTo>
                <a:lnTo>
                  <a:pt x="2047875" y="2994660"/>
                </a:lnTo>
                <a:lnTo>
                  <a:pt x="2066925" y="2994660"/>
                </a:lnTo>
                <a:lnTo>
                  <a:pt x="2066925" y="3004185"/>
                </a:lnTo>
                <a:lnTo>
                  <a:pt x="2085975" y="3004185"/>
                </a:lnTo>
                <a:lnTo>
                  <a:pt x="2085975" y="3013710"/>
                </a:lnTo>
                <a:lnTo>
                  <a:pt x="2105025" y="3013710"/>
                </a:lnTo>
                <a:lnTo>
                  <a:pt x="2105025" y="3023235"/>
                </a:lnTo>
                <a:lnTo>
                  <a:pt x="2152650" y="3023235"/>
                </a:lnTo>
                <a:lnTo>
                  <a:pt x="2152650" y="3032760"/>
                </a:lnTo>
                <a:lnTo>
                  <a:pt x="2305050" y="3032760"/>
                </a:lnTo>
                <a:lnTo>
                  <a:pt x="2305050" y="3042285"/>
                </a:lnTo>
                <a:lnTo>
                  <a:pt x="2324100" y="3042285"/>
                </a:lnTo>
                <a:lnTo>
                  <a:pt x="2324100" y="3051810"/>
                </a:lnTo>
                <a:lnTo>
                  <a:pt x="2419350" y="3051810"/>
                </a:lnTo>
                <a:lnTo>
                  <a:pt x="2419350" y="3061335"/>
                </a:lnTo>
                <a:lnTo>
                  <a:pt x="2524125" y="3061335"/>
                </a:lnTo>
                <a:lnTo>
                  <a:pt x="2524125" y="3070860"/>
                </a:lnTo>
                <a:lnTo>
                  <a:pt x="2594610" y="3070860"/>
                </a:lnTo>
                <a:lnTo>
                  <a:pt x="2594610" y="3061335"/>
                </a:lnTo>
                <a:lnTo>
                  <a:pt x="2657475" y="3061335"/>
                </a:lnTo>
                <a:lnTo>
                  <a:pt x="2657475" y="3070860"/>
                </a:lnTo>
                <a:lnTo>
                  <a:pt x="2699385" y="3070860"/>
                </a:lnTo>
                <a:lnTo>
                  <a:pt x="2699385" y="3061335"/>
                </a:lnTo>
                <a:lnTo>
                  <a:pt x="2727960" y="3061335"/>
                </a:lnTo>
                <a:lnTo>
                  <a:pt x="2727960" y="3051810"/>
                </a:lnTo>
                <a:lnTo>
                  <a:pt x="2766060" y="3051810"/>
                </a:lnTo>
                <a:lnTo>
                  <a:pt x="2766060" y="3042285"/>
                </a:lnTo>
                <a:lnTo>
                  <a:pt x="2794635" y="3042285"/>
                </a:lnTo>
                <a:lnTo>
                  <a:pt x="2794635" y="3032760"/>
                </a:lnTo>
                <a:lnTo>
                  <a:pt x="2823210" y="3032760"/>
                </a:lnTo>
                <a:lnTo>
                  <a:pt x="2823210" y="3023235"/>
                </a:lnTo>
                <a:lnTo>
                  <a:pt x="2845171" y="3023235"/>
                </a:lnTo>
                <a:lnTo>
                  <a:pt x="2854696" y="3004185"/>
                </a:lnTo>
                <a:lnTo>
                  <a:pt x="2873746" y="3004185"/>
                </a:lnTo>
                <a:lnTo>
                  <a:pt x="2883271" y="2985135"/>
                </a:lnTo>
                <a:lnTo>
                  <a:pt x="2899410" y="2985135"/>
                </a:lnTo>
                <a:lnTo>
                  <a:pt x="2899410" y="2975610"/>
                </a:lnTo>
                <a:lnTo>
                  <a:pt x="2918460" y="2975610"/>
                </a:lnTo>
                <a:lnTo>
                  <a:pt x="2918460" y="2966085"/>
                </a:lnTo>
                <a:lnTo>
                  <a:pt x="2927985" y="2966085"/>
                </a:lnTo>
                <a:lnTo>
                  <a:pt x="2927985" y="2956560"/>
                </a:lnTo>
                <a:lnTo>
                  <a:pt x="2947035" y="2956560"/>
                </a:lnTo>
                <a:lnTo>
                  <a:pt x="2947035" y="2947035"/>
                </a:lnTo>
                <a:lnTo>
                  <a:pt x="2956560" y="2947035"/>
                </a:lnTo>
                <a:lnTo>
                  <a:pt x="2956560" y="2937510"/>
                </a:lnTo>
                <a:lnTo>
                  <a:pt x="2966085" y="2937510"/>
                </a:lnTo>
                <a:lnTo>
                  <a:pt x="2966085" y="2927985"/>
                </a:lnTo>
                <a:lnTo>
                  <a:pt x="2978521" y="2927985"/>
                </a:lnTo>
                <a:lnTo>
                  <a:pt x="2988046" y="2908935"/>
                </a:lnTo>
                <a:lnTo>
                  <a:pt x="3004185" y="2908935"/>
                </a:lnTo>
                <a:lnTo>
                  <a:pt x="3004185" y="2899410"/>
                </a:lnTo>
                <a:lnTo>
                  <a:pt x="3013710" y="2899410"/>
                </a:lnTo>
                <a:lnTo>
                  <a:pt x="3013710" y="2889885"/>
                </a:lnTo>
                <a:lnTo>
                  <a:pt x="3023235" y="2889885"/>
                </a:lnTo>
                <a:lnTo>
                  <a:pt x="3023235" y="2880360"/>
                </a:lnTo>
                <a:lnTo>
                  <a:pt x="3032760" y="2880360"/>
                </a:lnTo>
                <a:lnTo>
                  <a:pt x="3032760" y="2870835"/>
                </a:lnTo>
                <a:lnTo>
                  <a:pt x="3045196" y="2870835"/>
                </a:lnTo>
                <a:lnTo>
                  <a:pt x="3054721" y="2851785"/>
                </a:lnTo>
                <a:lnTo>
                  <a:pt x="3070860" y="2851785"/>
                </a:lnTo>
                <a:lnTo>
                  <a:pt x="3070860" y="2842260"/>
                </a:lnTo>
                <a:lnTo>
                  <a:pt x="3083296" y="2842260"/>
                </a:lnTo>
                <a:lnTo>
                  <a:pt x="3092821" y="2823210"/>
                </a:lnTo>
                <a:lnTo>
                  <a:pt x="3118485" y="2823210"/>
                </a:lnTo>
                <a:lnTo>
                  <a:pt x="3118485" y="2813685"/>
                </a:lnTo>
                <a:lnTo>
                  <a:pt x="3156585" y="2813685"/>
                </a:lnTo>
                <a:lnTo>
                  <a:pt x="3156585" y="2804160"/>
                </a:lnTo>
                <a:lnTo>
                  <a:pt x="3185160" y="2804160"/>
                </a:lnTo>
                <a:lnTo>
                  <a:pt x="3185160" y="2794635"/>
                </a:lnTo>
                <a:lnTo>
                  <a:pt x="3223260" y="2794635"/>
                </a:lnTo>
                <a:lnTo>
                  <a:pt x="3223260" y="2785110"/>
                </a:lnTo>
                <a:lnTo>
                  <a:pt x="3261360" y="2785110"/>
                </a:lnTo>
                <a:lnTo>
                  <a:pt x="3261360" y="2775585"/>
                </a:lnTo>
                <a:lnTo>
                  <a:pt x="3337560" y="2775585"/>
                </a:lnTo>
                <a:lnTo>
                  <a:pt x="3337560" y="2766060"/>
                </a:lnTo>
                <a:lnTo>
                  <a:pt x="3457575" y="2766060"/>
                </a:lnTo>
                <a:lnTo>
                  <a:pt x="3457575" y="2775585"/>
                </a:lnTo>
                <a:lnTo>
                  <a:pt x="3495675" y="2775585"/>
                </a:lnTo>
                <a:lnTo>
                  <a:pt x="3495675" y="2785110"/>
                </a:lnTo>
                <a:lnTo>
                  <a:pt x="3543300" y="2785110"/>
                </a:lnTo>
                <a:lnTo>
                  <a:pt x="3543300" y="2794635"/>
                </a:lnTo>
                <a:lnTo>
                  <a:pt x="3581400" y="2794635"/>
                </a:lnTo>
                <a:lnTo>
                  <a:pt x="3581400" y="2804160"/>
                </a:lnTo>
                <a:lnTo>
                  <a:pt x="3616589" y="2804160"/>
                </a:lnTo>
                <a:lnTo>
                  <a:pt x="3626114" y="2823210"/>
                </a:lnTo>
                <a:lnTo>
                  <a:pt x="3645164" y="2823210"/>
                </a:lnTo>
                <a:lnTo>
                  <a:pt x="3654689" y="2842260"/>
                </a:lnTo>
                <a:lnTo>
                  <a:pt x="3673739" y="2842260"/>
                </a:lnTo>
                <a:lnTo>
                  <a:pt x="3683264" y="2861310"/>
                </a:lnTo>
                <a:lnTo>
                  <a:pt x="3705225" y="2861310"/>
                </a:lnTo>
                <a:lnTo>
                  <a:pt x="3705225" y="2870835"/>
                </a:lnTo>
                <a:lnTo>
                  <a:pt x="3714750" y="2870835"/>
                </a:lnTo>
                <a:lnTo>
                  <a:pt x="3714750" y="2880360"/>
                </a:lnTo>
                <a:lnTo>
                  <a:pt x="3730889" y="2880360"/>
                </a:lnTo>
                <a:lnTo>
                  <a:pt x="3740414" y="2899410"/>
                </a:lnTo>
                <a:lnTo>
                  <a:pt x="3762375" y="2899410"/>
                </a:lnTo>
                <a:lnTo>
                  <a:pt x="3762375" y="2908935"/>
                </a:lnTo>
                <a:lnTo>
                  <a:pt x="3781425" y="2908935"/>
                </a:lnTo>
                <a:lnTo>
                  <a:pt x="3781425" y="2918460"/>
                </a:lnTo>
                <a:lnTo>
                  <a:pt x="3790950" y="2918460"/>
                </a:lnTo>
                <a:lnTo>
                  <a:pt x="3790950" y="2927985"/>
                </a:lnTo>
                <a:lnTo>
                  <a:pt x="3797564" y="2927985"/>
                </a:lnTo>
                <a:lnTo>
                  <a:pt x="3807089" y="2947035"/>
                </a:lnTo>
                <a:lnTo>
                  <a:pt x="3829050" y="2947035"/>
                </a:lnTo>
                <a:lnTo>
                  <a:pt x="3829050" y="2956560"/>
                </a:lnTo>
                <a:lnTo>
                  <a:pt x="3838575" y="2956560"/>
                </a:lnTo>
                <a:lnTo>
                  <a:pt x="3838575" y="2966085"/>
                </a:lnTo>
                <a:lnTo>
                  <a:pt x="3848100" y="2966085"/>
                </a:lnTo>
                <a:lnTo>
                  <a:pt x="3848100" y="2975610"/>
                </a:lnTo>
                <a:lnTo>
                  <a:pt x="3857625" y="2975610"/>
                </a:lnTo>
                <a:lnTo>
                  <a:pt x="3857625" y="2985135"/>
                </a:lnTo>
                <a:lnTo>
                  <a:pt x="3864239" y="2985135"/>
                </a:lnTo>
                <a:lnTo>
                  <a:pt x="3873764" y="3004185"/>
                </a:lnTo>
                <a:lnTo>
                  <a:pt x="3895725" y="3004185"/>
                </a:lnTo>
                <a:lnTo>
                  <a:pt x="3895725" y="3013710"/>
                </a:lnTo>
                <a:lnTo>
                  <a:pt x="3905250" y="3013710"/>
                </a:lnTo>
                <a:lnTo>
                  <a:pt x="3905250" y="3023235"/>
                </a:lnTo>
                <a:lnTo>
                  <a:pt x="3914775" y="3023235"/>
                </a:lnTo>
                <a:lnTo>
                  <a:pt x="3914775" y="3032760"/>
                </a:lnTo>
                <a:lnTo>
                  <a:pt x="3924300" y="3032760"/>
                </a:lnTo>
                <a:lnTo>
                  <a:pt x="3924300" y="3042285"/>
                </a:lnTo>
                <a:lnTo>
                  <a:pt x="3930914" y="3042285"/>
                </a:lnTo>
                <a:lnTo>
                  <a:pt x="3940439" y="3061335"/>
                </a:lnTo>
                <a:lnTo>
                  <a:pt x="3962400" y="3061335"/>
                </a:lnTo>
                <a:lnTo>
                  <a:pt x="3962400" y="3070860"/>
                </a:lnTo>
                <a:lnTo>
                  <a:pt x="3971925" y="3070860"/>
                </a:lnTo>
                <a:lnTo>
                  <a:pt x="3971925" y="3080385"/>
                </a:lnTo>
                <a:lnTo>
                  <a:pt x="3978539" y="3080385"/>
                </a:lnTo>
                <a:lnTo>
                  <a:pt x="3988064" y="3099435"/>
                </a:lnTo>
                <a:lnTo>
                  <a:pt x="4010025" y="3099435"/>
                </a:lnTo>
                <a:lnTo>
                  <a:pt x="4010025" y="3108960"/>
                </a:lnTo>
                <a:lnTo>
                  <a:pt x="4019550" y="3108960"/>
                </a:lnTo>
                <a:lnTo>
                  <a:pt x="4019550" y="3118485"/>
                </a:lnTo>
                <a:lnTo>
                  <a:pt x="4026164" y="3118485"/>
                </a:lnTo>
                <a:lnTo>
                  <a:pt x="4035689" y="3137535"/>
                </a:lnTo>
                <a:lnTo>
                  <a:pt x="4057650" y="3137535"/>
                </a:lnTo>
                <a:lnTo>
                  <a:pt x="4057650" y="3147060"/>
                </a:lnTo>
                <a:lnTo>
                  <a:pt x="4067175" y="3147060"/>
                </a:lnTo>
                <a:lnTo>
                  <a:pt x="4067175" y="3156585"/>
                </a:lnTo>
                <a:lnTo>
                  <a:pt x="4076700" y="3156585"/>
                </a:lnTo>
                <a:lnTo>
                  <a:pt x="4076700" y="3166110"/>
                </a:lnTo>
                <a:lnTo>
                  <a:pt x="4083314" y="3166110"/>
                </a:lnTo>
                <a:lnTo>
                  <a:pt x="4092839" y="3185160"/>
                </a:lnTo>
                <a:lnTo>
                  <a:pt x="4114800" y="3185160"/>
                </a:lnTo>
                <a:lnTo>
                  <a:pt x="4114800" y="3194685"/>
                </a:lnTo>
                <a:lnTo>
                  <a:pt x="4124325" y="3194685"/>
                </a:lnTo>
                <a:lnTo>
                  <a:pt x="4124325" y="3204210"/>
                </a:lnTo>
                <a:lnTo>
                  <a:pt x="4130939" y="3204210"/>
                </a:lnTo>
                <a:lnTo>
                  <a:pt x="4140464" y="3223260"/>
                </a:lnTo>
                <a:lnTo>
                  <a:pt x="4185285" y="3223260"/>
                </a:lnTo>
                <a:lnTo>
                  <a:pt x="4185285" y="3213735"/>
                </a:lnTo>
                <a:lnTo>
                  <a:pt x="4223385" y="3213735"/>
                </a:lnTo>
                <a:lnTo>
                  <a:pt x="4223385" y="3204210"/>
                </a:lnTo>
                <a:lnTo>
                  <a:pt x="4242435" y="3204210"/>
                </a:lnTo>
                <a:lnTo>
                  <a:pt x="4242435" y="3194685"/>
                </a:lnTo>
                <a:lnTo>
                  <a:pt x="4271010" y="3194685"/>
                </a:lnTo>
                <a:lnTo>
                  <a:pt x="4271010" y="3185160"/>
                </a:lnTo>
                <a:lnTo>
                  <a:pt x="4299585" y="3185160"/>
                </a:lnTo>
                <a:lnTo>
                  <a:pt x="4299585" y="3175635"/>
                </a:lnTo>
                <a:lnTo>
                  <a:pt x="4328160" y="3175635"/>
                </a:lnTo>
                <a:lnTo>
                  <a:pt x="4328160" y="3166110"/>
                </a:lnTo>
                <a:lnTo>
                  <a:pt x="4356735" y="3166110"/>
                </a:lnTo>
                <a:lnTo>
                  <a:pt x="4356735" y="3156585"/>
                </a:lnTo>
                <a:lnTo>
                  <a:pt x="4385310" y="3156585"/>
                </a:lnTo>
                <a:lnTo>
                  <a:pt x="4385310" y="3147060"/>
                </a:lnTo>
                <a:lnTo>
                  <a:pt x="4413885" y="3147060"/>
                </a:lnTo>
                <a:lnTo>
                  <a:pt x="4413885" y="3137535"/>
                </a:lnTo>
                <a:lnTo>
                  <a:pt x="4451985" y="3137535"/>
                </a:lnTo>
                <a:lnTo>
                  <a:pt x="4451985" y="3128010"/>
                </a:lnTo>
                <a:lnTo>
                  <a:pt x="4461510" y="3128010"/>
                </a:lnTo>
                <a:lnTo>
                  <a:pt x="4461510" y="3121396"/>
                </a:lnTo>
                <a:lnTo>
                  <a:pt x="4480560" y="3111871"/>
                </a:lnTo>
                <a:lnTo>
                  <a:pt x="4480560" y="3089910"/>
                </a:lnTo>
                <a:lnTo>
                  <a:pt x="4490085" y="3089910"/>
                </a:lnTo>
                <a:lnTo>
                  <a:pt x="4490085" y="3080385"/>
                </a:lnTo>
                <a:lnTo>
                  <a:pt x="4499610" y="3080385"/>
                </a:lnTo>
                <a:lnTo>
                  <a:pt x="4499610" y="3070860"/>
                </a:lnTo>
                <a:lnTo>
                  <a:pt x="4509135" y="3070860"/>
                </a:lnTo>
                <a:lnTo>
                  <a:pt x="4509135" y="3064246"/>
                </a:lnTo>
                <a:lnTo>
                  <a:pt x="4528185" y="3054721"/>
                </a:lnTo>
                <a:lnTo>
                  <a:pt x="4528185" y="3032760"/>
                </a:lnTo>
                <a:lnTo>
                  <a:pt x="4537710" y="3032760"/>
                </a:lnTo>
                <a:lnTo>
                  <a:pt x="4537710" y="3023235"/>
                </a:lnTo>
                <a:lnTo>
                  <a:pt x="4547235" y="3023235"/>
                </a:lnTo>
                <a:lnTo>
                  <a:pt x="4547235" y="3013710"/>
                </a:lnTo>
                <a:lnTo>
                  <a:pt x="4556760" y="3013710"/>
                </a:lnTo>
                <a:lnTo>
                  <a:pt x="4556760" y="3007096"/>
                </a:lnTo>
                <a:lnTo>
                  <a:pt x="4575810" y="2997571"/>
                </a:lnTo>
                <a:lnTo>
                  <a:pt x="4575810" y="2966085"/>
                </a:lnTo>
                <a:lnTo>
                  <a:pt x="4585335" y="2966085"/>
                </a:lnTo>
                <a:lnTo>
                  <a:pt x="4585335" y="2927985"/>
                </a:lnTo>
                <a:lnTo>
                  <a:pt x="4594860" y="2927985"/>
                </a:lnTo>
                <a:lnTo>
                  <a:pt x="4594860" y="2880360"/>
                </a:lnTo>
                <a:lnTo>
                  <a:pt x="4604385" y="2880360"/>
                </a:lnTo>
                <a:lnTo>
                  <a:pt x="4604385" y="2842260"/>
                </a:lnTo>
                <a:lnTo>
                  <a:pt x="4613910" y="2842260"/>
                </a:lnTo>
                <a:lnTo>
                  <a:pt x="4613910" y="2813685"/>
                </a:lnTo>
                <a:lnTo>
                  <a:pt x="4623435" y="2813685"/>
                </a:lnTo>
                <a:lnTo>
                  <a:pt x="4623435" y="2807071"/>
                </a:lnTo>
                <a:lnTo>
                  <a:pt x="4642485" y="2797546"/>
                </a:lnTo>
                <a:lnTo>
                  <a:pt x="4642485" y="2766060"/>
                </a:lnTo>
                <a:lnTo>
                  <a:pt x="4652010" y="2766060"/>
                </a:lnTo>
                <a:lnTo>
                  <a:pt x="4652010" y="2727960"/>
                </a:lnTo>
                <a:lnTo>
                  <a:pt x="4661535" y="2727960"/>
                </a:lnTo>
                <a:lnTo>
                  <a:pt x="4661535" y="2699385"/>
                </a:lnTo>
                <a:lnTo>
                  <a:pt x="4671060" y="2699385"/>
                </a:lnTo>
                <a:lnTo>
                  <a:pt x="4671060" y="2670810"/>
                </a:lnTo>
                <a:lnTo>
                  <a:pt x="4680585" y="2670810"/>
                </a:lnTo>
                <a:lnTo>
                  <a:pt x="4680585" y="2642235"/>
                </a:lnTo>
                <a:lnTo>
                  <a:pt x="4690110" y="2642235"/>
                </a:lnTo>
                <a:lnTo>
                  <a:pt x="4690110" y="2613660"/>
                </a:lnTo>
                <a:lnTo>
                  <a:pt x="4699635" y="2613660"/>
                </a:lnTo>
                <a:lnTo>
                  <a:pt x="4699635" y="2585085"/>
                </a:lnTo>
                <a:lnTo>
                  <a:pt x="4709160" y="2585085"/>
                </a:lnTo>
                <a:lnTo>
                  <a:pt x="4709160" y="2556510"/>
                </a:lnTo>
                <a:lnTo>
                  <a:pt x="4718685" y="2556510"/>
                </a:lnTo>
                <a:lnTo>
                  <a:pt x="4718685" y="2527935"/>
                </a:lnTo>
                <a:lnTo>
                  <a:pt x="4728210" y="2527935"/>
                </a:lnTo>
                <a:lnTo>
                  <a:pt x="4728210" y="2499360"/>
                </a:lnTo>
                <a:lnTo>
                  <a:pt x="4737735" y="2499360"/>
                </a:lnTo>
                <a:lnTo>
                  <a:pt x="4737735" y="2470785"/>
                </a:lnTo>
                <a:lnTo>
                  <a:pt x="4747260" y="2470785"/>
                </a:lnTo>
                <a:lnTo>
                  <a:pt x="4747260" y="2442210"/>
                </a:lnTo>
                <a:lnTo>
                  <a:pt x="4756785" y="2442210"/>
                </a:lnTo>
                <a:lnTo>
                  <a:pt x="4756785" y="2404110"/>
                </a:lnTo>
                <a:lnTo>
                  <a:pt x="4766310" y="2404110"/>
                </a:lnTo>
                <a:lnTo>
                  <a:pt x="4766310" y="2356485"/>
                </a:lnTo>
                <a:lnTo>
                  <a:pt x="4775835" y="2356485"/>
                </a:lnTo>
                <a:lnTo>
                  <a:pt x="4775835" y="2318385"/>
                </a:lnTo>
                <a:lnTo>
                  <a:pt x="4785360" y="2318385"/>
                </a:lnTo>
                <a:lnTo>
                  <a:pt x="4785360" y="2289810"/>
                </a:lnTo>
                <a:lnTo>
                  <a:pt x="4794885" y="2289810"/>
                </a:lnTo>
                <a:lnTo>
                  <a:pt x="4794885" y="2251710"/>
                </a:lnTo>
                <a:lnTo>
                  <a:pt x="4804410" y="2251710"/>
                </a:lnTo>
                <a:lnTo>
                  <a:pt x="4804410" y="2213610"/>
                </a:lnTo>
                <a:lnTo>
                  <a:pt x="4813935" y="2213610"/>
                </a:lnTo>
                <a:lnTo>
                  <a:pt x="4813935" y="2165985"/>
                </a:lnTo>
                <a:lnTo>
                  <a:pt x="4823460" y="2165985"/>
                </a:lnTo>
                <a:lnTo>
                  <a:pt x="4823460" y="2118360"/>
                </a:lnTo>
                <a:lnTo>
                  <a:pt x="4832985" y="2118360"/>
                </a:lnTo>
                <a:lnTo>
                  <a:pt x="4832985" y="2070735"/>
                </a:lnTo>
                <a:lnTo>
                  <a:pt x="4842510" y="2070735"/>
                </a:lnTo>
                <a:lnTo>
                  <a:pt x="4842510" y="2032635"/>
                </a:lnTo>
                <a:lnTo>
                  <a:pt x="4852035" y="2032635"/>
                </a:lnTo>
                <a:lnTo>
                  <a:pt x="4852035" y="1994535"/>
                </a:lnTo>
                <a:lnTo>
                  <a:pt x="4861560" y="1994535"/>
                </a:lnTo>
                <a:lnTo>
                  <a:pt x="4861560" y="1946910"/>
                </a:lnTo>
                <a:lnTo>
                  <a:pt x="4871085" y="1946910"/>
                </a:lnTo>
                <a:lnTo>
                  <a:pt x="4871085" y="1908810"/>
                </a:lnTo>
                <a:lnTo>
                  <a:pt x="4880610" y="1908810"/>
                </a:lnTo>
                <a:lnTo>
                  <a:pt x="4880610" y="1851660"/>
                </a:lnTo>
                <a:lnTo>
                  <a:pt x="4890135" y="1851660"/>
                </a:lnTo>
                <a:lnTo>
                  <a:pt x="4890135" y="1804035"/>
                </a:lnTo>
                <a:lnTo>
                  <a:pt x="4899660" y="1804035"/>
                </a:lnTo>
                <a:lnTo>
                  <a:pt x="4899660" y="1765935"/>
                </a:lnTo>
                <a:lnTo>
                  <a:pt x="4909185" y="1765935"/>
                </a:lnTo>
                <a:lnTo>
                  <a:pt x="4909185" y="1727835"/>
                </a:lnTo>
                <a:lnTo>
                  <a:pt x="4918710" y="1727835"/>
                </a:lnTo>
                <a:lnTo>
                  <a:pt x="4918710" y="1680210"/>
                </a:lnTo>
                <a:lnTo>
                  <a:pt x="4928235" y="1680210"/>
                </a:lnTo>
                <a:lnTo>
                  <a:pt x="4928235" y="1642110"/>
                </a:lnTo>
                <a:lnTo>
                  <a:pt x="4937760" y="1642110"/>
                </a:lnTo>
                <a:lnTo>
                  <a:pt x="4937760" y="1594485"/>
                </a:lnTo>
                <a:lnTo>
                  <a:pt x="4947285" y="1594485"/>
                </a:lnTo>
                <a:lnTo>
                  <a:pt x="4947285" y="1571625"/>
                </a:lnTo>
                <a:lnTo>
                  <a:pt x="4943475" y="1571625"/>
                </a:lnTo>
                <a:lnTo>
                  <a:pt x="4943475" y="1590675"/>
                </a:lnTo>
                <a:lnTo>
                  <a:pt x="4933950" y="1590675"/>
                </a:lnTo>
                <a:lnTo>
                  <a:pt x="4933950" y="1628775"/>
                </a:lnTo>
                <a:lnTo>
                  <a:pt x="4924425" y="1628775"/>
                </a:lnTo>
                <a:lnTo>
                  <a:pt x="4924425" y="1676400"/>
                </a:lnTo>
                <a:lnTo>
                  <a:pt x="4914900" y="1676400"/>
                </a:lnTo>
                <a:lnTo>
                  <a:pt x="4914900" y="1714500"/>
                </a:lnTo>
                <a:lnTo>
                  <a:pt x="4905375" y="1714500"/>
                </a:lnTo>
                <a:lnTo>
                  <a:pt x="4905375" y="1743075"/>
                </a:lnTo>
                <a:lnTo>
                  <a:pt x="4895850" y="1743075"/>
                </a:lnTo>
                <a:lnTo>
                  <a:pt x="4895850" y="1781175"/>
                </a:lnTo>
                <a:lnTo>
                  <a:pt x="4886325" y="1781175"/>
                </a:lnTo>
                <a:lnTo>
                  <a:pt x="4886325" y="1809750"/>
                </a:lnTo>
                <a:lnTo>
                  <a:pt x="4876800" y="1809750"/>
                </a:lnTo>
                <a:lnTo>
                  <a:pt x="4876800" y="1847850"/>
                </a:lnTo>
                <a:lnTo>
                  <a:pt x="4867275" y="1847850"/>
                </a:lnTo>
                <a:lnTo>
                  <a:pt x="4867275" y="1895475"/>
                </a:lnTo>
                <a:lnTo>
                  <a:pt x="4857750" y="1895475"/>
                </a:lnTo>
                <a:lnTo>
                  <a:pt x="4857750" y="1924050"/>
                </a:lnTo>
                <a:lnTo>
                  <a:pt x="4848225" y="1924050"/>
                </a:lnTo>
                <a:lnTo>
                  <a:pt x="4848225" y="1943100"/>
                </a:lnTo>
                <a:lnTo>
                  <a:pt x="4838700" y="1943100"/>
                </a:lnTo>
                <a:lnTo>
                  <a:pt x="4838700" y="1971675"/>
                </a:lnTo>
                <a:lnTo>
                  <a:pt x="4829175" y="1971675"/>
                </a:lnTo>
                <a:lnTo>
                  <a:pt x="4829175" y="2000250"/>
                </a:lnTo>
                <a:lnTo>
                  <a:pt x="4819650" y="2000250"/>
                </a:lnTo>
                <a:lnTo>
                  <a:pt x="4819650" y="2038350"/>
                </a:lnTo>
                <a:lnTo>
                  <a:pt x="4810125" y="2038350"/>
                </a:lnTo>
                <a:lnTo>
                  <a:pt x="4810125" y="2076450"/>
                </a:lnTo>
                <a:lnTo>
                  <a:pt x="4800600" y="2076450"/>
                </a:lnTo>
                <a:lnTo>
                  <a:pt x="4800600" y="2114550"/>
                </a:lnTo>
                <a:lnTo>
                  <a:pt x="4791075" y="2114550"/>
                </a:lnTo>
                <a:lnTo>
                  <a:pt x="4791075" y="2143125"/>
                </a:lnTo>
                <a:lnTo>
                  <a:pt x="4781550" y="2143125"/>
                </a:lnTo>
                <a:lnTo>
                  <a:pt x="4781550" y="2181225"/>
                </a:lnTo>
                <a:lnTo>
                  <a:pt x="4772025" y="2181225"/>
                </a:lnTo>
                <a:lnTo>
                  <a:pt x="4772025" y="2209800"/>
                </a:lnTo>
                <a:lnTo>
                  <a:pt x="4762500" y="2209800"/>
                </a:lnTo>
                <a:lnTo>
                  <a:pt x="4762500" y="2238375"/>
                </a:lnTo>
                <a:lnTo>
                  <a:pt x="4752975" y="2238375"/>
                </a:lnTo>
                <a:lnTo>
                  <a:pt x="4752975" y="2276475"/>
                </a:lnTo>
                <a:lnTo>
                  <a:pt x="4743450" y="2276475"/>
                </a:lnTo>
                <a:lnTo>
                  <a:pt x="4743450" y="2305050"/>
                </a:lnTo>
                <a:lnTo>
                  <a:pt x="4733925" y="2305050"/>
                </a:lnTo>
                <a:lnTo>
                  <a:pt x="4733925" y="2343150"/>
                </a:lnTo>
                <a:lnTo>
                  <a:pt x="4724400" y="2343150"/>
                </a:lnTo>
                <a:lnTo>
                  <a:pt x="4724400" y="2362200"/>
                </a:lnTo>
                <a:lnTo>
                  <a:pt x="4714875" y="2362200"/>
                </a:lnTo>
                <a:lnTo>
                  <a:pt x="4714875" y="2390775"/>
                </a:lnTo>
                <a:lnTo>
                  <a:pt x="4705350" y="2390775"/>
                </a:lnTo>
                <a:lnTo>
                  <a:pt x="4705350" y="2419350"/>
                </a:lnTo>
                <a:lnTo>
                  <a:pt x="4695825" y="2419350"/>
                </a:lnTo>
                <a:lnTo>
                  <a:pt x="4695825" y="2457450"/>
                </a:lnTo>
                <a:lnTo>
                  <a:pt x="4686300" y="2457450"/>
                </a:lnTo>
                <a:lnTo>
                  <a:pt x="4686300" y="2486025"/>
                </a:lnTo>
                <a:lnTo>
                  <a:pt x="4676775" y="2486025"/>
                </a:lnTo>
                <a:lnTo>
                  <a:pt x="4676775" y="2514600"/>
                </a:lnTo>
                <a:lnTo>
                  <a:pt x="4667250" y="2514600"/>
                </a:lnTo>
                <a:lnTo>
                  <a:pt x="4667250" y="2543175"/>
                </a:lnTo>
                <a:lnTo>
                  <a:pt x="4657725" y="2543175"/>
                </a:lnTo>
                <a:lnTo>
                  <a:pt x="4657725" y="2562225"/>
                </a:lnTo>
                <a:lnTo>
                  <a:pt x="4648200" y="2562225"/>
                </a:lnTo>
                <a:lnTo>
                  <a:pt x="4648200" y="2581275"/>
                </a:lnTo>
                <a:lnTo>
                  <a:pt x="4638675" y="2581275"/>
                </a:lnTo>
                <a:lnTo>
                  <a:pt x="4638675" y="2609850"/>
                </a:lnTo>
                <a:lnTo>
                  <a:pt x="4629150" y="2609850"/>
                </a:lnTo>
                <a:lnTo>
                  <a:pt x="4629150" y="2638425"/>
                </a:lnTo>
                <a:lnTo>
                  <a:pt x="4619625" y="2638425"/>
                </a:lnTo>
                <a:lnTo>
                  <a:pt x="4619625" y="2657475"/>
                </a:lnTo>
                <a:lnTo>
                  <a:pt x="4610100" y="2657475"/>
                </a:lnTo>
                <a:lnTo>
                  <a:pt x="4610100" y="2676525"/>
                </a:lnTo>
                <a:lnTo>
                  <a:pt x="4600575" y="2676525"/>
                </a:lnTo>
                <a:lnTo>
                  <a:pt x="4600575" y="2695575"/>
                </a:lnTo>
                <a:lnTo>
                  <a:pt x="4591050" y="2695575"/>
                </a:lnTo>
                <a:lnTo>
                  <a:pt x="4591050" y="2714625"/>
                </a:lnTo>
                <a:lnTo>
                  <a:pt x="4581525" y="2714625"/>
                </a:lnTo>
                <a:lnTo>
                  <a:pt x="4581525" y="2733675"/>
                </a:lnTo>
                <a:lnTo>
                  <a:pt x="4572000" y="2733675"/>
                </a:lnTo>
                <a:lnTo>
                  <a:pt x="4572000" y="2752725"/>
                </a:lnTo>
                <a:lnTo>
                  <a:pt x="4562475" y="2752725"/>
                </a:lnTo>
                <a:lnTo>
                  <a:pt x="4562475" y="2762250"/>
                </a:lnTo>
                <a:lnTo>
                  <a:pt x="4552950" y="2762250"/>
                </a:lnTo>
                <a:lnTo>
                  <a:pt x="4552950" y="2771775"/>
                </a:lnTo>
                <a:lnTo>
                  <a:pt x="4543425" y="2771775"/>
                </a:lnTo>
                <a:lnTo>
                  <a:pt x="4543425" y="2781300"/>
                </a:lnTo>
                <a:lnTo>
                  <a:pt x="4533900" y="2781300"/>
                </a:lnTo>
                <a:lnTo>
                  <a:pt x="4533900" y="2790825"/>
                </a:lnTo>
                <a:lnTo>
                  <a:pt x="4521464" y="2790825"/>
                </a:lnTo>
                <a:lnTo>
                  <a:pt x="4511939" y="2809875"/>
                </a:lnTo>
                <a:lnTo>
                  <a:pt x="4495800" y="2809875"/>
                </a:lnTo>
                <a:lnTo>
                  <a:pt x="4495800" y="2819400"/>
                </a:lnTo>
                <a:lnTo>
                  <a:pt x="4483364" y="2819400"/>
                </a:lnTo>
                <a:lnTo>
                  <a:pt x="4473839" y="2838450"/>
                </a:lnTo>
                <a:lnTo>
                  <a:pt x="4457700" y="2838450"/>
                </a:lnTo>
                <a:lnTo>
                  <a:pt x="4457700" y="2847975"/>
                </a:lnTo>
                <a:lnTo>
                  <a:pt x="4445264" y="2847975"/>
                </a:lnTo>
                <a:lnTo>
                  <a:pt x="4435739" y="2867025"/>
                </a:lnTo>
                <a:lnTo>
                  <a:pt x="4385310" y="2867025"/>
                </a:lnTo>
                <a:lnTo>
                  <a:pt x="4385310" y="2857500"/>
                </a:lnTo>
                <a:lnTo>
                  <a:pt x="4356735" y="2857500"/>
                </a:lnTo>
                <a:lnTo>
                  <a:pt x="4356735" y="2847975"/>
                </a:lnTo>
                <a:lnTo>
                  <a:pt x="4337685" y="2847975"/>
                </a:lnTo>
                <a:lnTo>
                  <a:pt x="4337685" y="2838450"/>
                </a:lnTo>
                <a:lnTo>
                  <a:pt x="4309110" y="2838450"/>
                </a:lnTo>
                <a:lnTo>
                  <a:pt x="4309110" y="2800350"/>
                </a:lnTo>
                <a:lnTo>
                  <a:pt x="4299585" y="2800350"/>
                </a:lnTo>
                <a:lnTo>
                  <a:pt x="4299585" y="2762250"/>
                </a:lnTo>
                <a:lnTo>
                  <a:pt x="4290060" y="2762250"/>
                </a:lnTo>
                <a:lnTo>
                  <a:pt x="4290060" y="2714625"/>
                </a:lnTo>
                <a:lnTo>
                  <a:pt x="4280535" y="2714625"/>
                </a:lnTo>
                <a:lnTo>
                  <a:pt x="4280535" y="2676525"/>
                </a:lnTo>
                <a:lnTo>
                  <a:pt x="4271010" y="2676525"/>
                </a:lnTo>
                <a:lnTo>
                  <a:pt x="4271010" y="2647950"/>
                </a:lnTo>
                <a:lnTo>
                  <a:pt x="4261485" y="2647950"/>
                </a:lnTo>
                <a:lnTo>
                  <a:pt x="4261485" y="2635514"/>
                </a:lnTo>
                <a:lnTo>
                  <a:pt x="4242435" y="2625989"/>
                </a:lnTo>
                <a:lnTo>
                  <a:pt x="4242435" y="2609850"/>
                </a:lnTo>
                <a:lnTo>
                  <a:pt x="4232910" y="2609850"/>
                </a:lnTo>
                <a:lnTo>
                  <a:pt x="4232910" y="2597414"/>
                </a:lnTo>
                <a:lnTo>
                  <a:pt x="4213860" y="2587889"/>
                </a:lnTo>
                <a:lnTo>
                  <a:pt x="4213860" y="2571750"/>
                </a:lnTo>
                <a:lnTo>
                  <a:pt x="4204335" y="2571750"/>
                </a:lnTo>
                <a:lnTo>
                  <a:pt x="4204335" y="2559314"/>
                </a:lnTo>
                <a:lnTo>
                  <a:pt x="4185285" y="2549789"/>
                </a:lnTo>
                <a:lnTo>
                  <a:pt x="4185285" y="2533650"/>
                </a:lnTo>
                <a:lnTo>
                  <a:pt x="4175760" y="2533650"/>
                </a:lnTo>
                <a:lnTo>
                  <a:pt x="4175760" y="2521214"/>
                </a:lnTo>
                <a:lnTo>
                  <a:pt x="4156710" y="2511689"/>
                </a:lnTo>
                <a:lnTo>
                  <a:pt x="4156710" y="2495550"/>
                </a:lnTo>
                <a:lnTo>
                  <a:pt x="4147185" y="2495550"/>
                </a:lnTo>
                <a:lnTo>
                  <a:pt x="4147185" y="2483114"/>
                </a:lnTo>
                <a:lnTo>
                  <a:pt x="4128135" y="2473589"/>
                </a:lnTo>
                <a:lnTo>
                  <a:pt x="4128135" y="2457450"/>
                </a:lnTo>
                <a:lnTo>
                  <a:pt x="4118610" y="2457450"/>
                </a:lnTo>
                <a:lnTo>
                  <a:pt x="4118610" y="2447925"/>
                </a:lnTo>
                <a:lnTo>
                  <a:pt x="4109085" y="2447925"/>
                </a:lnTo>
                <a:lnTo>
                  <a:pt x="4109085" y="2428875"/>
                </a:lnTo>
                <a:lnTo>
                  <a:pt x="4099560" y="2428875"/>
                </a:lnTo>
                <a:lnTo>
                  <a:pt x="4099560" y="2416439"/>
                </a:lnTo>
                <a:lnTo>
                  <a:pt x="4080510" y="2406914"/>
                </a:lnTo>
                <a:lnTo>
                  <a:pt x="4080510" y="2390775"/>
                </a:lnTo>
                <a:lnTo>
                  <a:pt x="4070985" y="2390775"/>
                </a:lnTo>
                <a:lnTo>
                  <a:pt x="4070985" y="2381250"/>
                </a:lnTo>
                <a:lnTo>
                  <a:pt x="4061460" y="2381250"/>
                </a:lnTo>
                <a:lnTo>
                  <a:pt x="4061460" y="2362200"/>
                </a:lnTo>
                <a:lnTo>
                  <a:pt x="4051935" y="2362200"/>
                </a:lnTo>
                <a:lnTo>
                  <a:pt x="4051935" y="2349764"/>
                </a:lnTo>
                <a:lnTo>
                  <a:pt x="4032885" y="2340239"/>
                </a:lnTo>
                <a:lnTo>
                  <a:pt x="4032885" y="2324100"/>
                </a:lnTo>
                <a:lnTo>
                  <a:pt x="4023360" y="2324100"/>
                </a:lnTo>
                <a:lnTo>
                  <a:pt x="4023360" y="2311664"/>
                </a:lnTo>
                <a:lnTo>
                  <a:pt x="4004310" y="2302139"/>
                </a:lnTo>
                <a:lnTo>
                  <a:pt x="4004310" y="2286000"/>
                </a:lnTo>
                <a:lnTo>
                  <a:pt x="3994785" y="2286000"/>
                </a:lnTo>
                <a:lnTo>
                  <a:pt x="3994785" y="2276475"/>
                </a:lnTo>
                <a:lnTo>
                  <a:pt x="3985260" y="2276475"/>
                </a:lnTo>
                <a:lnTo>
                  <a:pt x="3985260" y="2266950"/>
                </a:lnTo>
                <a:lnTo>
                  <a:pt x="3975735" y="2266950"/>
                </a:lnTo>
                <a:lnTo>
                  <a:pt x="3975735" y="2257425"/>
                </a:lnTo>
                <a:lnTo>
                  <a:pt x="3966210" y="2257425"/>
                </a:lnTo>
                <a:lnTo>
                  <a:pt x="3966210" y="2247900"/>
                </a:lnTo>
                <a:lnTo>
                  <a:pt x="3956685" y="2247900"/>
                </a:lnTo>
                <a:lnTo>
                  <a:pt x="3956685" y="2238375"/>
                </a:lnTo>
                <a:lnTo>
                  <a:pt x="3947160" y="2238375"/>
                </a:lnTo>
                <a:lnTo>
                  <a:pt x="3947160" y="2225939"/>
                </a:lnTo>
                <a:lnTo>
                  <a:pt x="3928110" y="2216414"/>
                </a:lnTo>
                <a:lnTo>
                  <a:pt x="3928110" y="2200275"/>
                </a:lnTo>
                <a:lnTo>
                  <a:pt x="3918585" y="2200275"/>
                </a:lnTo>
                <a:lnTo>
                  <a:pt x="3918585" y="2181225"/>
                </a:lnTo>
                <a:lnTo>
                  <a:pt x="3909060" y="2181225"/>
                </a:lnTo>
                <a:lnTo>
                  <a:pt x="3909060" y="2162175"/>
                </a:lnTo>
                <a:lnTo>
                  <a:pt x="3899535" y="2162175"/>
                </a:lnTo>
                <a:lnTo>
                  <a:pt x="3899535" y="2143125"/>
                </a:lnTo>
                <a:lnTo>
                  <a:pt x="3890010" y="2143125"/>
                </a:lnTo>
                <a:lnTo>
                  <a:pt x="3890010" y="2133600"/>
                </a:lnTo>
                <a:lnTo>
                  <a:pt x="3829050" y="2133600"/>
                </a:lnTo>
                <a:lnTo>
                  <a:pt x="3829050" y="2143125"/>
                </a:lnTo>
                <a:lnTo>
                  <a:pt x="3762375" y="2143125"/>
                </a:lnTo>
                <a:lnTo>
                  <a:pt x="3762375" y="2152650"/>
                </a:lnTo>
                <a:lnTo>
                  <a:pt x="3724275" y="2152650"/>
                </a:lnTo>
                <a:lnTo>
                  <a:pt x="3724275" y="2162175"/>
                </a:lnTo>
                <a:lnTo>
                  <a:pt x="3695700" y="2162175"/>
                </a:lnTo>
                <a:lnTo>
                  <a:pt x="3695700" y="2171700"/>
                </a:lnTo>
                <a:lnTo>
                  <a:pt x="3667125" y="2171700"/>
                </a:lnTo>
                <a:lnTo>
                  <a:pt x="3667125" y="2181225"/>
                </a:lnTo>
                <a:lnTo>
                  <a:pt x="3638550" y="2181225"/>
                </a:lnTo>
                <a:lnTo>
                  <a:pt x="3638550" y="2190750"/>
                </a:lnTo>
                <a:lnTo>
                  <a:pt x="3609975" y="2190750"/>
                </a:lnTo>
                <a:lnTo>
                  <a:pt x="3609975" y="2200275"/>
                </a:lnTo>
                <a:lnTo>
                  <a:pt x="3581400" y="2200275"/>
                </a:lnTo>
                <a:lnTo>
                  <a:pt x="3581400" y="2209800"/>
                </a:lnTo>
                <a:lnTo>
                  <a:pt x="3509010" y="2209800"/>
                </a:lnTo>
                <a:lnTo>
                  <a:pt x="3509010" y="2200275"/>
                </a:lnTo>
                <a:lnTo>
                  <a:pt x="3499485" y="2200275"/>
                </a:lnTo>
                <a:lnTo>
                  <a:pt x="3499485" y="2181225"/>
                </a:lnTo>
                <a:lnTo>
                  <a:pt x="3489960" y="2181225"/>
                </a:lnTo>
                <a:lnTo>
                  <a:pt x="3489960" y="2168789"/>
                </a:lnTo>
                <a:lnTo>
                  <a:pt x="3470910" y="2159264"/>
                </a:lnTo>
                <a:lnTo>
                  <a:pt x="3470910" y="2143125"/>
                </a:lnTo>
                <a:lnTo>
                  <a:pt x="3461385" y="2143125"/>
                </a:lnTo>
                <a:lnTo>
                  <a:pt x="3461385" y="2133600"/>
                </a:lnTo>
                <a:lnTo>
                  <a:pt x="3451860" y="2133600"/>
                </a:lnTo>
                <a:lnTo>
                  <a:pt x="3451860" y="2114550"/>
                </a:lnTo>
                <a:lnTo>
                  <a:pt x="3442335" y="2114550"/>
                </a:lnTo>
                <a:lnTo>
                  <a:pt x="3442335" y="2085975"/>
                </a:lnTo>
                <a:lnTo>
                  <a:pt x="3432810" y="2085975"/>
                </a:lnTo>
                <a:lnTo>
                  <a:pt x="3432810" y="2064014"/>
                </a:lnTo>
                <a:lnTo>
                  <a:pt x="3413760" y="2054489"/>
                </a:lnTo>
                <a:lnTo>
                  <a:pt x="3413760" y="2035439"/>
                </a:lnTo>
                <a:lnTo>
                  <a:pt x="3394710" y="2025914"/>
                </a:lnTo>
                <a:lnTo>
                  <a:pt x="3394710" y="2009775"/>
                </a:lnTo>
                <a:lnTo>
                  <a:pt x="3385185" y="2009775"/>
                </a:lnTo>
                <a:lnTo>
                  <a:pt x="3385185" y="1990725"/>
                </a:lnTo>
                <a:lnTo>
                  <a:pt x="3375660" y="1990725"/>
                </a:lnTo>
                <a:lnTo>
                  <a:pt x="3375660" y="1968764"/>
                </a:lnTo>
                <a:lnTo>
                  <a:pt x="3356610" y="1959239"/>
                </a:lnTo>
                <a:lnTo>
                  <a:pt x="3356610" y="1943100"/>
                </a:lnTo>
                <a:lnTo>
                  <a:pt x="3347085" y="1943100"/>
                </a:lnTo>
                <a:lnTo>
                  <a:pt x="3347085" y="1924050"/>
                </a:lnTo>
                <a:lnTo>
                  <a:pt x="3337560" y="1924050"/>
                </a:lnTo>
                <a:lnTo>
                  <a:pt x="3337560" y="1905000"/>
                </a:lnTo>
                <a:lnTo>
                  <a:pt x="3328035" y="1905000"/>
                </a:lnTo>
                <a:lnTo>
                  <a:pt x="3328035" y="1866900"/>
                </a:lnTo>
                <a:lnTo>
                  <a:pt x="3318510" y="1866900"/>
                </a:lnTo>
                <a:lnTo>
                  <a:pt x="3318510" y="1844939"/>
                </a:lnTo>
                <a:lnTo>
                  <a:pt x="3299460" y="1835414"/>
                </a:lnTo>
                <a:lnTo>
                  <a:pt x="3299460" y="1819275"/>
                </a:lnTo>
                <a:lnTo>
                  <a:pt x="3289935" y="1819275"/>
                </a:lnTo>
                <a:lnTo>
                  <a:pt x="3289935" y="1800225"/>
                </a:lnTo>
                <a:lnTo>
                  <a:pt x="3280410" y="1800225"/>
                </a:lnTo>
                <a:lnTo>
                  <a:pt x="3280410" y="1781175"/>
                </a:lnTo>
                <a:lnTo>
                  <a:pt x="3270885" y="1781175"/>
                </a:lnTo>
                <a:lnTo>
                  <a:pt x="3270885" y="1762125"/>
                </a:lnTo>
                <a:lnTo>
                  <a:pt x="3261360" y="1762125"/>
                </a:lnTo>
                <a:lnTo>
                  <a:pt x="3261360" y="1743075"/>
                </a:lnTo>
                <a:lnTo>
                  <a:pt x="3251835" y="1743075"/>
                </a:lnTo>
                <a:lnTo>
                  <a:pt x="3251835" y="1721114"/>
                </a:lnTo>
                <a:lnTo>
                  <a:pt x="3232785" y="1711589"/>
                </a:lnTo>
                <a:lnTo>
                  <a:pt x="3232785" y="1695450"/>
                </a:lnTo>
                <a:lnTo>
                  <a:pt x="3223260" y="1695450"/>
                </a:lnTo>
                <a:lnTo>
                  <a:pt x="3223260" y="1676400"/>
                </a:lnTo>
                <a:lnTo>
                  <a:pt x="3213735" y="1676400"/>
                </a:lnTo>
                <a:lnTo>
                  <a:pt x="3213735" y="1647825"/>
                </a:lnTo>
                <a:lnTo>
                  <a:pt x="3204210" y="1647825"/>
                </a:lnTo>
                <a:lnTo>
                  <a:pt x="3204210" y="1628775"/>
                </a:lnTo>
                <a:lnTo>
                  <a:pt x="3194685" y="1628775"/>
                </a:lnTo>
                <a:lnTo>
                  <a:pt x="3194685" y="1619250"/>
                </a:lnTo>
                <a:lnTo>
                  <a:pt x="3185160" y="1619250"/>
                </a:lnTo>
                <a:lnTo>
                  <a:pt x="3185160" y="1597289"/>
                </a:lnTo>
                <a:lnTo>
                  <a:pt x="3166110" y="1587764"/>
                </a:lnTo>
                <a:lnTo>
                  <a:pt x="3166110" y="1571625"/>
                </a:lnTo>
                <a:lnTo>
                  <a:pt x="3156585" y="1571625"/>
                </a:lnTo>
                <a:lnTo>
                  <a:pt x="3156585" y="1552575"/>
                </a:lnTo>
                <a:lnTo>
                  <a:pt x="3147060" y="1552575"/>
                </a:lnTo>
                <a:lnTo>
                  <a:pt x="3147060" y="1533525"/>
                </a:lnTo>
                <a:lnTo>
                  <a:pt x="3137535" y="1533525"/>
                </a:lnTo>
                <a:lnTo>
                  <a:pt x="3137535" y="1524000"/>
                </a:lnTo>
                <a:lnTo>
                  <a:pt x="3128010" y="1524000"/>
                </a:lnTo>
                <a:lnTo>
                  <a:pt x="3128010" y="1511564"/>
                </a:lnTo>
                <a:lnTo>
                  <a:pt x="3108960" y="1502039"/>
                </a:lnTo>
                <a:lnTo>
                  <a:pt x="3108960" y="1485900"/>
                </a:lnTo>
                <a:lnTo>
                  <a:pt x="3099435" y="1485900"/>
                </a:lnTo>
                <a:lnTo>
                  <a:pt x="3099435" y="1476375"/>
                </a:lnTo>
                <a:lnTo>
                  <a:pt x="3089910" y="1476375"/>
                </a:lnTo>
                <a:lnTo>
                  <a:pt x="3089910" y="1466850"/>
                </a:lnTo>
                <a:lnTo>
                  <a:pt x="3080385" y="1466850"/>
                </a:lnTo>
                <a:lnTo>
                  <a:pt x="3080385" y="1457325"/>
                </a:lnTo>
                <a:lnTo>
                  <a:pt x="3073771" y="1457325"/>
                </a:lnTo>
                <a:lnTo>
                  <a:pt x="3064246" y="1438275"/>
                </a:lnTo>
                <a:lnTo>
                  <a:pt x="3042285" y="1438275"/>
                </a:lnTo>
                <a:lnTo>
                  <a:pt x="3042285" y="1428750"/>
                </a:lnTo>
                <a:lnTo>
                  <a:pt x="3032760" y="1428750"/>
                </a:lnTo>
                <a:lnTo>
                  <a:pt x="3032760" y="1409700"/>
                </a:lnTo>
                <a:lnTo>
                  <a:pt x="3023235" y="1409700"/>
                </a:lnTo>
                <a:lnTo>
                  <a:pt x="3023235" y="1400175"/>
                </a:lnTo>
                <a:lnTo>
                  <a:pt x="3013710" y="1400175"/>
                </a:lnTo>
                <a:lnTo>
                  <a:pt x="3013710" y="1378214"/>
                </a:lnTo>
                <a:lnTo>
                  <a:pt x="2994660" y="1368689"/>
                </a:lnTo>
                <a:lnTo>
                  <a:pt x="2994660" y="1352550"/>
                </a:lnTo>
                <a:lnTo>
                  <a:pt x="2985135" y="1352550"/>
                </a:lnTo>
                <a:lnTo>
                  <a:pt x="2985135" y="1333500"/>
                </a:lnTo>
                <a:lnTo>
                  <a:pt x="2975610" y="1333500"/>
                </a:lnTo>
                <a:lnTo>
                  <a:pt x="2975610" y="1314450"/>
                </a:lnTo>
                <a:lnTo>
                  <a:pt x="2966085" y="1314450"/>
                </a:lnTo>
                <a:lnTo>
                  <a:pt x="2966085" y="1302014"/>
                </a:lnTo>
                <a:lnTo>
                  <a:pt x="2947035" y="1292489"/>
                </a:lnTo>
                <a:lnTo>
                  <a:pt x="2947035" y="1276350"/>
                </a:lnTo>
                <a:lnTo>
                  <a:pt x="2937510" y="1276350"/>
                </a:lnTo>
                <a:lnTo>
                  <a:pt x="2937510" y="1263914"/>
                </a:lnTo>
                <a:lnTo>
                  <a:pt x="2918460" y="1254389"/>
                </a:lnTo>
                <a:lnTo>
                  <a:pt x="2918460" y="1235339"/>
                </a:lnTo>
                <a:lnTo>
                  <a:pt x="2899410" y="1225814"/>
                </a:lnTo>
                <a:lnTo>
                  <a:pt x="2899410" y="1206764"/>
                </a:lnTo>
                <a:lnTo>
                  <a:pt x="2880360" y="1197239"/>
                </a:lnTo>
                <a:lnTo>
                  <a:pt x="2880360" y="1178189"/>
                </a:lnTo>
                <a:lnTo>
                  <a:pt x="2861310" y="1168664"/>
                </a:lnTo>
                <a:lnTo>
                  <a:pt x="2861310" y="1149614"/>
                </a:lnTo>
                <a:lnTo>
                  <a:pt x="2842260" y="1140089"/>
                </a:lnTo>
                <a:lnTo>
                  <a:pt x="2842260" y="1123950"/>
                </a:lnTo>
                <a:lnTo>
                  <a:pt x="2832735" y="1123950"/>
                </a:lnTo>
                <a:lnTo>
                  <a:pt x="2832735" y="1111514"/>
                </a:lnTo>
                <a:lnTo>
                  <a:pt x="2813685" y="1101989"/>
                </a:lnTo>
                <a:lnTo>
                  <a:pt x="2813685" y="1085850"/>
                </a:lnTo>
                <a:lnTo>
                  <a:pt x="2804160" y="1085850"/>
                </a:lnTo>
                <a:lnTo>
                  <a:pt x="2804160" y="1066800"/>
                </a:lnTo>
                <a:lnTo>
                  <a:pt x="2794635" y="1066800"/>
                </a:lnTo>
                <a:lnTo>
                  <a:pt x="2794635" y="1047750"/>
                </a:lnTo>
                <a:lnTo>
                  <a:pt x="2785110" y="1047750"/>
                </a:lnTo>
                <a:lnTo>
                  <a:pt x="2785110" y="1019175"/>
                </a:lnTo>
                <a:lnTo>
                  <a:pt x="2775585" y="1019175"/>
                </a:lnTo>
                <a:lnTo>
                  <a:pt x="2775585" y="1000125"/>
                </a:lnTo>
                <a:lnTo>
                  <a:pt x="2766060" y="1000125"/>
                </a:lnTo>
                <a:lnTo>
                  <a:pt x="2766060" y="971550"/>
                </a:lnTo>
                <a:lnTo>
                  <a:pt x="2756535" y="971550"/>
                </a:lnTo>
                <a:lnTo>
                  <a:pt x="2756535" y="942975"/>
                </a:lnTo>
                <a:lnTo>
                  <a:pt x="2747010" y="942975"/>
                </a:lnTo>
                <a:lnTo>
                  <a:pt x="2747010" y="904875"/>
                </a:lnTo>
                <a:lnTo>
                  <a:pt x="2737485" y="904875"/>
                </a:lnTo>
                <a:lnTo>
                  <a:pt x="2737485" y="876300"/>
                </a:lnTo>
                <a:lnTo>
                  <a:pt x="2727960" y="876300"/>
                </a:lnTo>
                <a:lnTo>
                  <a:pt x="2727960" y="857250"/>
                </a:lnTo>
                <a:lnTo>
                  <a:pt x="2718435" y="857250"/>
                </a:lnTo>
                <a:lnTo>
                  <a:pt x="2718435" y="838200"/>
                </a:lnTo>
                <a:lnTo>
                  <a:pt x="2708910" y="838200"/>
                </a:lnTo>
                <a:lnTo>
                  <a:pt x="2708910" y="819150"/>
                </a:lnTo>
                <a:lnTo>
                  <a:pt x="2699385" y="819150"/>
                </a:lnTo>
                <a:lnTo>
                  <a:pt x="2699385" y="790575"/>
                </a:lnTo>
                <a:lnTo>
                  <a:pt x="2689860" y="790575"/>
                </a:lnTo>
                <a:lnTo>
                  <a:pt x="2689860" y="762000"/>
                </a:lnTo>
                <a:lnTo>
                  <a:pt x="2680335" y="762000"/>
                </a:lnTo>
                <a:lnTo>
                  <a:pt x="2680335" y="742950"/>
                </a:lnTo>
                <a:lnTo>
                  <a:pt x="2670810" y="742950"/>
                </a:lnTo>
                <a:lnTo>
                  <a:pt x="2670810" y="714375"/>
                </a:lnTo>
                <a:lnTo>
                  <a:pt x="2661285" y="714375"/>
                </a:lnTo>
                <a:lnTo>
                  <a:pt x="2661285" y="676275"/>
                </a:lnTo>
                <a:lnTo>
                  <a:pt x="2651760" y="676275"/>
                </a:lnTo>
                <a:lnTo>
                  <a:pt x="2651760" y="647700"/>
                </a:lnTo>
                <a:lnTo>
                  <a:pt x="2642235" y="647700"/>
                </a:lnTo>
                <a:lnTo>
                  <a:pt x="2642235" y="609600"/>
                </a:lnTo>
                <a:lnTo>
                  <a:pt x="2632710" y="609600"/>
                </a:lnTo>
                <a:lnTo>
                  <a:pt x="2632710" y="561975"/>
                </a:lnTo>
                <a:lnTo>
                  <a:pt x="2623185" y="561975"/>
                </a:lnTo>
                <a:lnTo>
                  <a:pt x="2623185" y="533400"/>
                </a:lnTo>
                <a:lnTo>
                  <a:pt x="2613660" y="533400"/>
                </a:lnTo>
                <a:lnTo>
                  <a:pt x="2613660" y="504825"/>
                </a:lnTo>
                <a:lnTo>
                  <a:pt x="2604135" y="504825"/>
                </a:lnTo>
                <a:lnTo>
                  <a:pt x="2604135" y="476250"/>
                </a:lnTo>
                <a:lnTo>
                  <a:pt x="2594610" y="476250"/>
                </a:lnTo>
                <a:lnTo>
                  <a:pt x="2594610" y="447675"/>
                </a:lnTo>
                <a:lnTo>
                  <a:pt x="2585085" y="447675"/>
                </a:lnTo>
                <a:lnTo>
                  <a:pt x="2585085" y="419100"/>
                </a:lnTo>
                <a:lnTo>
                  <a:pt x="2575560" y="419100"/>
                </a:lnTo>
                <a:lnTo>
                  <a:pt x="2575560" y="381000"/>
                </a:lnTo>
                <a:lnTo>
                  <a:pt x="2566035" y="381000"/>
                </a:lnTo>
                <a:lnTo>
                  <a:pt x="2566035" y="352425"/>
                </a:lnTo>
                <a:lnTo>
                  <a:pt x="2556510" y="352425"/>
                </a:lnTo>
                <a:lnTo>
                  <a:pt x="2556510" y="323850"/>
                </a:lnTo>
                <a:lnTo>
                  <a:pt x="2546985" y="323850"/>
                </a:lnTo>
                <a:lnTo>
                  <a:pt x="2546985" y="304800"/>
                </a:lnTo>
                <a:lnTo>
                  <a:pt x="2537460" y="304800"/>
                </a:lnTo>
                <a:lnTo>
                  <a:pt x="2537460" y="276225"/>
                </a:lnTo>
                <a:lnTo>
                  <a:pt x="2527935" y="276225"/>
                </a:lnTo>
                <a:lnTo>
                  <a:pt x="2527935" y="247650"/>
                </a:lnTo>
                <a:lnTo>
                  <a:pt x="2518410" y="247650"/>
                </a:lnTo>
                <a:lnTo>
                  <a:pt x="2518410" y="219075"/>
                </a:lnTo>
                <a:lnTo>
                  <a:pt x="2508885" y="219075"/>
                </a:lnTo>
                <a:lnTo>
                  <a:pt x="2508885" y="190500"/>
                </a:lnTo>
                <a:lnTo>
                  <a:pt x="2499360" y="190500"/>
                </a:lnTo>
                <a:lnTo>
                  <a:pt x="2499360" y="171450"/>
                </a:lnTo>
                <a:lnTo>
                  <a:pt x="2489835" y="171450"/>
                </a:lnTo>
                <a:lnTo>
                  <a:pt x="2489835" y="161925"/>
                </a:lnTo>
                <a:lnTo>
                  <a:pt x="2461260" y="161925"/>
                </a:lnTo>
                <a:lnTo>
                  <a:pt x="2461260" y="152400"/>
                </a:lnTo>
                <a:lnTo>
                  <a:pt x="2432685" y="152400"/>
                </a:lnTo>
                <a:lnTo>
                  <a:pt x="2432685" y="142875"/>
                </a:lnTo>
                <a:lnTo>
                  <a:pt x="2423160" y="142875"/>
                </a:lnTo>
                <a:lnTo>
                  <a:pt x="2423160" y="114300"/>
                </a:lnTo>
                <a:lnTo>
                  <a:pt x="2413635" y="114300"/>
                </a:lnTo>
                <a:lnTo>
                  <a:pt x="2413635" y="95250"/>
                </a:lnTo>
                <a:lnTo>
                  <a:pt x="2404110" y="95250"/>
                </a:lnTo>
                <a:lnTo>
                  <a:pt x="2404110" y="66675"/>
                </a:lnTo>
                <a:lnTo>
                  <a:pt x="2394585" y="66675"/>
                </a:lnTo>
                <a:lnTo>
                  <a:pt x="2394585" y="38100"/>
                </a:lnTo>
                <a:lnTo>
                  <a:pt x="2385060" y="38100"/>
                </a:lnTo>
                <a:lnTo>
                  <a:pt x="2385060" y="19050"/>
                </a:lnTo>
                <a:lnTo>
                  <a:pt x="2375535" y="19050"/>
                </a:lnTo>
                <a:lnTo>
                  <a:pt x="2375535" y="0"/>
                </a:lnTo>
                <a:lnTo>
                  <a:pt x="2333625" y="0"/>
                </a:lnTo>
                <a:lnTo>
                  <a:pt x="2333625" y="6614"/>
                </a:lnTo>
                <a:lnTo>
                  <a:pt x="2314575" y="16139"/>
                </a:lnTo>
                <a:lnTo>
                  <a:pt x="2314575" y="47625"/>
                </a:lnTo>
                <a:lnTo>
                  <a:pt x="2305050" y="47625"/>
                </a:lnTo>
                <a:lnTo>
                  <a:pt x="2305050" y="66675"/>
                </a:lnTo>
                <a:lnTo>
                  <a:pt x="2295525" y="66675"/>
                </a:lnTo>
                <a:lnTo>
                  <a:pt x="2295525" y="85725"/>
                </a:lnTo>
                <a:lnTo>
                  <a:pt x="2286000" y="85725"/>
                </a:lnTo>
                <a:lnTo>
                  <a:pt x="2286000" y="104775"/>
                </a:lnTo>
                <a:lnTo>
                  <a:pt x="2276475" y="104775"/>
                </a:lnTo>
                <a:lnTo>
                  <a:pt x="2276475" y="123825"/>
                </a:lnTo>
                <a:lnTo>
                  <a:pt x="2266950" y="123825"/>
                </a:lnTo>
                <a:lnTo>
                  <a:pt x="2266950" y="152400"/>
                </a:lnTo>
                <a:lnTo>
                  <a:pt x="2257425" y="152400"/>
                </a:lnTo>
                <a:lnTo>
                  <a:pt x="2257425" y="200025"/>
                </a:lnTo>
                <a:lnTo>
                  <a:pt x="2247900" y="200025"/>
                </a:lnTo>
                <a:lnTo>
                  <a:pt x="2247900" y="238125"/>
                </a:lnTo>
                <a:lnTo>
                  <a:pt x="2238375" y="238125"/>
                </a:lnTo>
                <a:lnTo>
                  <a:pt x="2238375" y="285750"/>
                </a:lnTo>
                <a:lnTo>
                  <a:pt x="2228850" y="285750"/>
                </a:lnTo>
                <a:lnTo>
                  <a:pt x="2228850" y="323850"/>
                </a:lnTo>
                <a:lnTo>
                  <a:pt x="2219325" y="323850"/>
                </a:lnTo>
                <a:lnTo>
                  <a:pt x="2219325" y="371475"/>
                </a:lnTo>
                <a:lnTo>
                  <a:pt x="2209800" y="371475"/>
                </a:lnTo>
                <a:lnTo>
                  <a:pt x="2209800" y="428625"/>
                </a:lnTo>
                <a:lnTo>
                  <a:pt x="2200275" y="428625"/>
                </a:lnTo>
                <a:lnTo>
                  <a:pt x="2200275" y="457200"/>
                </a:lnTo>
                <a:lnTo>
                  <a:pt x="2190750" y="457200"/>
                </a:lnTo>
                <a:lnTo>
                  <a:pt x="2190750" y="476250"/>
                </a:lnTo>
                <a:lnTo>
                  <a:pt x="2181225" y="476250"/>
                </a:lnTo>
                <a:lnTo>
                  <a:pt x="2181225" y="495300"/>
                </a:lnTo>
                <a:lnTo>
                  <a:pt x="2171700" y="495300"/>
                </a:lnTo>
                <a:lnTo>
                  <a:pt x="2171700" y="514350"/>
                </a:lnTo>
                <a:lnTo>
                  <a:pt x="2162175" y="514350"/>
                </a:lnTo>
                <a:lnTo>
                  <a:pt x="2162175" y="533400"/>
                </a:lnTo>
                <a:lnTo>
                  <a:pt x="2152650" y="533400"/>
                </a:lnTo>
                <a:lnTo>
                  <a:pt x="2152650" y="561975"/>
                </a:lnTo>
                <a:lnTo>
                  <a:pt x="2143125" y="561975"/>
                </a:lnTo>
                <a:lnTo>
                  <a:pt x="2143125" y="590550"/>
                </a:lnTo>
                <a:lnTo>
                  <a:pt x="2133600" y="590550"/>
                </a:lnTo>
                <a:lnTo>
                  <a:pt x="2133600" y="628650"/>
                </a:lnTo>
                <a:lnTo>
                  <a:pt x="2124075" y="628650"/>
                </a:lnTo>
                <a:lnTo>
                  <a:pt x="2124075" y="666750"/>
                </a:lnTo>
                <a:lnTo>
                  <a:pt x="2114550" y="666750"/>
                </a:lnTo>
                <a:lnTo>
                  <a:pt x="2114550" y="695325"/>
                </a:lnTo>
                <a:lnTo>
                  <a:pt x="2105025" y="695325"/>
                </a:lnTo>
                <a:lnTo>
                  <a:pt x="2105025" y="742950"/>
                </a:lnTo>
                <a:lnTo>
                  <a:pt x="2095500" y="742950"/>
                </a:lnTo>
                <a:lnTo>
                  <a:pt x="2095500" y="790575"/>
                </a:lnTo>
                <a:lnTo>
                  <a:pt x="2085975" y="790575"/>
                </a:lnTo>
                <a:lnTo>
                  <a:pt x="2085975" y="838200"/>
                </a:lnTo>
                <a:lnTo>
                  <a:pt x="2076450" y="838200"/>
                </a:lnTo>
                <a:lnTo>
                  <a:pt x="2076450" y="876300"/>
                </a:lnTo>
                <a:lnTo>
                  <a:pt x="2066925" y="876300"/>
                </a:lnTo>
                <a:lnTo>
                  <a:pt x="2066925" y="923925"/>
                </a:lnTo>
                <a:lnTo>
                  <a:pt x="2057400" y="923925"/>
                </a:lnTo>
                <a:lnTo>
                  <a:pt x="2057400" y="962025"/>
                </a:lnTo>
                <a:lnTo>
                  <a:pt x="2047875" y="962025"/>
                </a:lnTo>
                <a:lnTo>
                  <a:pt x="2047875" y="1009650"/>
                </a:lnTo>
                <a:lnTo>
                  <a:pt x="2038350" y="1009650"/>
                </a:lnTo>
                <a:lnTo>
                  <a:pt x="2038350" y="1076325"/>
                </a:lnTo>
                <a:lnTo>
                  <a:pt x="2028825" y="1076325"/>
                </a:lnTo>
                <a:lnTo>
                  <a:pt x="2028825" y="1123950"/>
                </a:lnTo>
                <a:lnTo>
                  <a:pt x="2019300" y="1123950"/>
                </a:lnTo>
                <a:lnTo>
                  <a:pt x="2019300" y="1171575"/>
                </a:lnTo>
                <a:lnTo>
                  <a:pt x="2009775" y="1171575"/>
                </a:lnTo>
                <a:lnTo>
                  <a:pt x="2009775" y="1209675"/>
                </a:lnTo>
                <a:lnTo>
                  <a:pt x="2000250" y="1209675"/>
                </a:lnTo>
                <a:lnTo>
                  <a:pt x="2000250" y="1257300"/>
                </a:lnTo>
                <a:lnTo>
                  <a:pt x="1990725" y="1257300"/>
                </a:lnTo>
                <a:lnTo>
                  <a:pt x="1990725" y="1304925"/>
                </a:lnTo>
                <a:lnTo>
                  <a:pt x="1981200" y="1304925"/>
                </a:lnTo>
                <a:lnTo>
                  <a:pt x="1981200" y="1371600"/>
                </a:lnTo>
                <a:lnTo>
                  <a:pt x="1971675" y="1371600"/>
                </a:lnTo>
                <a:lnTo>
                  <a:pt x="1971675" y="1419225"/>
                </a:lnTo>
                <a:lnTo>
                  <a:pt x="1962150" y="1419225"/>
                </a:lnTo>
                <a:lnTo>
                  <a:pt x="1962150" y="1457325"/>
                </a:lnTo>
                <a:lnTo>
                  <a:pt x="1952625" y="1457325"/>
                </a:lnTo>
                <a:lnTo>
                  <a:pt x="1952625" y="1485900"/>
                </a:lnTo>
                <a:lnTo>
                  <a:pt x="1943100" y="1485900"/>
                </a:lnTo>
                <a:lnTo>
                  <a:pt x="1943100" y="1514475"/>
                </a:lnTo>
                <a:lnTo>
                  <a:pt x="1933575" y="1514475"/>
                </a:lnTo>
                <a:lnTo>
                  <a:pt x="1933575" y="1552575"/>
                </a:lnTo>
                <a:lnTo>
                  <a:pt x="1924050" y="1552575"/>
                </a:lnTo>
                <a:lnTo>
                  <a:pt x="1924050" y="1600200"/>
                </a:lnTo>
                <a:lnTo>
                  <a:pt x="1914525" y="1600200"/>
                </a:lnTo>
                <a:lnTo>
                  <a:pt x="1914525" y="1628775"/>
                </a:lnTo>
                <a:lnTo>
                  <a:pt x="1905000" y="1628775"/>
                </a:lnTo>
                <a:lnTo>
                  <a:pt x="1905000" y="1666875"/>
                </a:lnTo>
                <a:lnTo>
                  <a:pt x="1895475" y="1666875"/>
                </a:lnTo>
                <a:lnTo>
                  <a:pt x="1895475" y="1704975"/>
                </a:lnTo>
                <a:lnTo>
                  <a:pt x="1885950" y="1704975"/>
                </a:lnTo>
                <a:lnTo>
                  <a:pt x="1885950" y="1743075"/>
                </a:lnTo>
                <a:lnTo>
                  <a:pt x="1876425" y="1743075"/>
                </a:lnTo>
                <a:lnTo>
                  <a:pt x="1876425" y="1781175"/>
                </a:lnTo>
                <a:lnTo>
                  <a:pt x="1866900" y="1781175"/>
                </a:lnTo>
                <a:lnTo>
                  <a:pt x="1866900" y="1828800"/>
                </a:lnTo>
                <a:lnTo>
                  <a:pt x="1857375" y="1828800"/>
                </a:lnTo>
                <a:lnTo>
                  <a:pt x="1857375" y="1866900"/>
                </a:lnTo>
                <a:lnTo>
                  <a:pt x="1847850" y="1866900"/>
                </a:lnTo>
                <a:lnTo>
                  <a:pt x="1847850" y="1895475"/>
                </a:lnTo>
                <a:lnTo>
                  <a:pt x="1838325" y="1895475"/>
                </a:lnTo>
                <a:lnTo>
                  <a:pt x="1838325" y="1924050"/>
                </a:lnTo>
                <a:lnTo>
                  <a:pt x="1828800" y="1924050"/>
                </a:lnTo>
                <a:lnTo>
                  <a:pt x="1828800" y="1952625"/>
                </a:lnTo>
                <a:lnTo>
                  <a:pt x="1819275" y="1952625"/>
                </a:lnTo>
                <a:lnTo>
                  <a:pt x="1819275" y="1971675"/>
                </a:lnTo>
                <a:lnTo>
                  <a:pt x="1809750" y="1971675"/>
                </a:lnTo>
                <a:lnTo>
                  <a:pt x="1809750" y="2000250"/>
                </a:lnTo>
                <a:lnTo>
                  <a:pt x="1800225" y="2000250"/>
                </a:lnTo>
                <a:lnTo>
                  <a:pt x="1800225" y="2028825"/>
                </a:lnTo>
                <a:lnTo>
                  <a:pt x="1790700" y="2028825"/>
                </a:lnTo>
                <a:lnTo>
                  <a:pt x="1790700" y="2047875"/>
                </a:lnTo>
                <a:lnTo>
                  <a:pt x="1781175" y="2047875"/>
                </a:lnTo>
                <a:lnTo>
                  <a:pt x="1781175" y="2066925"/>
                </a:lnTo>
                <a:lnTo>
                  <a:pt x="1771650" y="2066925"/>
                </a:lnTo>
                <a:lnTo>
                  <a:pt x="1771650" y="2085975"/>
                </a:lnTo>
                <a:lnTo>
                  <a:pt x="1762125" y="2085975"/>
                </a:lnTo>
                <a:lnTo>
                  <a:pt x="1762125" y="2102114"/>
                </a:lnTo>
                <a:lnTo>
                  <a:pt x="1743075" y="2111639"/>
                </a:lnTo>
                <a:lnTo>
                  <a:pt x="1743075" y="2133600"/>
                </a:lnTo>
                <a:lnTo>
                  <a:pt x="1733550" y="2133600"/>
                </a:lnTo>
                <a:lnTo>
                  <a:pt x="1733550" y="2149739"/>
                </a:lnTo>
                <a:lnTo>
                  <a:pt x="1714500" y="2159264"/>
                </a:lnTo>
                <a:lnTo>
                  <a:pt x="1714500" y="2178314"/>
                </a:lnTo>
                <a:lnTo>
                  <a:pt x="1695450" y="2187839"/>
                </a:lnTo>
                <a:lnTo>
                  <a:pt x="1695450" y="2209800"/>
                </a:lnTo>
                <a:lnTo>
                  <a:pt x="1685925" y="2209800"/>
                </a:lnTo>
                <a:lnTo>
                  <a:pt x="1685925" y="2216414"/>
                </a:lnTo>
                <a:lnTo>
                  <a:pt x="1666875" y="2225939"/>
                </a:lnTo>
                <a:lnTo>
                  <a:pt x="1666875" y="2247900"/>
                </a:lnTo>
                <a:lnTo>
                  <a:pt x="1657350" y="2247900"/>
                </a:lnTo>
                <a:lnTo>
                  <a:pt x="1657350" y="2257425"/>
                </a:lnTo>
                <a:lnTo>
                  <a:pt x="1644914" y="2257425"/>
                </a:lnTo>
                <a:lnTo>
                  <a:pt x="1635389" y="2276475"/>
                </a:lnTo>
                <a:lnTo>
                  <a:pt x="1584960" y="2276475"/>
                </a:lnTo>
                <a:lnTo>
                  <a:pt x="1584960" y="2266950"/>
                </a:lnTo>
                <a:lnTo>
                  <a:pt x="1575435" y="2266950"/>
                </a:lnTo>
                <a:lnTo>
                  <a:pt x="1575435" y="2254514"/>
                </a:lnTo>
                <a:lnTo>
                  <a:pt x="1556385" y="2244989"/>
                </a:lnTo>
                <a:lnTo>
                  <a:pt x="1556385" y="2228850"/>
                </a:lnTo>
                <a:lnTo>
                  <a:pt x="1546860" y="2228850"/>
                </a:lnTo>
                <a:lnTo>
                  <a:pt x="1546860" y="2209800"/>
                </a:lnTo>
                <a:lnTo>
                  <a:pt x="1537335" y="2209800"/>
                </a:lnTo>
                <a:lnTo>
                  <a:pt x="1537335" y="2181225"/>
                </a:lnTo>
                <a:lnTo>
                  <a:pt x="1527810" y="2181225"/>
                </a:lnTo>
                <a:lnTo>
                  <a:pt x="1527810" y="2162175"/>
                </a:lnTo>
                <a:lnTo>
                  <a:pt x="1518285" y="2162175"/>
                </a:lnTo>
                <a:lnTo>
                  <a:pt x="1518285" y="2143125"/>
                </a:lnTo>
                <a:lnTo>
                  <a:pt x="1508760" y="2143125"/>
                </a:lnTo>
                <a:lnTo>
                  <a:pt x="1508760" y="2124075"/>
                </a:lnTo>
                <a:lnTo>
                  <a:pt x="1499235" y="2124075"/>
                </a:lnTo>
                <a:lnTo>
                  <a:pt x="1499235" y="2105025"/>
                </a:lnTo>
                <a:lnTo>
                  <a:pt x="1489710" y="2105025"/>
                </a:lnTo>
                <a:lnTo>
                  <a:pt x="1489710" y="2085975"/>
                </a:lnTo>
                <a:lnTo>
                  <a:pt x="1480185" y="2085975"/>
                </a:lnTo>
                <a:lnTo>
                  <a:pt x="1480185" y="2057400"/>
                </a:lnTo>
                <a:lnTo>
                  <a:pt x="1470660" y="2057400"/>
                </a:lnTo>
                <a:lnTo>
                  <a:pt x="1470660" y="2038350"/>
                </a:lnTo>
                <a:lnTo>
                  <a:pt x="1461135" y="2038350"/>
                </a:lnTo>
                <a:lnTo>
                  <a:pt x="1461135" y="2019300"/>
                </a:lnTo>
                <a:lnTo>
                  <a:pt x="1451610" y="2019300"/>
                </a:lnTo>
                <a:lnTo>
                  <a:pt x="1451610" y="2000250"/>
                </a:lnTo>
                <a:lnTo>
                  <a:pt x="1442085" y="2000250"/>
                </a:lnTo>
                <a:lnTo>
                  <a:pt x="1442085" y="1971675"/>
                </a:lnTo>
                <a:lnTo>
                  <a:pt x="1432560" y="1971675"/>
                </a:lnTo>
                <a:lnTo>
                  <a:pt x="1432560" y="1952625"/>
                </a:lnTo>
                <a:lnTo>
                  <a:pt x="1423035" y="1952625"/>
                </a:lnTo>
                <a:lnTo>
                  <a:pt x="1423035" y="1924050"/>
                </a:lnTo>
                <a:lnTo>
                  <a:pt x="1413510" y="1924050"/>
                </a:lnTo>
                <a:lnTo>
                  <a:pt x="1413510" y="1895475"/>
                </a:lnTo>
                <a:lnTo>
                  <a:pt x="1403985" y="1895475"/>
                </a:lnTo>
                <a:lnTo>
                  <a:pt x="1403985" y="1866900"/>
                </a:lnTo>
                <a:lnTo>
                  <a:pt x="1394460" y="1866900"/>
                </a:lnTo>
                <a:lnTo>
                  <a:pt x="1394460" y="1847850"/>
                </a:lnTo>
                <a:lnTo>
                  <a:pt x="1384935" y="1847850"/>
                </a:lnTo>
                <a:lnTo>
                  <a:pt x="1384935" y="1819275"/>
                </a:lnTo>
                <a:lnTo>
                  <a:pt x="1375410" y="1819275"/>
                </a:lnTo>
                <a:lnTo>
                  <a:pt x="1375410" y="1790700"/>
                </a:lnTo>
                <a:lnTo>
                  <a:pt x="1365885" y="1790700"/>
                </a:lnTo>
                <a:lnTo>
                  <a:pt x="1365885" y="1762125"/>
                </a:lnTo>
                <a:lnTo>
                  <a:pt x="1356360" y="1762125"/>
                </a:lnTo>
                <a:lnTo>
                  <a:pt x="1356360" y="1733550"/>
                </a:lnTo>
                <a:lnTo>
                  <a:pt x="1346835" y="1733550"/>
                </a:lnTo>
                <a:lnTo>
                  <a:pt x="1346835" y="1704975"/>
                </a:lnTo>
                <a:lnTo>
                  <a:pt x="1337310" y="1704975"/>
                </a:lnTo>
                <a:lnTo>
                  <a:pt x="1337310" y="1685925"/>
                </a:lnTo>
                <a:lnTo>
                  <a:pt x="1327785" y="1685925"/>
                </a:lnTo>
                <a:lnTo>
                  <a:pt x="1327785" y="1657350"/>
                </a:lnTo>
                <a:lnTo>
                  <a:pt x="1318260" y="1657350"/>
                </a:lnTo>
                <a:lnTo>
                  <a:pt x="1318260" y="1628775"/>
                </a:lnTo>
                <a:lnTo>
                  <a:pt x="1308735" y="1628775"/>
                </a:lnTo>
                <a:lnTo>
                  <a:pt x="1308735" y="1600200"/>
                </a:lnTo>
                <a:lnTo>
                  <a:pt x="1299210" y="1600200"/>
                </a:lnTo>
                <a:lnTo>
                  <a:pt x="1299210" y="1571625"/>
                </a:lnTo>
                <a:lnTo>
                  <a:pt x="1289685" y="1571625"/>
                </a:lnTo>
                <a:lnTo>
                  <a:pt x="1289685" y="1543050"/>
                </a:lnTo>
                <a:lnTo>
                  <a:pt x="1280160" y="1543050"/>
                </a:lnTo>
                <a:lnTo>
                  <a:pt x="1280160" y="1514475"/>
                </a:lnTo>
                <a:lnTo>
                  <a:pt x="1270635" y="1514475"/>
                </a:lnTo>
                <a:lnTo>
                  <a:pt x="1270635" y="1495425"/>
                </a:lnTo>
                <a:lnTo>
                  <a:pt x="1261110" y="1495425"/>
                </a:lnTo>
                <a:lnTo>
                  <a:pt x="1261110" y="1476375"/>
                </a:lnTo>
                <a:lnTo>
                  <a:pt x="1251585" y="1476375"/>
                </a:lnTo>
                <a:lnTo>
                  <a:pt x="1251585" y="1447800"/>
                </a:lnTo>
                <a:lnTo>
                  <a:pt x="1242060" y="1447800"/>
                </a:lnTo>
                <a:lnTo>
                  <a:pt x="1242060" y="1428750"/>
                </a:lnTo>
                <a:lnTo>
                  <a:pt x="1232535" y="1428750"/>
                </a:lnTo>
                <a:lnTo>
                  <a:pt x="1232535" y="1409700"/>
                </a:lnTo>
                <a:lnTo>
                  <a:pt x="1223010" y="1409700"/>
                </a:lnTo>
                <a:lnTo>
                  <a:pt x="1223010" y="1390650"/>
                </a:lnTo>
                <a:lnTo>
                  <a:pt x="1216396" y="1390650"/>
                </a:lnTo>
                <a:lnTo>
                  <a:pt x="1209675" y="1377209"/>
                </a:lnTo>
                <a:lnTo>
                  <a:pt x="1209675" y="1390650"/>
                </a:lnTo>
                <a:lnTo>
                  <a:pt x="1200150" y="1390650"/>
                </a:lnTo>
                <a:lnTo>
                  <a:pt x="1200150" y="1428750"/>
                </a:lnTo>
                <a:lnTo>
                  <a:pt x="1190625" y="1428750"/>
                </a:lnTo>
                <a:lnTo>
                  <a:pt x="1190625" y="1457325"/>
                </a:lnTo>
                <a:lnTo>
                  <a:pt x="1181100" y="1457325"/>
                </a:lnTo>
                <a:lnTo>
                  <a:pt x="1181100" y="1504950"/>
                </a:lnTo>
                <a:lnTo>
                  <a:pt x="1171575" y="1504950"/>
                </a:lnTo>
                <a:lnTo>
                  <a:pt x="1171575" y="1543050"/>
                </a:lnTo>
                <a:lnTo>
                  <a:pt x="1162050" y="1543050"/>
                </a:lnTo>
                <a:lnTo>
                  <a:pt x="1162050" y="1581150"/>
                </a:lnTo>
                <a:lnTo>
                  <a:pt x="1152525" y="1581150"/>
                </a:lnTo>
                <a:lnTo>
                  <a:pt x="1152525" y="1619250"/>
                </a:lnTo>
                <a:lnTo>
                  <a:pt x="1143000" y="1619250"/>
                </a:lnTo>
                <a:lnTo>
                  <a:pt x="1143000" y="1666875"/>
                </a:lnTo>
                <a:lnTo>
                  <a:pt x="1133475" y="1666875"/>
                </a:lnTo>
                <a:lnTo>
                  <a:pt x="1133475" y="1724025"/>
                </a:lnTo>
                <a:lnTo>
                  <a:pt x="1123950" y="1724025"/>
                </a:lnTo>
                <a:lnTo>
                  <a:pt x="1123950" y="1800225"/>
                </a:lnTo>
                <a:lnTo>
                  <a:pt x="1114425" y="1800225"/>
                </a:lnTo>
                <a:lnTo>
                  <a:pt x="1114425" y="1885950"/>
                </a:lnTo>
                <a:lnTo>
                  <a:pt x="1104900" y="1885950"/>
                </a:lnTo>
                <a:lnTo>
                  <a:pt x="1104900" y="1943100"/>
                </a:lnTo>
                <a:lnTo>
                  <a:pt x="1095375" y="1943100"/>
                </a:lnTo>
                <a:lnTo>
                  <a:pt x="1095375" y="2009775"/>
                </a:lnTo>
                <a:lnTo>
                  <a:pt x="1085850" y="2009775"/>
                </a:lnTo>
                <a:lnTo>
                  <a:pt x="1085850" y="2066925"/>
                </a:lnTo>
                <a:lnTo>
                  <a:pt x="1076325" y="2066925"/>
                </a:lnTo>
                <a:lnTo>
                  <a:pt x="1076325" y="2133600"/>
                </a:lnTo>
                <a:lnTo>
                  <a:pt x="1066800" y="2133600"/>
                </a:lnTo>
                <a:lnTo>
                  <a:pt x="1066800" y="2181225"/>
                </a:lnTo>
                <a:lnTo>
                  <a:pt x="1057275" y="2181225"/>
                </a:lnTo>
                <a:lnTo>
                  <a:pt x="1057275" y="2238375"/>
                </a:lnTo>
                <a:lnTo>
                  <a:pt x="1047750" y="2238375"/>
                </a:lnTo>
                <a:lnTo>
                  <a:pt x="1047750" y="2276475"/>
                </a:lnTo>
                <a:lnTo>
                  <a:pt x="1035314" y="2276475"/>
                </a:lnTo>
                <a:lnTo>
                  <a:pt x="1025789" y="2295525"/>
                </a:lnTo>
                <a:lnTo>
                  <a:pt x="1000125" y="2295525"/>
                </a:lnTo>
                <a:lnTo>
                  <a:pt x="1000125" y="2305050"/>
                </a:lnTo>
                <a:lnTo>
                  <a:pt x="981075" y="2305050"/>
                </a:lnTo>
                <a:lnTo>
                  <a:pt x="981075" y="2314575"/>
                </a:lnTo>
                <a:lnTo>
                  <a:pt x="962025" y="2314575"/>
                </a:lnTo>
                <a:lnTo>
                  <a:pt x="962025" y="2324100"/>
                </a:lnTo>
                <a:lnTo>
                  <a:pt x="952500" y="2324100"/>
                </a:lnTo>
                <a:lnTo>
                  <a:pt x="952500" y="2333625"/>
                </a:lnTo>
                <a:lnTo>
                  <a:pt x="942975" y="2333625"/>
                </a:lnTo>
                <a:lnTo>
                  <a:pt x="942975" y="2343150"/>
                </a:lnTo>
                <a:lnTo>
                  <a:pt x="930539" y="2343150"/>
                </a:lnTo>
                <a:lnTo>
                  <a:pt x="921014" y="2362200"/>
                </a:lnTo>
                <a:lnTo>
                  <a:pt x="904875" y="2362200"/>
                </a:lnTo>
                <a:lnTo>
                  <a:pt x="904875" y="2371725"/>
                </a:lnTo>
                <a:lnTo>
                  <a:pt x="885825" y="2371725"/>
                </a:lnTo>
                <a:lnTo>
                  <a:pt x="885825" y="2381250"/>
                </a:lnTo>
                <a:lnTo>
                  <a:pt x="857250" y="2381250"/>
                </a:lnTo>
                <a:lnTo>
                  <a:pt x="857250" y="2390775"/>
                </a:lnTo>
                <a:lnTo>
                  <a:pt x="819150" y="2390775"/>
                </a:lnTo>
                <a:lnTo>
                  <a:pt x="819150" y="2400300"/>
                </a:lnTo>
                <a:lnTo>
                  <a:pt x="800100" y="2400300"/>
                </a:lnTo>
                <a:lnTo>
                  <a:pt x="800100" y="2409825"/>
                </a:lnTo>
                <a:lnTo>
                  <a:pt x="771525" y="2409825"/>
                </a:lnTo>
                <a:lnTo>
                  <a:pt x="771525" y="2419350"/>
                </a:lnTo>
                <a:lnTo>
                  <a:pt x="733425" y="2419350"/>
                </a:lnTo>
                <a:lnTo>
                  <a:pt x="733425" y="2428875"/>
                </a:lnTo>
                <a:lnTo>
                  <a:pt x="692414" y="2428875"/>
                </a:lnTo>
                <a:lnTo>
                  <a:pt x="682889" y="2447925"/>
                </a:lnTo>
                <a:lnTo>
                  <a:pt x="666750" y="2447925"/>
                </a:lnTo>
                <a:lnTo>
                  <a:pt x="666750" y="2457450"/>
                </a:lnTo>
                <a:lnTo>
                  <a:pt x="638175" y="2457450"/>
                </a:lnTo>
                <a:lnTo>
                  <a:pt x="638175" y="2466975"/>
                </a:lnTo>
                <a:lnTo>
                  <a:pt x="590550" y="2466975"/>
                </a:lnTo>
                <a:lnTo>
                  <a:pt x="590550" y="2476500"/>
                </a:lnTo>
                <a:lnTo>
                  <a:pt x="552450" y="2476500"/>
                </a:lnTo>
                <a:lnTo>
                  <a:pt x="552450" y="2486025"/>
                </a:lnTo>
                <a:lnTo>
                  <a:pt x="504825" y="2486025"/>
                </a:lnTo>
                <a:lnTo>
                  <a:pt x="504825" y="2495550"/>
                </a:lnTo>
                <a:lnTo>
                  <a:pt x="466725" y="2495550"/>
                </a:lnTo>
                <a:lnTo>
                  <a:pt x="466725" y="2505075"/>
                </a:lnTo>
                <a:lnTo>
                  <a:pt x="428625" y="2505075"/>
                </a:lnTo>
                <a:lnTo>
                  <a:pt x="428625" y="2514600"/>
                </a:lnTo>
                <a:lnTo>
                  <a:pt x="390525" y="2514600"/>
                </a:lnTo>
                <a:lnTo>
                  <a:pt x="390525" y="2524125"/>
                </a:lnTo>
                <a:lnTo>
                  <a:pt x="352425" y="2524125"/>
                </a:lnTo>
                <a:lnTo>
                  <a:pt x="352425" y="2533650"/>
                </a:lnTo>
                <a:lnTo>
                  <a:pt x="280035" y="2533650"/>
                </a:lnTo>
                <a:lnTo>
                  <a:pt x="280035" y="2524125"/>
                </a:lnTo>
                <a:lnTo>
                  <a:pt x="273421" y="2524125"/>
                </a:lnTo>
                <a:lnTo>
                  <a:pt x="263896" y="2505075"/>
                </a:lnTo>
                <a:lnTo>
                  <a:pt x="241935" y="2505075"/>
                </a:lnTo>
                <a:lnTo>
                  <a:pt x="241935" y="2495550"/>
                </a:lnTo>
                <a:lnTo>
                  <a:pt x="235321" y="2495550"/>
                </a:lnTo>
                <a:lnTo>
                  <a:pt x="225796" y="2476500"/>
                </a:lnTo>
                <a:lnTo>
                  <a:pt x="203835" y="2476500"/>
                </a:lnTo>
                <a:lnTo>
                  <a:pt x="203835" y="2466975"/>
                </a:lnTo>
                <a:lnTo>
                  <a:pt x="194310" y="2466975"/>
                </a:lnTo>
                <a:lnTo>
                  <a:pt x="194310" y="2457450"/>
                </a:lnTo>
                <a:lnTo>
                  <a:pt x="178171" y="2457450"/>
                </a:lnTo>
                <a:lnTo>
                  <a:pt x="168646" y="2438400"/>
                </a:lnTo>
                <a:lnTo>
                  <a:pt x="123825" y="2438400"/>
                </a:lnTo>
                <a:lnTo>
                  <a:pt x="123825" y="2447925"/>
                </a:lnTo>
                <a:lnTo>
                  <a:pt x="104775" y="2447925"/>
                </a:lnTo>
                <a:lnTo>
                  <a:pt x="104775" y="2609850"/>
                </a:lnTo>
                <a:lnTo>
                  <a:pt x="95250" y="2609850"/>
                </a:lnTo>
                <a:lnTo>
                  <a:pt x="95250" y="2628900"/>
                </a:lnTo>
                <a:lnTo>
                  <a:pt x="85725" y="2628900"/>
                </a:lnTo>
                <a:lnTo>
                  <a:pt x="85725" y="2647950"/>
                </a:lnTo>
                <a:lnTo>
                  <a:pt x="76200" y="2647950"/>
                </a:lnTo>
                <a:lnTo>
                  <a:pt x="76200" y="2667000"/>
                </a:lnTo>
                <a:lnTo>
                  <a:pt x="66675" y="2667000"/>
                </a:lnTo>
                <a:lnTo>
                  <a:pt x="66675" y="2686050"/>
                </a:lnTo>
                <a:lnTo>
                  <a:pt x="57150" y="2686050"/>
                </a:lnTo>
                <a:lnTo>
                  <a:pt x="57150" y="2705100"/>
                </a:lnTo>
                <a:lnTo>
                  <a:pt x="47625" y="2705100"/>
                </a:lnTo>
                <a:lnTo>
                  <a:pt x="47625" y="2724150"/>
                </a:lnTo>
                <a:lnTo>
                  <a:pt x="19050" y="2724150"/>
                </a:lnTo>
                <a:lnTo>
                  <a:pt x="19050" y="2733675"/>
                </a:lnTo>
                <a:lnTo>
                  <a:pt x="0" y="2733675"/>
                </a:lnTo>
                <a:lnTo>
                  <a:pt x="0" y="2737485"/>
                </a:lnTo>
                <a:close/>
              </a:path>
            </a:pathLst>
          </a:custGeom>
          <a:solidFill xmlns:a="http://schemas.openxmlformats.org/drawingml/2006/main">
            <a:srgbClr val="63548B"/>
          </a:solidFill>
          <a:ln xmlns:a="http://schemas.openxmlformats.org/drawingml/2006/main" w="0">
            <a:noFill/>
          </a:ln>
        </p:spPr>
      </p:sp>
      <p:sp>
        <p:nvSpPr>
          <p:cNvPr id="83" name="Projected surface region 2">
            <a:extLst xmlns:a="http://schemas.openxmlformats.org/drawingml/2006/main">
              <a:ext uri="{FF2B5EF4-FFF2-40B4-BE49-F238E27FC236}">
                <a16:creationId xmlns:a16="http://schemas.microsoft.com/office/drawing/2014/main" id="{A06F1AB6-2385-40FF-A6DA-15761652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685" y="2346960"/>
            <a:ext cx="316230" cy="653137"/>
          </a:xfrm>
          <a:custGeom xmlns:a="http://schemas.openxmlformats.org/drawingml/2006/main">
            <a:pathLst>
              <a:path w="316230" h="653137">
                <a:moveTo>
                  <a:pt x="145058" y="28575"/>
                </a:moveTo>
                <a:lnTo>
                  <a:pt x="123825" y="28575"/>
                </a:lnTo>
                <a:lnTo>
                  <a:pt x="123825" y="38100"/>
                </a:lnTo>
                <a:lnTo>
                  <a:pt x="114300" y="38100"/>
                </a:lnTo>
                <a:lnTo>
                  <a:pt x="114300" y="57150"/>
                </a:lnTo>
                <a:lnTo>
                  <a:pt x="104775" y="57150"/>
                </a:lnTo>
                <a:lnTo>
                  <a:pt x="104775" y="85725"/>
                </a:lnTo>
                <a:lnTo>
                  <a:pt x="95250" y="85725"/>
                </a:lnTo>
                <a:lnTo>
                  <a:pt x="95250" y="114300"/>
                </a:lnTo>
                <a:lnTo>
                  <a:pt x="85725" y="114300"/>
                </a:lnTo>
                <a:lnTo>
                  <a:pt x="85725" y="133350"/>
                </a:lnTo>
                <a:lnTo>
                  <a:pt x="76200" y="133350"/>
                </a:lnTo>
                <a:lnTo>
                  <a:pt x="76200" y="152400"/>
                </a:lnTo>
                <a:lnTo>
                  <a:pt x="66675" y="152400"/>
                </a:lnTo>
                <a:lnTo>
                  <a:pt x="66675" y="171450"/>
                </a:lnTo>
                <a:lnTo>
                  <a:pt x="57150" y="171450"/>
                </a:lnTo>
                <a:lnTo>
                  <a:pt x="57150" y="190500"/>
                </a:lnTo>
                <a:lnTo>
                  <a:pt x="47625" y="190500"/>
                </a:lnTo>
                <a:lnTo>
                  <a:pt x="47625" y="238125"/>
                </a:lnTo>
                <a:lnTo>
                  <a:pt x="38100" y="238125"/>
                </a:lnTo>
                <a:lnTo>
                  <a:pt x="38100" y="295275"/>
                </a:lnTo>
                <a:lnTo>
                  <a:pt x="28575" y="295275"/>
                </a:lnTo>
                <a:lnTo>
                  <a:pt x="28575" y="352425"/>
                </a:lnTo>
                <a:lnTo>
                  <a:pt x="19050" y="352425"/>
                </a:lnTo>
                <a:lnTo>
                  <a:pt x="19050" y="409575"/>
                </a:lnTo>
                <a:lnTo>
                  <a:pt x="9525" y="409575"/>
                </a:lnTo>
                <a:lnTo>
                  <a:pt x="9525" y="476250"/>
                </a:lnTo>
                <a:lnTo>
                  <a:pt x="0" y="476250"/>
                </a:lnTo>
                <a:lnTo>
                  <a:pt x="0" y="516255"/>
                </a:lnTo>
                <a:lnTo>
                  <a:pt x="18772" y="516255"/>
                </a:lnTo>
                <a:lnTo>
                  <a:pt x="28297" y="497205"/>
                </a:lnTo>
                <a:lnTo>
                  <a:pt x="78105" y="497205"/>
                </a:lnTo>
                <a:lnTo>
                  <a:pt x="78105" y="487680"/>
                </a:lnTo>
                <a:lnTo>
                  <a:pt x="85725" y="487680"/>
                </a:lnTo>
                <a:lnTo>
                  <a:pt x="85725" y="497205"/>
                </a:lnTo>
                <a:lnTo>
                  <a:pt x="114300" y="497205"/>
                </a:lnTo>
                <a:lnTo>
                  <a:pt x="114300" y="506730"/>
                </a:lnTo>
                <a:lnTo>
                  <a:pt x="123825" y="506730"/>
                </a:lnTo>
                <a:lnTo>
                  <a:pt x="123825" y="516255"/>
                </a:lnTo>
                <a:lnTo>
                  <a:pt x="133350" y="516255"/>
                </a:lnTo>
                <a:lnTo>
                  <a:pt x="133350" y="525780"/>
                </a:lnTo>
                <a:lnTo>
                  <a:pt x="142875" y="525780"/>
                </a:lnTo>
                <a:lnTo>
                  <a:pt x="142875" y="535305"/>
                </a:lnTo>
                <a:lnTo>
                  <a:pt x="152400" y="535305"/>
                </a:lnTo>
                <a:lnTo>
                  <a:pt x="152400" y="542647"/>
                </a:lnTo>
                <a:lnTo>
                  <a:pt x="171450" y="552172"/>
                </a:lnTo>
                <a:lnTo>
                  <a:pt x="171450" y="573405"/>
                </a:lnTo>
                <a:lnTo>
                  <a:pt x="180975" y="573405"/>
                </a:lnTo>
                <a:lnTo>
                  <a:pt x="180975" y="582930"/>
                </a:lnTo>
                <a:lnTo>
                  <a:pt x="190500" y="582930"/>
                </a:lnTo>
                <a:lnTo>
                  <a:pt x="190500" y="599797"/>
                </a:lnTo>
                <a:lnTo>
                  <a:pt x="209550" y="609322"/>
                </a:lnTo>
                <a:lnTo>
                  <a:pt x="209550" y="637897"/>
                </a:lnTo>
                <a:lnTo>
                  <a:pt x="240030" y="653137"/>
                </a:lnTo>
                <a:lnTo>
                  <a:pt x="240030" y="611505"/>
                </a:lnTo>
                <a:lnTo>
                  <a:pt x="249555" y="611505"/>
                </a:lnTo>
                <a:lnTo>
                  <a:pt x="249555" y="563880"/>
                </a:lnTo>
                <a:lnTo>
                  <a:pt x="259080" y="563880"/>
                </a:lnTo>
                <a:lnTo>
                  <a:pt x="259080" y="516255"/>
                </a:lnTo>
                <a:lnTo>
                  <a:pt x="268605" y="516255"/>
                </a:lnTo>
                <a:lnTo>
                  <a:pt x="268605" y="468630"/>
                </a:lnTo>
                <a:lnTo>
                  <a:pt x="278130" y="468630"/>
                </a:lnTo>
                <a:lnTo>
                  <a:pt x="278130" y="421005"/>
                </a:lnTo>
                <a:lnTo>
                  <a:pt x="287655" y="421005"/>
                </a:lnTo>
                <a:lnTo>
                  <a:pt x="287655" y="363855"/>
                </a:lnTo>
                <a:lnTo>
                  <a:pt x="297180" y="363855"/>
                </a:lnTo>
                <a:lnTo>
                  <a:pt x="297180" y="297180"/>
                </a:lnTo>
                <a:lnTo>
                  <a:pt x="306705" y="297180"/>
                </a:lnTo>
                <a:lnTo>
                  <a:pt x="306705" y="259080"/>
                </a:lnTo>
                <a:lnTo>
                  <a:pt x="316230" y="259080"/>
                </a:lnTo>
                <a:lnTo>
                  <a:pt x="316230" y="238125"/>
                </a:lnTo>
                <a:lnTo>
                  <a:pt x="306705" y="238125"/>
                </a:lnTo>
                <a:lnTo>
                  <a:pt x="306705" y="219075"/>
                </a:lnTo>
                <a:lnTo>
                  <a:pt x="297180" y="219075"/>
                </a:lnTo>
                <a:lnTo>
                  <a:pt x="297180" y="190500"/>
                </a:lnTo>
                <a:lnTo>
                  <a:pt x="287655" y="190500"/>
                </a:lnTo>
                <a:lnTo>
                  <a:pt x="287655" y="152400"/>
                </a:lnTo>
                <a:lnTo>
                  <a:pt x="278130" y="152400"/>
                </a:lnTo>
                <a:lnTo>
                  <a:pt x="278130" y="133350"/>
                </a:lnTo>
                <a:lnTo>
                  <a:pt x="268605" y="133350"/>
                </a:lnTo>
                <a:lnTo>
                  <a:pt x="268605" y="114300"/>
                </a:lnTo>
                <a:lnTo>
                  <a:pt x="259080" y="114300"/>
                </a:lnTo>
                <a:lnTo>
                  <a:pt x="259080" y="85725"/>
                </a:lnTo>
                <a:lnTo>
                  <a:pt x="249555" y="85725"/>
                </a:lnTo>
                <a:lnTo>
                  <a:pt x="249555" y="57150"/>
                </a:lnTo>
                <a:lnTo>
                  <a:pt x="240030" y="57150"/>
                </a:lnTo>
                <a:lnTo>
                  <a:pt x="240030" y="47625"/>
                </a:lnTo>
                <a:lnTo>
                  <a:pt x="230505" y="47625"/>
                </a:lnTo>
                <a:lnTo>
                  <a:pt x="230505" y="38100"/>
                </a:lnTo>
                <a:lnTo>
                  <a:pt x="220980" y="38100"/>
                </a:lnTo>
                <a:lnTo>
                  <a:pt x="220980" y="28575"/>
                </a:lnTo>
                <a:lnTo>
                  <a:pt x="211455" y="28575"/>
                </a:lnTo>
                <a:lnTo>
                  <a:pt x="211455" y="19050"/>
                </a:lnTo>
                <a:lnTo>
                  <a:pt x="199747" y="19050"/>
                </a:lnTo>
                <a:lnTo>
                  <a:pt x="190222" y="0"/>
                </a:lnTo>
                <a:lnTo>
                  <a:pt x="161925" y="0"/>
                </a:lnTo>
                <a:lnTo>
                  <a:pt x="161925" y="9525"/>
                </a:lnTo>
                <a:lnTo>
                  <a:pt x="154583" y="9525"/>
                </a:lnTo>
                <a:lnTo>
                  <a:pt x="145058" y="28575"/>
                </a:lnTo>
                <a:close/>
              </a:path>
            </a:pathLst>
          </a:custGeom>
          <a:solidFill xmlns:a="http://schemas.openxmlformats.org/drawingml/2006/main">
            <a:srgbClr val="309B93"/>
          </a:solidFill>
          <a:ln xmlns:a="http://schemas.openxmlformats.org/drawingml/2006/main" w="0">
            <a:noFill/>
          </a:ln>
        </p:spPr>
      </p:sp>
      <p:sp>
        <p:nvSpPr>
          <p:cNvPr id="84" name="Projected surface region 3">
            <a:extLst xmlns:a="http://schemas.openxmlformats.org/drawingml/2006/main">
              <a:ext uri="{FF2B5EF4-FFF2-40B4-BE49-F238E27FC236}">
                <a16:creationId xmlns:a16="http://schemas.microsoft.com/office/drawing/2014/main" id="{557E26D6-3D56-44B7-AAF6-136123DE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610" y="2423160"/>
            <a:ext cx="201930" cy="363855"/>
          </a:xfrm>
          <a:custGeom xmlns:a="http://schemas.openxmlformats.org/drawingml/2006/main">
            <a:pathLst>
              <a:path w="201930" h="363855">
                <a:moveTo>
                  <a:pt x="78105" y="171450"/>
                </a:moveTo>
                <a:lnTo>
                  <a:pt x="78105" y="152400"/>
                </a:lnTo>
                <a:lnTo>
                  <a:pt x="68580" y="152400"/>
                </a:lnTo>
                <a:lnTo>
                  <a:pt x="68580" y="104775"/>
                </a:lnTo>
                <a:lnTo>
                  <a:pt x="59055" y="104775"/>
                </a:lnTo>
                <a:lnTo>
                  <a:pt x="59055" y="66675"/>
                </a:lnTo>
                <a:lnTo>
                  <a:pt x="38100" y="66675"/>
                </a:lnTo>
                <a:lnTo>
                  <a:pt x="38100" y="95250"/>
                </a:lnTo>
                <a:lnTo>
                  <a:pt x="28575" y="95250"/>
                </a:lnTo>
                <a:lnTo>
                  <a:pt x="28575" y="133350"/>
                </a:lnTo>
                <a:lnTo>
                  <a:pt x="19050" y="133350"/>
                </a:lnTo>
                <a:lnTo>
                  <a:pt x="19050" y="190500"/>
                </a:lnTo>
                <a:lnTo>
                  <a:pt x="9525" y="190500"/>
                </a:lnTo>
                <a:lnTo>
                  <a:pt x="9525" y="209550"/>
                </a:lnTo>
                <a:lnTo>
                  <a:pt x="0" y="209550"/>
                </a:lnTo>
                <a:lnTo>
                  <a:pt x="0" y="230505"/>
                </a:lnTo>
                <a:lnTo>
                  <a:pt x="9525" y="230505"/>
                </a:lnTo>
                <a:lnTo>
                  <a:pt x="9525" y="278130"/>
                </a:lnTo>
                <a:lnTo>
                  <a:pt x="19050" y="278130"/>
                </a:lnTo>
                <a:lnTo>
                  <a:pt x="19050" y="335280"/>
                </a:lnTo>
                <a:lnTo>
                  <a:pt x="49530" y="335280"/>
                </a:lnTo>
                <a:lnTo>
                  <a:pt x="49530" y="306705"/>
                </a:lnTo>
                <a:lnTo>
                  <a:pt x="59055" y="306705"/>
                </a:lnTo>
                <a:lnTo>
                  <a:pt x="59055" y="278130"/>
                </a:lnTo>
                <a:lnTo>
                  <a:pt x="68580" y="278130"/>
                </a:lnTo>
                <a:lnTo>
                  <a:pt x="68580" y="240030"/>
                </a:lnTo>
                <a:lnTo>
                  <a:pt x="78105" y="240030"/>
                </a:lnTo>
                <a:lnTo>
                  <a:pt x="78105" y="214987"/>
                </a:lnTo>
                <a:lnTo>
                  <a:pt x="85725" y="218797"/>
                </a:lnTo>
                <a:lnTo>
                  <a:pt x="85725" y="268605"/>
                </a:lnTo>
                <a:lnTo>
                  <a:pt x="95250" y="268605"/>
                </a:lnTo>
                <a:lnTo>
                  <a:pt x="95250" y="306705"/>
                </a:lnTo>
                <a:lnTo>
                  <a:pt x="104775" y="306705"/>
                </a:lnTo>
                <a:lnTo>
                  <a:pt x="104775" y="344805"/>
                </a:lnTo>
                <a:lnTo>
                  <a:pt x="114300" y="344805"/>
                </a:lnTo>
                <a:lnTo>
                  <a:pt x="114300" y="363855"/>
                </a:lnTo>
                <a:lnTo>
                  <a:pt x="135255" y="363855"/>
                </a:lnTo>
                <a:lnTo>
                  <a:pt x="135255" y="354330"/>
                </a:lnTo>
                <a:lnTo>
                  <a:pt x="144780" y="354330"/>
                </a:lnTo>
                <a:lnTo>
                  <a:pt x="144780" y="342622"/>
                </a:lnTo>
                <a:lnTo>
                  <a:pt x="163830" y="333097"/>
                </a:lnTo>
                <a:lnTo>
                  <a:pt x="163830" y="314047"/>
                </a:lnTo>
                <a:lnTo>
                  <a:pt x="182880" y="304522"/>
                </a:lnTo>
                <a:lnTo>
                  <a:pt x="182880" y="285472"/>
                </a:lnTo>
                <a:lnTo>
                  <a:pt x="201930" y="275947"/>
                </a:lnTo>
                <a:lnTo>
                  <a:pt x="201930" y="247650"/>
                </a:lnTo>
                <a:lnTo>
                  <a:pt x="192405" y="247650"/>
                </a:lnTo>
                <a:lnTo>
                  <a:pt x="192405" y="200025"/>
                </a:lnTo>
                <a:lnTo>
                  <a:pt x="182880" y="200025"/>
                </a:lnTo>
                <a:lnTo>
                  <a:pt x="182880" y="142875"/>
                </a:lnTo>
                <a:lnTo>
                  <a:pt x="173355" y="142875"/>
                </a:lnTo>
                <a:lnTo>
                  <a:pt x="173355" y="76200"/>
                </a:lnTo>
                <a:lnTo>
                  <a:pt x="163830" y="76200"/>
                </a:lnTo>
                <a:lnTo>
                  <a:pt x="163830" y="0"/>
                </a:lnTo>
                <a:lnTo>
                  <a:pt x="142875" y="0"/>
                </a:lnTo>
                <a:lnTo>
                  <a:pt x="142875" y="19050"/>
                </a:lnTo>
                <a:lnTo>
                  <a:pt x="133350" y="19050"/>
                </a:lnTo>
                <a:lnTo>
                  <a:pt x="133350" y="38100"/>
                </a:lnTo>
                <a:lnTo>
                  <a:pt x="123825" y="38100"/>
                </a:lnTo>
                <a:lnTo>
                  <a:pt x="123825" y="66675"/>
                </a:lnTo>
                <a:lnTo>
                  <a:pt x="114300" y="66675"/>
                </a:lnTo>
                <a:lnTo>
                  <a:pt x="114300" y="95250"/>
                </a:lnTo>
                <a:lnTo>
                  <a:pt x="104775" y="95250"/>
                </a:lnTo>
                <a:lnTo>
                  <a:pt x="104775" y="123825"/>
                </a:lnTo>
                <a:lnTo>
                  <a:pt x="95250" y="123825"/>
                </a:lnTo>
                <a:lnTo>
                  <a:pt x="95250" y="152400"/>
                </a:lnTo>
                <a:lnTo>
                  <a:pt x="85725" y="152400"/>
                </a:lnTo>
                <a:lnTo>
                  <a:pt x="85725" y="171450"/>
                </a:lnTo>
                <a:lnTo>
                  <a:pt x="78105" y="171450"/>
                </a:lnTo>
                <a:close/>
              </a:path>
            </a:pathLst>
          </a:custGeom>
          <a:solidFill xmlns:a="http://schemas.openxmlformats.org/drawingml/2006/main">
            <a:srgbClr val="309B93"/>
          </a:solidFill>
          <a:ln xmlns:a="http://schemas.openxmlformats.org/drawingml/2006/main" w="0">
            <a:noFill/>
          </a:ln>
        </p:spPr>
      </p:sp>
      <p:sp>
        <p:nvSpPr>
          <p:cNvPr id="85" name="Projected surface region 4">
            <a:extLst xmlns:a="http://schemas.openxmlformats.org/drawingml/2006/main">
              <a:ext uri="{FF2B5EF4-FFF2-40B4-BE49-F238E27FC236}">
                <a16:creationId xmlns:a16="http://schemas.microsoft.com/office/drawing/2014/main" id="{24F2B15B-3D24-463A-A9C1-6826195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8410"/>
            <a:ext cx="251507" cy="401955"/>
          </a:xfrm>
          <a:custGeom xmlns:a="http://schemas.openxmlformats.org/drawingml/2006/main">
            <a:pathLst>
              <a:path w="251507" h="401955">
                <a:moveTo>
                  <a:pt x="85725" y="40283"/>
                </a:moveTo>
                <a:lnTo>
                  <a:pt x="85725" y="47625"/>
                </a:lnTo>
                <a:lnTo>
                  <a:pt x="76200" y="47625"/>
                </a:lnTo>
                <a:lnTo>
                  <a:pt x="76200" y="57150"/>
                </a:lnTo>
                <a:lnTo>
                  <a:pt x="57150" y="57150"/>
                </a:lnTo>
                <a:lnTo>
                  <a:pt x="57150" y="76200"/>
                </a:lnTo>
                <a:lnTo>
                  <a:pt x="47625" y="76200"/>
                </a:lnTo>
                <a:lnTo>
                  <a:pt x="47625" y="87908"/>
                </a:lnTo>
                <a:lnTo>
                  <a:pt x="28575" y="97433"/>
                </a:lnTo>
                <a:lnTo>
                  <a:pt x="28575" y="116483"/>
                </a:lnTo>
                <a:lnTo>
                  <a:pt x="9525" y="126008"/>
                </a:lnTo>
                <a:lnTo>
                  <a:pt x="9525" y="142875"/>
                </a:lnTo>
                <a:lnTo>
                  <a:pt x="0" y="142875"/>
                </a:lnTo>
                <a:lnTo>
                  <a:pt x="0" y="173355"/>
                </a:lnTo>
                <a:lnTo>
                  <a:pt x="9525" y="173355"/>
                </a:lnTo>
                <a:lnTo>
                  <a:pt x="9525" y="201930"/>
                </a:lnTo>
                <a:lnTo>
                  <a:pt x="19050" y="201930"/>
                </a:lnTo>
                <a:lnTo>
                  <a:pt x="19050" y="230505"/>
                </a:lnTo>
                <a:lnTo>
                  <a:pt x="28575" y="230505"/>
                </a:lnTo>
                <a:lnTo>
                  <a:pt x="28575" y="259080"/>
                </a:lnTo>
                <a:lnTo>
                  <a:pt x="38100" y="259080"/>
                </a:lnTo>
                <a:lnTo>
                  <a:pt x="38100" y="297180"/>
                </a:lnTo>
                <a:lnTo>
                  <a:pt x="47625" y="297180"/>
                </a:lnTo>
                <a:lnTo>
                  <a:pt x="47625" y="306705"/>
                </a:lnTo>
                <a:lnTo>
                  <a:pt x="66675" y="306705"/>
                </a:lnTo>
                <a:lnTo>
                  <a:pt x="66675" y="314047"/>
                </a:lnTo>
                <a:lnTo>
                  <a:pt x="85725" y="323572"/>
                </a:lnTo>
                <a:lnTo>
                  <a:pt x="85725" y="344805"/>
                </a:lnTo>
                <a:lnTo>
                  <a:pt x="95250" y="344805"/>
                </a:lnTo>
                <a:lnTo>
                  <a:pt x="95250" y="354330"/>
                </a:lnTo>
                <a:lnTo>
                  <a:pt x="104775" y="354330"/>
                </a:lnTo>
                <a:lnTo>
                  <a:pt x="104775" y="361672"/>
                </a:lnTo>
                <a:lnTo>
                  <a:pt x="123825" y="371197"/>
                </a:lnTo>
                <a:lnTo>
                  <a:pt x="123825" y="392430"/>
                </a:lnTo>
                <a:lnTo>
                  <a:pt x="133350" y="392430"/>
                </a:lnTo>
                <a:lnTo>
                  <a:pt x="133350" y="401955"/>
                </a:lnTo>
                <a:lnTo>
                  <a:pt x="163830" y="401955"/>
                </a:lnTo>
                <a:lnTo>
                  <a:pt x="163830" y="382905"/>
                </a:lnTo>
                <a:lnTo>
                  <a:pt x="173355" y="382905"/>
                </a:lnTo>
                <a:lnTo>
                  <a:pt x="173355" y="373380"/>
                </a:lnTo>
                <a:lnTo>
                  <a:pt x="182880" y="373380"/>
                </a:lnTo>
                <a:lnTo>
                  <a:pt x="182880" y="352147"/>
                </a:lnTo>
                <a:lnTo>
                  <a:pt x="201930" y="342622"/>
                </a:lnTo>
                <a:lnTo>
                  <a:pt x="201930" y="325755"/>
                </a:lnTo>
                <a:lnTo>
                  <a:pt x="211455" y="325755"/>
                </a:lnTo>
                <a:lnTo>
                  <a:pt x="211455" y="306705"/>
                </a:lnTo>
                <a:lnTo>
                  <a:pt x="220980" y="306705"/>
                </a:lnTo>
                <a:lnTo>
                  <a:pt x="220980" y="297180"/>
                </a:lnTo>
                <a:lnTo>
                  <a:pt x="230505" y="297180"/>
                </a:lnTo>
                <a:lnTo>
                  <a:pt x="230505" y="287655"/>
                </a:lnTo>
                <a:lnTo>
                  <a:pt x="237847" y="287655"/>
                </a:lnTo>
                <a:lnTo>
                  <a:pt x="251507" y="260334"/>
                </a:lnTo>
                <a:lnTo>
                  <a:pt x="230505" y="249833"/>
                </a:lnTo>
                <a:lnTo>
                  <a:pt x="230505" y="219075"/>
                </a:lnTo>
                <a:lnTo>
                  <a:pt x="220980" y="219075"/>
                </a:lnTo>
                <a:lnTo>
                  <a:pt x="220980" y="200025"/>
                </a:lnTo>
                <a:lnTo>
                  <a:pt x="211455" y="200025"/>
                </a:lnTo>
                <a:lnTo>
                  <a:pt x="211455" y="180975"/>
                </a:lnTo>
                <a:lnTo>
                  <a:pt x="201930" y="180975"/>
                </a:lnTo>
                <a:lnTo>
                  <a:pt x="201930" y="161925"/>
                </a:lnTo>
                <a:lnTo>
                  <a:pt x="192405" y="161925"/>
                </a:lnTo>
                <a:lnTo>
                  <a:pt x="192405" y="142875"/>
                </a:lnTo>
                <a:lnTo>
                  <a:pt x="182880" y="142875"/>
                </a:lnTo>
                <a:lnTo>
                  <a:pt x="182880" y="114300"/>
                </a:lnTo>
                <a:lnTo>
                  <a:pt x="173355" y="114300"/>
                </a:lnTo>
                <a:lnTo>
                  <a:pt x="173355" y="85725"/>
                </a:lnTo>
                <a:lnTo>
                  <a:pt x="163830" y="85725"/>
                </a:lnTo>
                <a:lnTo>
                  <a:pt x="163830" y="0"/>
                </a:lnTo>
                <a:lnTo>
                  <a:pt x="142875" y="0"/>
                </a:lnTo>
                <a:lnTo>
                  <a:pt x="142875" y="28575"/>
                </a:lnTo>
                <a:lnTo>
                  <a:pt x="135255" y="28575"/>
                </a:lnTo>
                <a:lnTo>
                  <a:pt x="135255" y="19050"/>
                </a:lnTo>
                <a:lnTo>
                  <a:pt x="104775" y="19050"/>
                </a:lnTo>
                <a:lnTo>
                  <a:pt x="104775" y="30758"/>
                </a:lnTo>
                <a:lnTo>
                  <a:pt x="85725" y="40283"/>
                </a:lnTo>
                <a:close/>
              </a:path>
            </a:pathLst>
          </a:custGeom>
          <a:solidFill xmlns:a="http://schemas.openxmlformats.org/drawingml/2006/main">
            <a:srgbClr val="309B93"/>
          </a:solidFill>
          <a:ln xmlns:a="http://schemas.openxmlformats.org/drawingml/2006/main" w="0">
            <a:noFill/>
          </a:ln>
        </p:spPr>
      </p:sp>
      <p:sp>
        <p:nvSpPr>
          <p:cNvPr id="86" name="Projected surface region 5">
            <a:extLst xmlns:a="http://schemas.openxmlformats.org/drawingml/2006/main">
              <a:ext uri="{FF2B5EF4-FFF2-40B4-BE49-F238E27FC236}">
                <a16:creationId xmlns:a16="http://schemas.microsoft.com/office/drawing/2014/main" id="{D26B9F9E-A06E-45DA-A273-702FB72E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210" y="2524403"/>
            <a:ext cx="192405" cy="323294"/>
          </a:xfrm>
          <a:custGeom xmlns:a="http://schemas.openxmlformats.org/drawingml/2006/main">
            <a:pathLst>
              <a:path w="192405" h="323294">
                <a:moveTo>
                  <a:pt x="9525" y="34012"/>
                </a:moveTo>
                <a:lnTo>
                  <a:pt x="9525" y="53062"/>
                </a:lnTo>
                <a:lnTo>
                  <a:pt x="19050" y="53062"/>
                </a:lnTo>
                <a:lnTo>
                  <a:pt x="19050" y="72112"/>
                </a:lnTo>
                <a:lnTo>
                  <a:pt x="28575" y="72112"/>
                </a:lnTo>
                <a:lnTo>
                  <a:pt x="28575" y="100687"/>
                </a:lnTo>
                <a:lnTo>
                  <a:pt x="38100" y="100687"/>
                </a:lnTo>
                <a:lnTo>
                  <a:pt x="38100" y="117554"/>
                </a:lnTo>
                <a:lnTo>
                  <a:pt x="57150" y="127079"/>
                </a:lnTo>
                <a:lnTo>
                  <a:pt x="57150" y="157837"/>
                </a:lnTo>
                <a:lnTo>
                  <a:pt x="66675" y="157837"/>
                </a:lnTo>
                <a:lnTo>
                  <a:pt x="66675" y="176887"/>
                </a:lnTo>
                <a:lnTo>
                  <a:pt x="76200" y="176887"/>
                </a:lnTo>
                <a:lnTo>
                  <a:pt x="76200" y="195937"/>
                </a:lnTo>
                <a:lnTo>
                  <a:pt x="85725" y="195937"/>
                </a:lnTo>
                <a:lnTo>
                  <a:pt x="85725" y="222607"/>
                </a:lnTo>
                <a:lnTo>
                  <a:pt x="76200" y="222607"/>
                </a:lnTo>
                <a:lnTo>
                  <a:pt x="76200" y="243562"/>
                </a:lnTo>
                <a:lnTo>
                  <a:pt x="104775" y="243562"/>
                </a:lnTo>
                <a:lnTo>
                  <a:pt x="104775" y="253087"/>
                </a:lnTo>
                <a:lnTo>
                  <a:pt x="114300" y="253087"/>
                </a:lnTo>
                <a:lnTo>
                  <a:pt x="114300" y="262612"/>
                </a:lnTo>
                <a:lnTo>
                  <a:pt x="126008" y="262612"/>
                </a:lnTo>
                <a:lnTo>
                  <a:pt x="135533" y="281662"/>
                </a:lnTo>
                <a:lnTo>
                  <a:pt x="152400" y="281662"/>
                </a:lnTo>
                <a:lnTo>
                  <a:pt x="152400" y="300712"/>
                </a:lnTo>
                <a:lnTo>
                  <a:pt x="161925" y="300712"/>
                </a:lnTo>
                <a:lnTo>
                  <a:pt x="161925" y="308054"/>
                </a:lnTo>
                <a:lnTo>
                  <a:pt x="192405" y="323294"/>
                </a:lnTo>
                <a:lnTo>
                  <a:pt x="192405" y="279757"/>
                </a:lnTo>
                <a:lnTo>
                  <a:pt x="182880" y="279757"/>
                </a:lnTo>
                <a:lnTo>
                  <a:pt x="182880" y="260707"/>
                </a:lnTo>
                <a:lnTo>
                  <a:pt x="173355" y="260707"/>
                </a:lnTo>
                <a:lnTo>
                  <a:pt x="173355" y="232132"/>
                </a:lnTo>
                <a:lnTo>
                  <a:pt x="163830" y="232132"/>
                </a:lnTo>
                <a:lnTo>
                  <a:pt x="163830" y="215265"/>
                </a:lnTo>
                <a:lnTo>
                  <a:pt x="144780" y="205740"/>
                </a:lnTo>
                <a:lnTo>
                  <a:pt x="144780" y="186690"/>
                </a:lnTo>
                <a:lnTo>
                  <a:pt x="125730" y="177165"/>
                </a:lnTo>
                <a:lnTo>
                  <a:pt x="125730" y="155932"/>
                </a:lnTo>
                <a:lnTo>
                  <a:pt x="116205" y="155932"/>
                </a:lnTo>
                <a:lnTo>
                  <a:pt x="116205" y="136882"/>
                </a:lnTo>
                <a:lnTo>
                  <a:pt x="106680" y="136882"/>
                </a:lnTo>
                <a:lnTo>
                  <a:pt x="106680" y="117832"/>
                </a:lnTo>
                <a:lnTo>
                  <a:pt x="97155" y="117832"/>
                </a:lnTo>
                <a:lnTo>
                  <a:pt x="97155" y="98782"/>
                </a:lnTo>
                <a:lnTo>
                  <a:pt x="87630" y="98782"/>
                </a:lnTo>
                <a:lnTo>
                  <a:pt x="87630" y="89257"/>
                </a:lnTo>
                <a:lnTo>
                  <a:pt x="78105" y="89257"/>
                </a:lnTo>
                <a:lnTo>
                  <a:pt x="78105" y="81915"/>
                </a:lnTo>
                <a:lnTo>
                  <a:pt x="59055" y="72390"/>
                </a:lnTo>
                <a:lnTo>
                  <a:pt x="59055" y="51157"/>
                </a:lnTo>
                <a:lnTo>
                  <a:pt x="49530" y="51157"/>
                </a:lnTo>
                <a:lnTo>
                  <a:pt x="49530" y="32107"/>
                </a:lnTo>
                <a:lnTo>
                  <a:pt x="40005" y="32107"/>
                </a:lnTo>
                <a:lnTo>
                  <a:pt x="40005" y="22582"/>
                </a:lnTo>
                <a:lnTo>
                  <a:pt x="30480" y="22582"/>
                </a:lnTo>
                <a:lnTo>
                  <a:pt x="30480" y="15240"/>
                </a:lnTo>
                <a:lnTo>
                  <a:pt x="0" y="0"/>
                </a:lnTo>
                <a:lnTo>
                  <a:pt x="0" y="34012"/>
                </a:lnTo>
                <a:lnTo>
                  <a:pt x="9525" y="34012"/>
                </a:lnTo>
                <a:close/>
              </a:path>
            </a:pathLst>
          </a:custGeom>
          <a:solidFill xmlns:a="http://schemas.openxmlformats.org/drawingml/2006/main">
            <a:srgbClr val="309B93"/>
          </a:solidFill>
          <a:ln xmlns:a="http://schemas.openxmlformats.org/drawingml/2006/main" w="0">
            <a:noFill/>
          </a:ln>
        </p:spPr>
      </p:sp>
      <p:sp>
        <p:nvSpPr>
          <p:cNvPr id="87" name="Projected surface region 6">
            <a:extLst xmlns:a="http://schemas.openxmlformats.org/drawingml/2006/main">
              <a:ext uri="{FF2B5EF4-FFF2-40B4-BE49-F238E27FC236}">
                <a16:creationId xmlns:a16="http://schemas.microsoft.com/office/drawing/2014/main" id="{63CDEC74-629E-4863-AA2C-89A96CF8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35" y="1299210"/>
            <a:ext cx="59055" cy="220980"/>
          </a:xfrm>
          <a:custGeom xmlns:a="http://schemas.openxmlformats.org/drawingml/2006/main">
            <a:pathLst>
              <a:path w="59055" h="220980">
                <a:moveTo>
                  <a:pt x="38100" y="0"/>
                </a:moveTo>
                <a:lnTo>
                  <a:pt x="38100" y="57150"/>
                </a:lnTo>
                <a:lnTo>
                  <a:pt x="28575" y="57150"/>
                </a:lnTo>
                <a:lnTo>
                  <a:pt x="28575" y="104775"/>
                </a:lnTo>
                <a:lnTo>
                  <a:pt x="19050" y="104775"/>
                </a:lnTo>
                <a:lnTo>
                  <a:pt x="19050" y="142875"/>
                </a:lnTo>
                <a:lnTo>
                  <a:pt x="9525" y="142875"/>
                </a:lnTo>
                <a:lnTo>
                  <a:pt x="9525" y="190500"/>
                </a:lnTo>
                <a:lnTo>
                  <a:pt x="0" y="190500"/>
                </a:lnTo>
                <a:lnTo>
                  <a:pt x="0" y="220980"/>
                </a:lnTo>
                <a:lnTo>
                  <a:pt x="59055" y="220980"/>
                </a:lnTo>
                <a:lnTo>
                  <a:pt x="59055" y="0"/>
                </a:lnTo>
                <a:lnTo>
                  <a:pt x="38100" y="0"/>
                </a:lnTo>
                <a:close/>
              </a:path>
            </a:pathLst>
          </a:custGeom>
          <a:solidFill xmlns:a="http://schemas.openxmlformats.org/drawingml/2006/main">
            <a:srgbClr val="DCE32C"/>
          </a:solidFill>
          <a:ln xmlns:a="http://schemas.openxmlformats.org/drawingml/2006/main" w="0">
            <a:noFill/>
          </a:ln>
        </p:spPr>
      </p:sp>
      <p:sp>
        <p:nvSpPr>
          <p:cNvPr id="88" name="Projected surface region 7">
            <a:extLst xmlns:a="http://schemas.openxmlformats.org/drawingml/2006/main">
              <a:ext uri="{FF2B5EF4-FFF2-40B4-BE49-F238E27FC236}">
                <a16:creationId xmlns:a16="http://schemas.microsoft.com/office/drawing/2014/main" id="{E66592CE-E013-46B6-B53C-D6EE8BE8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585" y="1242060"/>
            <a:ext cx="173355" cy="392430"/>
          </a:xfrm>
          <a:custGeom xmlns:a="http://schemas.openxmlformats.org/drawingml/2006/main">
            <a:pathLst>
              <a:path w="173355" h="392430">
                <a:moveTo>
                  <a:pt x="97155" y="278130"/>
                </a:moveTo>
                <a:lnTo>
                  <a:pt x="97155" y="230505"/>
                </a:lnTo>
                <a:lnTo>
                  <a:pt x="106680" y="230505"/>
                </a:lnTo>
                <a:lnTo>
                  <a:pt x="106680" y="192405"/>
                </a:lnTo>
                <a:lnTo>
                  <a:pt x="116205" y="192405"/>
                </a:lnTo>
                <a:lnTo>
                  <a:pt x="116205" y="144780"/>
                </a:lnTo>
                <a:lnTo>
                  <a:pt x="125730" y="144780"/>
                </a:lnTo>
                <a:lnTo>
                  <a:pt x="125730" y="116205"/>
                </a:lnTo>
                <a:lnTo>
                  <a:pt x="135255" y="116205"/>
                </a:lnTo>
                <a:lnTo>
                  <a:pt x="135255" y="97155"/>
                </a:lnTo>
                <a:lnTo>
                  <a:pt x="144780" y="97155"/>
                </a:lnTo>
                <a:lnTo>
                  <a:pt x="144780" y="78105"/>
                </a:lnTo>
                <a:lnTo>
                  <a:pt x="154305" y="78105"/>
                </a:lnTo>
                <a:lnTo>
                  <a:pt x="154305" y="49530"/>
                </a:lnTo>
                <a:lnTo>
                  <a:pt x="163830" y="49530"/>
                </a:lnTo>
                <a:lnTo>
                  <a:pt x="163830" y="30480"/>
                </a:lnTo>
                <a:lnTo>
                  <a:pt x="173355" y="30480"/>
                </a:lnTo>
                <a:lnTo>
                  <a:pt x="173355" y="9525"/>
                </a:lnTo>
                <a:lnTo>
                  <a:pt x="163830" y="9525"/>
                </a:lnTo>
                <a:lnTo>
                  <a:pt x="163830" y="0"/>
                </a:lnTo>
                <a:lnTo>
                  <a:pt x="0" y="0"/>
                </a:lnTo>
                <a:lnTo>
                  <a:pt x="0" y="297180"/>
                </a:lnTo>
                <a:lnTo>
                  <a:pt x="9525" y="297180"/>
                </a:lnTo>
                <a:lnTo>
                  <a:pt x="9525" y="316230"/>
                </a:lnTo>
                <a:lnTo>
                  <a:pt x="19050" y="316230"/>
                </a:lnTo>
                <a:lnTo>
                  <a:pt x="19050" y="344805"/>
                </a:lnTo>
                <a:lnTo>
                  <a:pt x="28575" y="344805"/>
                </a:lnTo>
                <a:lnTo>
                  <a:pt x="28575" y="363855"/>
                </a:lnTo>
                <a:lnTo>
                  <a:pt x="38100" y="363855"/>
                </a:lnTo>
                <a:lnTo>
                  <a:pt x="38100" y="382905"/>
                </a:lnTo>
                <a:lnTo>
                  <a:pt x="47625" y="382905"/>
                </a:lnTo>
                <a:lnTo>
                  <a:pt x="47625" y="392430"/>
                </a:lnTo>
                <a:lnTo>
                  <a:pt x="68580" y="392430"/>
                </a:lnTo>
                <a:lnTo>
                  <a:pt x="68580" y="363855"/>
                </a:lnTo>
                <a:lnTo>
                  <a:pt x="78105" y="363855"/>
                </a:lnTo>
                <a:lnTo>
                  <a:pt x="78105" y="325755"/>
                </a:lnTo>
                <a:lnTo>
                  <a:pt x="87630" y="325755"/>
                </a:lnTo>
                <a:lnTo>
                  <a:pt x="87630" y="278130"/>
                </a:lnTo>
                <a:lnTo>
                  <a:pt x="97155" y="278130"/>
                </a:lnTo>
                <a:close/>
              </a:path>
            </a:pathLst>
          </a:custGeom>
          <a:solidFill xmlns:a="http://schemas.openxmlformats.org/drawingml/2006/main">
            <a:srgbClr val="DCE32C"/>
          </a:solidFill>
          <a:ln xmlns:a="http://schemas.openxmlformats.org/drawingml/2006/main" w="0">
            <a:noFill/>
          </a:ln>
        </p:spPr>
      </p:sp>
      <p:sp>
        <p:nvSpPr>
          <p:cNvPr id="89" name="Projected surface region 8">
            <a:extLst xmlns:a="http://schemas.openxmlformats.org/drawingml/2006/main">
              <a:ext uri="{FF2B5EF4-FFF2-40B4-BE49-F238E27FC236}">
                <a16:creationId xmlns:a16="http://schemas.microsoft.com/office/drawing/2014/main" id="{11ABCFF3-E6C9-4280-A53D-BBCD8D04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585" y="1078183"/>
            <a:ext cx="163830" cy="165782"/>
          </a:xfrm>
          <a:custGeom xmlns:a="http://schemas.openxmlformats.org/drawingml/2006/main">
            <a:pathLst>
              <a:path w="163830" h="165782">
                <a:moveTo>
                  <a:pt x="57150" y="13660"/>
                </a:moveTo>
                <a:lnTo>
                  <a:pt x="57150" y="30527"/>
                </a:lnTo>
                <a:lnTo>
                  <a:pt x="47625" y="30527"/>
                </a:lnTo>
                <a:lnTo>
                  <a:pt x="47625" y="49577"/>
                </a:lnTo>
                <a:lnTo>
                  <a:pt x="38100" y="49577"/>
                </a:lnTo>
                <a:lnTo>
                  <a:pt x="38100" y="78152"/>
                </a:lnTo>
                <a:lnTo>
                  <a:pt x="28575" y="78152"/>
                </a:lnTo>
                <a:lnTo>
                  <a:pt x="28575" y="97202"/>
                </a:lnTo>
                <a:lnTo>
                  <a:pt x="19050" y="97202"/>
                </a:lnTo>
                <a:lnTo>
                  <a:pt x="19050" y="116252"/>
                </a:lnTo>
                <a:lnTo>
                  <a:pt x="9525" y="116252"/>
                </a:lnTo>
                <a:lnTo>
                  <a:pt x="9525" y="135302"/>
                </a:lnTo>
                <a:lnTo>
                  <a:pt x="0" y="135302"/>
                </a:lnTo>
                <a:lnTo>
                  <a:pt x="0" y="165782"/>
                </a:lnTo>
                <a:lnTo>
                  <a:pt x="163830" y="165782"/>
                </a:lnTo>
                <a:lnTo>
                  <a:pt x="163830" y="144827"/>
                </a:lnTo>
                <a:lnTo>
                  <a:pt x="154305" y="144827"/>
                </a:lnTo>
                <a:lnTo>
                  <a:pt x="154305" y="106727"/>
                </a:lnTo>
                <a:lnTo>
                  <a:pt x="144780" y="106727"/>
                </a:lnTo>
                <a:lnTo>
                  <a:pt x="144780" y="68627"/>
                </a:lnTo>
                <a:lnTo>
                  <a:pt x="135255" y="68627"/>
                </a:lnTo>
                <a:lnTo>
                  <a:pt x="135255" y="49577"/>
                </a:lnTo>
                <a:lnTo>
                  <a:pt x="125730" y="49577"/>
                </a:lnTo>
                <a:lnTo>
                  <a:pt x="125730" y="40052"/>
                </a:lnTo>
                <a:lnTo>
                  <a:pt x="116205" y="40052"/>
                </a:lnTo>
                <a:lnTo>
                  <a:pt x="116205" y="30527"/>
                </a:lnTo>
                <a:lnTo>
                  <a:pt x="106680" y="30527"/>
                </a:lnTo>
                <a:lnTo>
                  <a:pt x="106680" y="21002"/>
                </a:lnTo>
                <a:lnTo>
                  <a:pt x="94972" y="21002"/>
                </a:lnTo>
                <a:lnTo>
                  <a:pt x="84471" y="0"/>
                </a:lnTo>
                <a:lnTo>
                  <a:pt x="57150" y="13660"/>
                </a:lnTo>
                <a:close/>
              </a:path>
            </a:pathLst>
          </a:custGeom>
          <a:solidFill xmlns:a="http://schemas.openxmlformats.org/drawingml/2006/main">
            <a:srgbClr val="DCE32C"/>
          </a:solidFill>
          <a:ln xmlns:a="http://schemas.openxmlformats.org/drawingml/2006/main" w="0">
            <a:noFill/>
          </a:ln>
        </p:spPr>
      </p:sp>
      <p:sp>
        <p:nvSpPr>
          <p:cNvPr id="90" name="Projected surface region 9">
            <a:extLst xmlns:a="http://schemas.openxmlformats.org/drawingml/2006/main">
              <a:ext uri="{FF2B5EF4-FFF2-40B4-BE49-F238E27FC236}">
                <a16:creationId xmlns:a16="http://schemas.microsoft.com/office/drawing/2014/main" id="{829DC6D2-8632-4581-B98F-096A84C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78" y="4042410"/>
            <a:ext cx="472162" cy="192405"/>
          </a:xfrm>
          <a:custGeom xmlns:a="http://schemas.openxmlformats.org/drawingml/2006/main">
            <a:pathLst>
              <a:path w="472162" h="192405">
                <a:moveTo>
                  <a:pt x="15240" y="30480"/>
                </a:moveTo>
                <a:lnTo>
                  <a:pt x="22582" y="30480"/>
                </a:lnTo>
                <a:lnTo>
                  <a:pt x="22582" y="49530"/>
                </a:lnTo>
                <a:lnTo>
                  <a:pt x="32107" y="49530"/>
                </a:lnTo>
                <a:lnTo>
                  <a:pt x="32107" y="59055"/>
                </a:lnTo>
                <a:lnTo>
                  <a:pt x="41632" y="59055"/>
                </a:lnTo>
                <a:lnTo>
                  <a:pt x="41632" y="68580"/>
                </a:lnTo>
                <a:lnTo>
                  <a:pt x="51157" y="68580"/>
                </a:lnTo>
                <a:lnTo>
                  <a:pt x="51157" y="78105"/>
                </a:lnTo>
                <a:lnTo>
                  <a:pt x="60682" y="78105"/>
                </a:lnTo>
                <a:lnTo>
                  <a:pt x="60682" y="87630"/>
                </a:lnTo>
                <a:lnTo>
                  <a:pt x="70207" y="87630"/>
                </a:lnTo>
                <a:lnTo>
                  <a:pt x="70207" y="94972"/>
                </a:lnTo>
                <a:lnTo>
                  <a:pt x="89257" y="104497"/>
                </a:lnTo>
                <a:lnTo>
                  <a:pt x="89257" y="125730"/>
                </a:lnTo>
                <a:lnTo>
                  <a:pt x="98782" y="125730"/>
                </a:lnTo>
                <a:lnTo>
                  <a:pt x="98782" y="135255"/>
                </a:lnTo>
                <a:lnTo>
                  <a:pt x="117832" y="135255"/>
                </a:lnTo>
                <a:lnTo>
                  <a:pt x="117832" y="144780"/>
                </a:lnTo>
                <a:lnTo>
                  <a:pt x="127357" y="144780"/>
                </a:lnTo>
                <a:lnTo>
                  <a:pt x="127357" y="154305"/>
                </a:lnTo>
                <a:lnTo>
                  <a:pt x="139065" y="154305"/>
                </a:lnTo>
                <a:lnTo>
                  <a:pt x="148590" y="173355"/>
                </a:lnTo>
                <a:lnTo>
                  <a:pt x="165457" y="173355"/>
                </a:lnTo>
                <a:lnTo>
                  <a:pt x="165457" y="182880"/>
                </a:lnTo>
                <a:lnTo>
                  <a:pt x="184507" y="182880"/>
                </a:lnTo>
                <a:lnTo>
                  <a:pt x="184507" y="192405"/>
                </a:lnTo>
                <a:lnTo>
                  <a:pt x="234037" y="192405"/>
                </a:lnTo>
                <a:lnTo>
                  <a:pt x="234037" y="182880"/>
                </a:lnTo>
                <a:lnTo>
                  <a:pt x="262612" y="182880"/>
                </a:lnTo>
                <a:lnTo>
                  <a:pt x="262612" y="173355"/>
                </a:lnTo>
                <a:lnTo>
                  <a:pt x="281662" y="173355"/>
                </a:lnTo>
                <a:lnTo>
                  <a:pt x="281662" y="163830"/>
                </a:lnTo>
                <a:lnTo>
                  <a:pt x="291187" y="163830"/>
                </a:lnTo>
                <a:lnTo>
                  <a:pt x="291187" y="154305"/>
                </a:lnTo>
                <a:lnTo>
                  <a:pt x="298529" y="154305"/>
                </a:lnTo>
                <a:lnTo>
                  <a:pt x="308054" y="135255"/>
                </a:lnTo>
                <a:lnTo>
                  <a:pt x="327382" y="135255"/>
                </a:lnTo>
                <a:lnTo>
                  <a:pt x="327382" y="144780"/>
                </a:lnTo>
                <a:lnTo>
                  <a:pt x="346432" y="144780"/>
                </a:lnTo>
                <a:lnTo>
                  <a:pt x="346432" y="154305"/>
                </a:lnTo>
                <a:lnTo>
                  <a:pt x="365482" y="154305"/>
                </a:lnTo>
                <a:lnTo>
                  <a:pt x="365482" y="163830"/>
                </a:lnTo>
                <a:lnTo>
                  <a:pt x="386437" y="163830"/>
                </a:lnTo>
                <a:lnTo>
                  <a:pt x="386437" y="154305"/>
                </a:lnTo>
                <a:lnTo>
                  <a:pt x="415012" y="154305"/>
                </a:lnTo>
                <a:lnTo>
                  <a:pt x="415012" y="142597"/>
                </a:lnTo>
                <a:lnTo>
                  <a:pt x="434062" y="133072"/>
                </a:lnTo>
                <a:lnTo>
                  <a:pt x="434062" y="116205"/>
                </a:lnTo>
                <a:lnTo>
                  <a:pt x="443587" y="116205"/>
                </a:lnTo>
                <a:lnTo>
                  <a:pt x="443587" y="97155"/>
                </a:lnTo>
                <a:lnTo>
                  <a:pt x="453112" y="97155"/>
                </a:lnTo>
                <a:lnTo>
                  <a:pt x="453112" y="85447"/>
                </a:lnTo>
                <a:lnTo>
                  <a:pt x="472162" y="75922"/>
                </a:lnTo>
                <a:lnTo>
                  <a:pt x="472162" y="57150"/>
                </a:lnTo>
                <a:lnTo>
                  <a:pt x="441682" y="57150"/>
                </a:lnTo>
                <a:lnTo>
                  <a:pt x="441682" y="66675"/>
                </a:lnTo>
                <a:lnTo>
                  <a:pt x="434340" y="66675"/>
                </a:lnTo>
                <a:lnTo>
                  <a:pt x="424815" y="85725"/>
                </a:lnTo>
                <a:lnTo>
                  <a:pt x="384532" y="85725"/>
                </a:lnTo>
                <a:lnTo>
                  <a:pt x="384532" y="95250"/>
                </a:lnTo>
                <a:lnTo>
                  <a:pt x="339090" y="95250"/>
                </a:lnTo>
                <a:lnTo>
                  <a:pt x="329565" y="114300"/>
                </a:lnTo>
                <a:lnTo>
                  <a:pt x="310237" y="114300"/>
                </a:lnTo>
                <a:lnTo>
                  <a:pt x="310237" y="104775"/>
                </a:lnTo>
                <a:lnTo>
                  <a:pt x="300712" y="104775"/>
                </a:lnTo>
                <a:lnTo>
                  <a:pt x="300712" y="97433"/>
                </a:lnTo>
                <a:lnTo>
                  <a:pt x="281662" y="87908"/>
                </a:lnTo>
                <a:lnTo>
                  <a:pt x="281662" y="66675"/>
                </a:lnTo>
                <a:lnTo>
                  <a:pt x="272137" y="66675"/>
                </a:lnTo>
                <a:lnTo>
                  <a:pt x="272137" y="57150"/>
                </a:lnTo>
                <a:lnTo>
                  <a:pt x="262612" y="57150"/>
                </a:lnTo>
                <a:lnTo>
                  <a:pt x="262612" y="49808"/>
                </a:lnTo>
                <a:lnTo>
                  <a:pt x="243562" y="40283"/>
                </a:lnTo>
                <a:lnTo>
                  <a:pt x="243562" y="19050"/>
                </a:lnTo>
                <a:lnTo>
                  <a:pt x="195937" y="19050"/>
                </a:lnTo>
                <a:lnTo>
                  <a:pt x="195937" y="9525"/>
                </a:lnTo>
                <a:lnTo>
                  <a:pt x="136882" y="9525"/>
                </a:lnTo>
                <a:lnTo>
                  <a:pt x="136882" y="19050"/>
                </a:lnTo>
                <a:lnTo>
                  <a:pt x="98782" y="19050"/>
                </a:lnTo>
                <a:lnTo>
                  <a:pt x="98782" y="28575"/>
                </a:lnTo>
                <a:lnTo>
                  <a:pt x="81637" y="28575"/>
                </a:lnTo>
                <a:lnTo>
                  <a:pt x="79732" y="28575"/>
                </a:lnTo>
                <a:lnTo>
                  <a:pt x="62587" y="28575"/>
                </a:lnTo>
                <a:lnTo>
                  <a:pt x="62587" y="19050"/>
                </a:lnTo>
                <a:lnTo>
                  <a:pt x="41354" y="19050"/>
                </a:lnTo>
                <a:lnTo>
                  <a:pt x="31829" y="0"/>
                </a:lnTo>
                <a:lnTo>
                  <a:pt x="0" y="0"/>
                </a:lnTo>
                <a:lnTo>
                  <a:pt x="15240" y="30480"/>
                </a:lnTo>
                <a:close/>
              </a:path>
            </a:pathLst>
          </a:custGeom>
          <a:solidFill xmlns:a="http://schemas.openxmlformats.org/drawingml/2006/main">
            <a:srgbClr val="532572"/>
          </a:solidFill>
          <a:ln xmlns:a="http://schemas.openxmlformats.org/drawingml/2006/main" w="0">
            <a:noFill/>
          </a:ln>
        </p:spPr>
      </p:sp>
      <p:sp>
        <p:nvSpPr>
          <p:cNvPr id="91" name="Projected surface region 10">
            <a:extLst xmlns:a="http://schemas.openxmlformats.org/drawingml/2006/main">
              <a:ext uri="{FF2B5EF4-FFF2-40B4-BE49-F238E27FC236}">
                <a16:creationId xmlns:a16="http://schemas.microsoft.com/office/drawing/2014/main" id="{BD62394C-8DE6-44A1-81A3-3C1607F3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935" y="4032885"/>
            <a:ext cx="192405" cy="68580"/>
          </a:xfrm>
          <a:custGeom xmlns:a="http://schemas.openxmlformats.org/drawingml/2006/main">
            <a:pathLst>
              <a:path w="192405" h="68580">
                <a:moveTo>
                  <a:pt x="0" y="19050"/>
                </a:moveTo>
                <a:lnTo>
                  <a:pt x="0" y="40005"/>
                </a:lnTo>
                <a:lnTo>
                  <a:pt x="19050" y="40005"/>
                </a:lnTo>
                <a:lnTo>
                  <a:pt x="19050" y="49530"/>
                </a:lnTo>
                <a:lnTo>
                  <a:pt x="66675" y="49530"/>
                </a:lnTo>
                <a:lnTo>
                  <a:pt x="66675" y="59055"/>
                </a:lnTo>
                <a:lnTo>
                  <a:pt x="104775" y="59055"/>
                </a:lnTo>
                <a:lnTo>
                  <a:pt x="104775" y="68580"/>
                </a:lnTo>
                <a:lnTo>
                  <a:pt x="192405" y="68580"/>
                </a:lnTo>
                <a:lnTo>
                  <a:pt x="192405" y="38100"/>
                </a:lnTo>
                <a:lnTo>
                  <a:pt x="173355" y="38100"/>
                </a:lnTo>
                <a:lnTo>
                  <a:pt x="173355" y="28575"/>
                </a:lnTo>
                <a:lnTo>
                  <a:pt x="144780" y="28575"/>
                </a:lnTo>
                <a:lnTo>
                  <a:pt x="144780" y="19050"/>
                </a:lnTo>
                <a:lnTo>
                  <a:pt x="133072" y="19050"/>
                </a:lnTo>
                <a:lnTo>
                  <a:pt x="123547" y="0"/>
                </a:lnTo>
                <a:lnTo>
                  <a:pt x="66675" y="0"/>
                </a:lnTo>
                <a:lnTo>
                  <a:pt x="66675" y="9525"/>
                </a:lnTo>
                <a:lnTo>
                  <a:pt x="47625" y="9525"/>
                </a:lnTo>
                <a:lnTo>
                  <a:pt x="47625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532572"/>
          </a:solidFill>
          <a:ln xmlns:a="http://schemas.openxmlformats.org/drawingml/2006/main" w="0">
            <a:noFill/>
          </a:ln>
        </p:spPr>
      </p:sp>
      <p:sp>
        <p:nvSpPr>
          <p:cNvPr id="92" name="Projected surface region 11">
            <a:extLst xmlns:a="http://schemas.openxmlformats.org/drawingml/2006/main">
              <a:ext uri="{FF2B5EF4-FFF2-40B4-BE49-F238E27FC236}">
                <a16:creationId xmlns:a16="http://schemas.microsoft.com/office/drawing/2014/main" id="{28EA710D-289C-41E6-8AEF-D92736B6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310" y="1403985"/>
            <a:ext cx="182880" cy="691237"/>
          </a:xfrm>
          <a:custGeom xmlns:a="http://schemas.openxmlformats.org/drawingml/2006/main">
            <a:pathLst>
              <a:path w="182880" h="691237">
                <a:moveTo>
                  <a:pt x="9525" y="411480"/>
                </a:moveTo>
                <a:lnTo>
                  <a:pt x="9525" y="421005"/>
                </a:lnTo>
                <a:lnTo>
                  <a:pt x="19050" y="421005"/>
                </a:lnTo>
                <a:lnTo>
                  <a:pt x="19050" y="459105"/>
                </a:lnTo>
                <a:lnTo>
                  <a:pt x="28575" y="459105"/>
                </a:lnTo>
                <a:lnTo>
                  <a:pt x="28575" y="497205"/>
                </a:lnTo>
                <a:lnTo>
                  <a:pt x="38100" y="497205"/>
                </a:lnTo>
                <a:lnTo>
                  <a:pt x="38100" y="544830"/>
                </a:lnTo>
                <a:lnTo>
                  <a:pt x="47625" y="544830"/>
                </a:lnTo>
                <a:lnTo>
                  <a:pt x="47625" y="582930"/>
                </a:lnTo>
                <a:lnTo>
                  <a:pt x="57150" y="582930"/>
                </a:lnTo>
                <a:lnTo>
                  <a:pt x="57150" y="630555"/>
                </a:lnTo>
                <a:lnTo>
                  <a:pt x="66675" y="630555"/>
                </a:lnTo>
                <a:lnTo>
                  <a:pt x="66675" y="675997"/>
                </a:lnTo>
                <a:lnTo>
                  <a:pt x="97155" y="691237"/>
                </a:lnTo>
                <a:lnTo>
                  <a:pt x="97155" y="659130"/>
                </a:lnTo>
                <a:lnTo>
                  <a:pt x="106680" y="659130"/>
                </a:lnTo>
                <a:lnTo>
                  <a:pt x="106680" y="621030"/>
                </a:lnTo>
                <a:lnTo>
                  <a:pt x="116205" y="621030"/>
                </a:lnTo>
                <a:lnTo>
                  <a:pt x="116205" y="582930"/>
                </a:lnTo>
                <a:lnTo>
                  <a:pt x="125730" y="582930"/>
                </a:lnTo>
                <a:lnTo>
                  <a:pt x="125730" y="544830"/>
                </a:lnTo>
                <a:lnTo>
                  <a:pt x="135255" y="544830"/>
                </a:lnTo>
                <a:lnTo>
                  <a:pt x="135255" y="516255"/>
                </a:lnTo>
                <a:lnTo>
                  <a:pt x="144780" y="516255"/>
                </a:lnTo>
                <a:lnTo>
                  <a:pt x="144780" y="487680"/>
                </a:lnTo>
                <a:lnTo>
                  <a:pt x="154305" y="487680"/>
                </a:lnTo>
                <a:lnTo>
                  <a:pt x="154305" y="468630"/>
                </a:lnTo>
                <a:lnTo>
                  <a:pt x="163830" y="468630"/>
                </a:lnTo>
                <a:lnTo>
                  <a:pt x="163830" y="440055"/>
                </a:lnTo>
                <a:lnTo>
                  <a:pt x="173355" y="440055"/>
                </a:lnTo>
                <a:lnTo>
                  <a:pt x="173355" y="421005"/>
                </a:lnTo>
                <a:lnTo>
                  <a:pt x="182880" y="421005"/>
                </a:lnTo>
                <a:lnTo>
                  <a:pt x="182880" y="400050"/>
                </a:lnTo>
                <a:lnTo>
                  <a:pt x="173355" y="400050"/>
                </a:lnTo>
                <a:lnTo>
                  <a:pt x="173355" y="342900"/>
                </a:lnTo>
                <a:lnTo>
                  <a:pt x="163830" y="342900"/>
                </a:lnTo>
                <a:lnTo>
                  <a:pt x="163830" y="285750"/>
                </a:lnTo>
                <a:lnTo>
                  <a:pt x="154305" y="285750"/>
                </a:lnTo>
                <a:lnTo>
                  <a:pt x="154305" y="209550"/>
                </a:lnTo>
                <a:lnTo>
                  <a:pt x="144780" y="209550"/>
                </a:lnTo>
                <a:lnTo>
                  <a:pt x="144780" y="152400"/>
                </a:lnTo>
                <a:lnTo>
                  <a:pt x="135255" y="152400"/>
                </a:lnTo>
                <a:lnTo>
                  <a:pt x="135255" y="95250"/>
                </a:lnTo>
                <a:lnTo>
                  <a:pt x="125730" y="95250"/>
                </a:lnTo>
                <a:lnTo>
                  <a:pt x="125730" y="47625"/>
                </a:lnTo>
                <a:lnTo>
                  <a:pt x="116205" y="47625"/>
                </a:lnTo>
                <a:lnTo>
                  <a:pt x="116205" y="0"/>
                </a:lnTo>
                <a:lnTo>
                  <a:pt x="95250" y="0"/>
                </a:lnTo>
                <a:lnTo>
                  <a:pt x="95250" y="28575"/>
                </a:lnTo>
                <a:lnTo>
                  <a:pt x="85725" y="28575"/>
                </a:lnTo>
                <a:lnTo>
                  <a:pt x="85725" y="57150"/>
                </a:lnTo>
                <a:lnTo>
                  <a:pt x="76200" y="57150"/>
                </a:lnTo>
                <a:lnTo>
                  <a:pt x="76200" y="95250"/>
                </a:lnTo>
                <a:lnTo>
                  <a:pt x="66675" y="95250"/>
                </a:lnTo>
                <a:lnTo>
                  <a:pt x="66675" y="133350"/>
                </a:lnTo>
                <a:lnTo>
                  <a:pt x="57150" y="133350"/>
                </a:lnTo>
                <a:lnTo>
                  <a:pt x="57150" y="161925"/>
                </a:lnTo>
                <a:lnTo>
                  <a:pt x="47625" y="161925"/>
                </a:lnTo>
                <a:lnTo>
                  <a:pt x="47625" y="209550"/>
                </a:lnTo>
                <a:lnTo>
                  <a:pt x="38100" y="209550"/>
                </a:lnTo>
                <a:lnTo>
                  <a:pt x="38100" y="247650"/>
                </a:lnTo>
                <a:lnTo>
                  <a:pt x="28575" y="247650"/>
                </a:lnTo>
                <a:lnTo>
                  <a:pt x="28575" y="295275"/>
                </a:lnTo>
                <a:lnTo>
                  <a:pt x="19050" y="295275"/>
                </a:lnTo>
                <a:lnTo>
                  <a:pt x="19050" y="361950"/>
                </a:lnTo>
                <a:lnTo>
                  <a:pt x="9525" y="361950"/>
                </a:lnTo>
                <a:lnTo>
                  <a:pt x="9525" y="390525"/>
                </a:lnTo>
                <a:lnTo>
                  <a:pt x="0" y="390525"/>
                </a:lnTo>
                <a:lnTo>
                  <a:pt x="0" y="411480"/>
                </a:lnTo>
                <a:lnTo>
                  <a:pt x="9525" y="411480"/>
                </a:lnTo>
                <a:close/>
              </a:path>
            </a:pathLst>
          </a:custGeom>
          <a:solidFill xmlns:a="http://schemas.openxmlformats.org/drawingml/2006/main">
            <a:srgbClr val="78D064"/>
          </a:solidFill>
          <a:ln xmlns:a="http://schemas.openxmlformats.org/drawingml/2006/main" w="0">
            <a:noFill/>
          </a:ln>
        </p:spPr>
      </p:sp>
      <p:sp>
        <p:nvSpPr>
          <p:cNvPr id="93" name="Projected surface region 12">
            <a:extLst xmlns:a="http://schemas.openxmlformats.org/drawingml/2006/main">
              <a:ext uri="{FF2B5EF4-FFF2-40B4-BE49-F238E27FC236}">
                <a16:creationId xmlns:a16="http://schemas.microsoft.com/office/drawing/2014/main" id="{79CF395F-7F91-4D5B-BF7D-6F1A4150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1899285"/>
            <a:ext cx="87630" cy="211455"/>
          </a:xfrm>
          <a:custGeom xmlns:a="http://schemas.openxmlformats.org/drawingml/2006/main">
            <a:pathLst>
              <a:path w="87630" h="211455">
                <a:moveTo>
                  <a:pt x="0" y="0"/>
                </a:moveTo>
                <a:lnTo>
                  <a:pt x="0" y="49530"/>
                </a:lnTo>
                <a:lnTo>
                  <a:pt x="9525" y="49530"/>
                </a:lnTo>
                <a:lnTo>
                  <a:pt x="9525" y="78105"/>
                </a:lnTo>
                <a:lnTo>
                  <a:pt x="19050" y="78105"/>
                </a:lnTo>
                <a:lnTo>
                  <a:pt x="19050" y="116205"/>
                </a:lnTo>
                <a:lnTo>
                  <a:pt x="28575" y="116205"/>
                </a:lnTo>
                <a:lnTo>
                  <a:pt x="28575" y="135255"/>
                </a:lnTo>
                <a:lnTo>
                  <a:pt x="38100" y="135255"/>
                </a:lnTo>
                <a:lnTo>
                  <a:pt x="38100" y="180697"/>
                </a:lnTo>
                <a:lnTo>
                  <a:pt x="57150" y="190222"/>
                </a:lnTo>
                <a:lnTo>
                  <a:pt x="57150" y="211455"/>
                </a:lnTo>
                <a:lnTo>
                  <a:pt x="87630" y="211455"/>
                </a:lnTo>
                <a:lnTo>
                  <a:pt x="87630" y="190500"/>
                </a:lnTo>
                <a:lnTo>
                  <a:pt x="78105" y="190500"/>
                </a:lnTo>
                <a:lnTo>
                  <a:pt x="78105" y="161925"/>
                </a:lnTo>
                <a:lnTo>
                  <a:pt x="68580" y="161925"/>
                </a:lnTo>
                <a:lnTo>
                  <a:pt x="68580" y="123825"/>
                </a:lnTo>
                <a:lnTo>
                  <a:pt x="59055" y="123825"/>
                </a:lnTo>
                <a:lnTo>
                  <a:pt x="59055" y="104775"/>
                </a:lnTo>
                <a:lnTo>
                  <a:pt x="49530" y="104775"/>
                </a:lnTo>
                <a:lnTo>
                  <a:pt x="49530" y="76200"/>
                </a:lnTo>
                <a:lnTo>
                  <a:pt x="40005" y="76200"/>
                </a:lnTo>
                <a:lnTo>
                  <a:pt x="40005" y="57150"/>
                </a:lnTo>
                <a:lnTo>
                  <a:pt x="30480" y="57150"/>
                </a:lnTo>
                <a:lnTo>
                  <a:pt x="30480" y="28575"/>
                </a:lnTo>
                <a:lnTo>
                  <a:pt x="20955" y="28575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D064"/>
          </a:solidFill>
          <a:ln xmlns:a="http://schemas.openxmlformats.org/drawingml/2006/main" w="0">
            <a:noFill/>
          </a:ln>
        </p:spPr>
      </p:sp>
      <p:sp>
        <p:nvSpPr>
          <p:cNvPr id="94" name="Projected surface region 13">
            <a:extLst xmlns:a="http://schemas.openxmlformats.org/drawingml/2006/main">
              <a:ext uri="{FF2B5EF4-FFF2-40B4-BE49-F238E27FC236}">
                <a16:creationId xmlns:a16="http://schemas.microsoft.com/office/drawing/2014/main" id="{C2D64E1E-C8BC-46C4-ABCB-28C9DFD5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60" y="3709035"/>
            <a:ext cx="687705" cy="201930"/>
          </a:xfrm>
          <a:custGeom xmlns:a="http://schemas.openxmlformats.org/drawingml/2006/main">
            <a:pathLst>
              <a:path w="687705" h="201930">
                <a:moveTo>
                  <a:pt x="161925" y="19050"/>
                </a:moveTo>
                <a:lnTo>
                  <a:pt x="142875" y="19050"/>
                </a:lnTo>
                <a:lnTo>
                  <a:pt x="142875" y="28575"/>
                </a:lnTo>
                <a:lnTo>
                  <a:pt x="114300" y="28575"/>
                </a:lnTo>
                <a:lnTo>
                  <a:pt x="114300" y="38100"/>
                </a:lnTo>
                <a:lnTo>
                  <a:pt x="95250" y="38100"/>
                </a:lnTo>
                <a:lnTo>
                  <a:pt x="95250" y="47625"/>
                </a:lnTo>
                <a:lnTo>
                  <a:pt x="76200" y="47625"/>
                </a:lnTo>
                <a:lnTo>
                  <a:pt x="76200" y="57150"/>
                </a:lnTo>
                <a:lnTo>
                  <a:pt x="57150" y="57150"/>
                </a:lnTo>
                <a:lnTo>
                  <a:pt x="57150" y="66675"/>
                </a:lnTo>
                <a:lnTo>
                  <a:pt x="49808" y="66675"/>
                </a:lnTo>
                <a:lnTo>
                  <a:pt x="40283" y="85725"/>
                </a:lnTo>
                <a:lnTo>
                  <a:pt x="19050" y="85725"/>
                </a:lnTo>
                <a:lnTo>
                  <a:pt x="19050" y="95250"/>
                </a:lnTo>
                <a:lnTo>
                  <a:pt x="0" y="95250"/>
                </a:lnTo>
                <a:lnTo>
                  <a:pt x="0" y="116205"/>
                </a:lnTo>
                <a:lnTo>
                  <a:pt x="28575" y="116205"/>
                </a:lnTo>
                <a:lnTo>
                  <a:pt x="28575" y="125730"/>
                </a:lnTo>
                <a:lnTo>
                  <a:pt x="57150" y="125730"/>
                </a:lnTo>
                <a:lnTo>
                  <a:pt x="57150" y="135255"/>
                </a:lnTo>
                <a:lnTo>
                  <a:pt x="95250" y="135255"/>
                </a:lnTo>
                <a:lnTo>
                  <a:pt x="95250" y="144780"/>
                </a:lnTo>
                <a:lnTo>
                  <a:pt x="123825" y="144780"/>
                </a:lnTo>
                <a:lnTo>
                  <a:pt x="123825" y="154305"/>
                </a:lnTo>
                <a:lnTo>
                  <a:pt x="152400" y="154305"/>
                </a:lnTo>
                <a:lnTo>
                  <a:pt x="152400" y="163830"/>
                </a:lnTo>
                <a:lnTo>
                  <a:pt x="180975" y="163830"/>
                </a:lnTo>
                <a:lnTo>
                  <a:pt x="180975" y="173355"/>
                </a:lnTo>
                <a:lnTo>
                  <a:pt x="249555" y="173355"/>
                </a:lnTo>
                <a:lnTo>
                  <a:pt x="249555" y="163830"/>
                </a:lnTo>
                <a:lnTo>
                  <a:pt x="268605" y="163830"/>
                </a:lnTo>
                <a:lnTo>
                  <a:pt x="268605" y="154305"/>
                </a:lnTo>
                <a:lnTo>
                  <a:pt x="276225" y="154305"/>
                </a:lnTo>
                <a:lnTo>
                  <a:pt x="276225" y="163830"/>
                </a:lnTo>
                <a:lnTo>
                  <a:pt x="295275" y="163830"/>
                </a:lnTo>
                <a:lnTo>
                  <a:pt x="295275" y="173355"/>
                </a:lnTo>
                <a:lnTo>
                  <a:pt x="323850" y="173355"/>
                </a:lnTo>
                <a:lnTo>
                  <a:pt x="323850" y="182880"/>
                </a:lnTo>
                <a:lnTo>
                  <a:pt x="352425" y="182880"/>
                </a:lnTo>
                <a:lnTo>
                  <a:pt x="352425" y="192405"/>
                </a:lnTo>
                <a:lnTo>
                  <a:pt x="381000" y="192405"/>
                </a:lnTo>
                <a:lnTo>
                  <a:pt x="381000" y="201930"/>
                </a:lnTo>
                <a:lnTo>
                  <a:pt x="401955" y="201930"/>
                </a:lnTo>
                <a:lnTo>
                  <a:pt x="401955" y="192405"/>
                </a:lnTo>
                <a:lnTo>
                  <a:pt x="440055" y="192405"/>
                </a:lnTo>
                <a:lnTo>
                  <a:pt x="440055" y="171450"/>
                </a:lnTo>
                <a:lnTo>
                  <a:pt x="430530" y="171450"/>
                </a:lnTo>
                <a:lnTo>
                  <a:pt x="430530" y="161925"/>
                </a:lnTo>
                <a:lnTo>
                  <a:pt x="418822" y="161925"/>
                </a:lnTo>
                <a:lnTo>
                  <a:pt x="415012" y="154305"/>
                </a:lnTo>
                <a:lnTo>
                  <a:pt x="447675" y="154305"/>
                </a:lnTo>
                <a:lnTo>
                  <a:pt x="447675" y="163830"/>
                </a:lnTo>
                <a:lnTo>
                  <a:pt x="476250" y="163830"/>
                </a:lnTo>
                <a:lnTo>
                  <a:pt x="476250" y="173355"/>
                </a:lnTo>
                <a:lnTo>
                  <a:pt x="497483" y="173355"/>
                </a:lnTo>
                <a:lnTo>
                  <a:pt x="507008" y="192405"/>
                </a:lnTo>
                <a:lnTo>
                  <a:pt x="563880" y="192405"/>
                </a:lnTo>
                <a:lnTo>
                  <a:pt x="563880" y="171450"/>
                </a:lnTo>
                <a:lnTo>
                  <a:pt x="554355" y="171450"/>
                </a:lnTo>
                <a:lnTo>
                  <a:pt x="554355" y="163274"/>
                </a:lnTo>
                <a:lnTo>
                  <a:pt x="554633" y="163830"/>
                </a:lnTo>
                <a:lnTo>
                  <a:pt x="581025" y="163830"/>
                </a:lnTo>
                <a:lnTo>
                  <a:pt x="581025" y="173355"/>
                </a:lnTo>
                <a:lnTo>
                  <a:pt x="628650" y="173355"/>
                </a:lnTo>
                <a:lnTo>
                  <a:pt x="628650" y="182880"/>
                </a:lnTo>
                <a:lnTo>
                  <a:pt x="649605" y="182880"/>
                </a:lnTo>
                <a:lnTo>
                  <a:pt x="649605" y="173355"/>
                </a:lnTo>
                <a:lnTo>
                  <a:pt x="687705" y="173355"/>
                </a:lnTo>
                <a:lnTo>
                  <a:pt x="687705" y="47625"/>
                </a:lnTo>
                <a:lnTo>
                  <a:pt x="638175" y="47625"/>
                </a:lnTo>
                <a:lnTo>
                  <a:pt x="638175" y="57150"/>
                </a:lnTo>
                <a:lnTo>
                  <a:pt x="609600" y="57150"/>
                </a:lnTo>
                <a:lnTo>
                  <a:pt x="609600" y="66675"/>
                </a:lnTo>
                <a:lnTo>
                  <a:pt x="601980" y="66675"/>
                </a:lnTo>
                <a:lnTo>
                  <a:pt x="601980" y="57150"/>
                </a:lnTo>
                <a:lnTo>
                  <a:pt x="573405" y="57150"/>
                </a:lnTo>
                <a:lnTo>
                  <a:pt x="573405" y="47625"/>
                </a:lnTo>
                <a:lnTo>
                  <a:pt x="523875" y="47625"/>
                </a:lnTo>
                <a:lnTo>
                  <a:pt x="523875" y="57150"/>
                </a:lnTo>
                <a:lnTo>
                  <a:pt x="504825" y="57150"/>
                </a:lnTo>
                <a:lnTo>
                  <a:pt x="504825" y="66675"/>
                </a:lnTo>
                <a:lnTo>
                  <a:pt x="485775" y="66675"/>
                </a:lnTo>
                <a:lnTo>
                  <a:pt x="485775" y="85725"/>
                </a:lnTo>
                <a:lnTo>
                  <a:pt x="485497" y="85725"/>
                </a:lnTo>
                <a:lnTo>
                  <a:pt x="475972" y="66675"/>
                </a:lnTo>
                <a:lnTo>
                  <a:pt x="447675" y="66675"/>
                </a:lnTo>
                <a:lnTo>
                  <a:pt x="447675" y="67905"/>
                </a:lnTo>
                <a:lnTo>
                  <a:pt x="430530" y="59333"/>
                </a:lnTo>
                <a:lnTo>
                  <a:pt x="430530" y="34568"/>
                </a:lnTo>
                <a:lnTo>
                  <a:pt x="411480" y="44093"/>
                </a:lnTo>
                <a:lnTo>
                  <a:pt x="411480" y="38100"/>
                </a:lnTo>
                <a:lnTo>
                  <a:pt x="392430" y="38100"/>
                </a:lnTo>
                <a:lnTo>
                  <a:pt x="392430" y="28575"/>
                </a:lnTo>
                <a:lnTo>
                  <a:pt x="373380" y="28575"/>
                </a:lnTo>
                <a:lnTo>
                  <a:pt x="373380" y="19050"/>
                </a:lnTo>
                <a:lnTo>
                  <a:pt x="344805" y="19050"/>
                </a:lnTo>
                <a:lnTo>
                  <a:pt x="344805" y="9525"/>
                </a:lnTo>
                <a:lnTo>
                  <a:pt x="306705" y="9525"/>
                </a:lnTo>
                <a:lnTo>
                  <a:pt x="306705" y="0"/>
                </a:lnTo>
                <a:lnTo>
                  <a:pt x="247650" y="0"/>
                </a:lnTo>
                <a:lnTo>
                  <a:pt x="247650" y="9525"/>
                </a:lnTo>
                <a:lnTo>
                  <a:pt x="200025" y="9525"/>
                </a:lnTo>
                <a:lnTo>
                  <a:pt x="200025" y="19050"/>
                </a:lnTo>
                <a:lnTo>
                  <a:pt x="163830" y="19050"/>
                </a:lnTo>
                <a:lnTo>
                  <a:pt x="161925" y="19050"/>
                </a:lnTo>
                <a:close/>
                <a:moveTo>
                  <a:pt x="548918" y="152400"/>
                </a:moveTo>
                <a:lnTo>
                  <a:pt x="542647" y="152400"/>
                </a:lnTo>
                <a:lnTo>
                  <a:pt x="538837" y="144780"/>
                </a:lnTo>
                <a:lnTo>
                  <a:pt x="545108" y="144780"/>
                </a:lnTo>
                <a:lnTo>
                  <a:pt x="548918" y="152400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95" name="Projected surface region 14">
            <a:extLst xmlns:a="http://schemas.openxmlformats.org/drawingml/2006/main">
              <a:ext uri="{FF2B5EF4-FFF2-40B4-BE49-F238E27FC236}">
                <a16:creationId xmlns:a16="http://schemas.microsoft.com/office/drawing/2014/main" id="{07F21C76-5D20-408C-8121-0AE86D75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737610"/>
            <a:ext cx="415012" cy="154305"/>
          </a:xfrm>
          <a:custGeom xmlns:a="http://schemas.openxmlformats.org/drawingml/2006/main">
            <a:pathLst>
              <a:path w="415012" h="154305">
                <a:moveTo>
                  <a:pt x="126008" y="19050"/>
                </a:moveTo>
                <a:lnTo>
                  <a:pt x="114300" y="19050"/>
                </a:lnTo>
                <a:lnTo>
                  <a:pt x="114300" y="28575"/>
                </a:lnTo>
                <a:lnTo>
                  <a:pt x="104775" y="28575"/>
                </a:lnTo>
                <a:lnTo>
                  <a:pt x="104775" y="38100"/>
                </a:lnTo>
                <a:lnTo>
                  <a:pt x="95250" y="38100"/>
                </a:lnTo>
                <a:lnTo>
                  <a:pt x="95250" y="47625"/>
                </a:lnTo>
                <a:lnTo>
                  <a:pt x="87908" y="47625"/>
                </a:lnTo>
                <a:lnTo>
                  <a:pt x="78383" y="66675"/>
                </a:lnTo>
                <a:lnTo>
                  <a:pt x="57150" y="66675"/>
                </a:lnTo>
                <a:lnTo>
                  <a:pt x="57150" y="76200"/>
                </a:lnTo>
                <a:lnTo>
                  <a:pt x="49530" y="76200"/>
                </a:lnTo>
                <a:lnTo>
                  <a:pt x="49530" y="57150"/>
                </a:lnTo>
                <a:lnTo>
                  <a:pt x="30480" y="57150"/>
                </a:lnTo>
                <a:lnTo>
                  <a:pt x="30480" y="38100"/>
                </a:lnTo>
                <a:lnTo>
                  <a:pt x="20955" y="38100"/>
                </a:lnTo>
                <a:lnTo>
                  <a:pt x="20955" y="30480"/>
                </a:lnTo>
                <a:lnTo>
                  <a:pt x="30480" y="30480"/>
                </a:lnTo>
                <a:lnTo>
                  <a:pt x="30480" y="9525"/>
                </a:lnTo>
                <a:lnTo>
                  <a:pt x="0" y="9525"/>
                </a:lnTo>
                <a:lnTo>
                  <a:pt x="0" y="125730"/>
                </a:lnTo>
                <a:lnTo>
                  <a:pt x="28297" y="125730"/>
                </a:lnTo>
                <a:lnTo>
                  <a:pt x="37822" y="106680"/>
                </a:lnTo>
                <a:lnTo>
                  <a:pt x="59055" y="106680"/>
                </a:lnTo>
                <a:lnTo>
                  <a:pt x="59055" y="97155"/>
                </a:lnTo>
                <a:lnTo>
                  <a:pt x="59333" y="97155"/>
                </a:lnTo>
                <a:lnTo>
                  <a:pt x="87908" y="154305"/>
                </a:lnTo>
                <a:lnTo>
                  <a:pt x="335280" y="154305"/>
                </a:lnTo>
                <a:lnTo>
                  <a:pt x="335280" y="144780"/>
                </a:lnTo>
                <a:lnTo>
                  <a:pt x="352147" y="144780"/>
                </a:lnTo>
                <a:lnTo>
                  <a:pt x="361672" y="125730"/>
                </a:lnTo>
                <a:lnTo>
                  <a:pt x="392430" y="125730"/>
                </a:lnTo>
                <a:lnTo>
                  <a:pt x="392430" y="116205"/>
                </a:lnTo>
                <a:lnTo>
                  <a:pt x="415012" y="116205"/>
                </a:lnTo>
                <a:lnTo>
                  <a:pt x="399772" y="85725"/>
                </a:lnTo>
                <a:lnTo>
                  <a:pt x="382905" y="85725"/>
                </a:lnTo>
                <a:lnTo>
                  <a:pt x="382905" y="76200"/>
                </a:lnTo>
                <a:lnTo>
                  <a:pt x="373380" y="76200"/>
                </a:lnTo>
                <a:lnTo>
                  <a:pt x="373380" y="66675"/>
                </a:lnTo>
                <a:lnTo>
                  <a:pt x="361672" y="66675"/>
                </a:lnTo>
                <a:lnTo>
                  <a:pt x="352147" y="47625"/>
                </a:lnTo>
                <a:lnTo>
                  <a:pt x="333097" y="47625"/>
                </a:lnTo>
                <a:lnTo>
                  <a:pt x="323572" y="28575"/>
                </a:lnTo>
                <a:lnTo>
                  <a:pt x="249555" y="28575"/>
                </a:lnTo>
                <a:lnTo>
                  <a:pt x="249555" y="19050"/>
                </a:lnTo>
                <a:lnTo>
                  <a:pt x="220980" y="19050"/>
                </a:lnTo>
                <a:lnTo>
                  <a:pt x="220980" y="9525"/>
                </a:lnTo>
                <a:lnTo>
                  <a:pt x="154305" y="9525"/>
                </a:lnTo>
                <a:lnTo>
                  <a:pt x="154305" y="0"/>
                </a:lnTo>
                <a:lnTo>
                  <a:pt x="135533" y="0"/>
                </a:lnTo>
                <a:lnTo>
                  <a:pt x="126008" y="19050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96" name="Projected surface region 15">
            <a:extLst xmlns:a="http://schemas.openxmlformats.org/drawingml/2006/main">
              <a:ext uri="{FF2B5EF4-FFF2-40B4-BE49-F238E27FC236}">
                <a16:creationId xmlns:a16="http://schemas.microsoft.com/office/drawing/2014/main" id="{3177B07F-FC29-4C7F-BE9C-F5870E5B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260" y="3899535"/>
            <a:ext cx="186412" cy="116205"/>
          </a:xfrm>
          <a:custGeom xmlns:a="http://schemas.openxmlformats.org/drawingml/2006/main">
            <a:pathLst>
              <a:path w="186412" h="116205">
                <a:moveTo>
                  <a:pt x="154305" y="30480"/>
                </a:moveTo>
                <a:lnTo>
                  <a:pt x="171172" y="30480"/>
                </a:lnTo>
                <a:lnTo>
                  <a:pt x="186412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lnTo>
                  <a:pt x="0" y="28297"/>
                </a:lnTo>
                <a:lnTo>
                  <a:pt x="19050" y="37822"/>
                </a:lnTo>
                <a:lnTo>
                  <a:pt x="19050" y="59055"/>
                </a:lnTo>
                <a:lnTo>
                  <a:pt x="28575" y="59055"/>
                </a:lnTo>
                <a:lnTo>
                  <a:pt x="28575" y="75922"/>
                </a:lnTo>
                <a:lnTo>
                  <a:pt x="47625" y="85447"/>
                </a:lnTo>
                <a:lnTo>
                  <a:pt x="47625" y="106680"/>
                </a:lnTo>
                <a:lnTo>
                  <a:pt x="57150" y="106680"/>
                </a:lnTo>
                <a:lnTo>
                  <a:pt x="57150" y="116205"/>
                </a:lnTo>
                <a:lnTo>
                  <a:pt x="78105" y="116205"/>
                </a:lnTo>
                <a:lnTo>
                  <a:pt x="78105" y="106680"/>
                </a:lnTo>
                <a:lnTo>
                  <a:pt x="87630" y="106680"/>
                </a:lnTo>
                <a:lnTo>
                  <a:pt x="87630" y="97155"/>
                </a:lnTo>
                <a:lnTo>
                  <a:pt x="97155" y="97155"/>
                </a:lnTo>
                <a:lnTo>
                  <a:pt x="97155" y="87630"/>
                </a:lnTo>
                <a:lnTo>
                  <a:pt x="106680" y="87630"/>
                </a:lnTo>
                <a:lnTo>
                  <a:pt x="106680" y="78105"/>
                </a:lnTo>
                <a:lnTo>
                  <a:pt x="114022" y="78105"/>
                </a:lnTo>
                <a:lnTo>
                  <a:pt x="123547" y="59055"/>
                </a:lnTo>
                <a:lnTo>
                  <a:pt x="144780" y="59055"/>
                </a:lnTo>
                <a:lnTo>
                  <a:pt x="144780" y="40005"/>
                </a:lnTo>
                <a:lnTo>
                  <a:pt x="154305" y="40005"/>
                </a:lnTo>
                <a:lnTo>
                  <a:pt x="154305" y="30480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97" name="Projected surface region 16">
            <a:extLst xmlns:a="http://schemas.openxmlformats.org/drawingml/2006/main">
              <a:ext uri="{FF2B5EF4-FFF2-40B4-BE49-F238E27FC236}">
                <a16:creationId xmlns:a16="http://schemas.microsoft.com/office/drawing/2014/main" id="{DBD02FC2-8B6C-42E0-8E30-7E9DC6DC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828" y="3756660"/>
            <a:ext cx="291187" cy="135255"/>
          </a:xfrm>
          <a:custGeom xmlns:a="http://schemas.openxmlformats.org/drawingml/2006/main">
            <a:pathLst>
              <a:path w="291187" h="135255">
                <a:moveTo>
                  <a:pt x="100378" y="19050"/>
                </a:moveTo>
                <a:lnTo>
                  <a:pt x="90853" y="47625"/>
                </a:lnTo>
                <a:lnTo>
                  <a:pt x="70207" y="47625"/>
                </a:lnTo>
                <a:lnTo>
                  <a:pt x="70207" y="57150"/>
                </a:lnTo>
                <a:lnTo>
                  <a:pt x="60682" y="57150"/>
                </a:lnTo>
                <a:lnTo>
                  <a:pt x="60682" y="66675"/>
                </a:lnTo>
                <a:lnTo>
                  <a:pt x="51157" y="66675"/>
                </a:lnTo>
                <a:lnTo>
                  <a:pt x="51157" y="76200"/>
                </a:lnTo>
                <a:lnTo>
                  <a:pt x="41632" y="76200"/>
                </a:lnTo>
                <a:lnTo>
                  <a:pt x="41632" y="85725"/>
                </a:lnTo>
                <a:lnTo>
                  <a:pt x="32107" y="85725"/>
                </a:lnTo>
                <a:lnTo>
                  <a:pt x="32107" y="95250"/>
                </a:lnTo>
                <a:lnTo>
                  <a:pt x="22582" y="95250"/>
                </a:lnTo>
                <a:lnTo>
                  <a:pt x="22582" y="104775"/>
                </a:lnTo>
                <a:lnTo>
                  <a:pt x="15240" y="104775"/>
                </a:lnTo>
                <a:lnTo>
                  <a:pt x="0" y="135255"/>
                </a:lnTo>
                <a:lnTo>
                  <a:pt x="34012" y="135255"/>
                </a:lnTo>
                <a:lnTo>
                  <a:pt x="34012" y="125730"/>
                </a:lnTo>
                <a:lnTo>
                  <a:pt x="72112" y="125730"/>
                </a:lnTo>
                <a:lnTo>
                  <a:pt x="72112" y="119737"/>
                </a:lnTo>
                <a:lnTo>
                  <a:pt x="91162" y="129262"/>
                </a:lnTo>
                <a:lnTo>
                  <a:pt x="91162" y="116205"/>
                </a:lnTo>
                <a:lnTo>
                  <a:pt x="110212" y="116205"/>
                </a:lnTo>
                <a:lnTo>
                  <a:pt x="110212" y="106680"/>
                </a:lnTo>
                <a:lnTo>
                  <a:pt x="138787" y="106680"/>
                </a:lnTo>
                <a:lnTo>
                  <a:pt x="138787" y="97155"/>
                </a:lnTo>
                <a:lnTo>
                  <a:pt x="205462" y="97155"/>
                </a:lnTo>
                <a:lnTo>
                  <a:pt x="205462" y="87630"/>
                </a:lnTo>
                <a:lnTo>
                  <a:pt x="291187" y="87630"/>
                </a:lnTo>
                <a:lnTo>
                  <a:pt x="291187" y="66675"/>
                </a:lnTo>
                <a:lnTo>
                  <a:pt x="262612" y="66675"/>
                </a:lnTo>
                <a:lnTo>
                  <a:pt x="262612" y="57150"/>
                </a:lnTo>
                <a:lnTo>
                  <a:pt x="243562" y="57150"/>
                </a:lnTo>
                <a:lnTo>
                  <a:pt x="243562" y="47625"/>
                </a:lnTo>
                <a:lnTo>
                  <a:pt x="195937" y="47625"/>
                </a:lnTo>
                <a:lnTo>
                  <a:pt x="195937" y="38100"/>
                </a:lnTo>
                <a:lnTo>
                  <a:pt x="167362" y="38100"/>
                </a:lnTo>
                <a:lnTo>
                  <a:pt x="167362" y="28575"/>
                </a:lnTo>
                <a:lnTo>
                  <a:pt x="148312" y="28575"/>
                </a:lnTo>
                <a:lnTo>
                  <a:pt x="148312" y="19050"/>
                </a:lnTo>
                <a:lnTo>
                  <a:pt x="138787" y="19050"/>
                </a:lnTo>
                <a:lnTo>
                  <a:pt x="138787" y="0"/>
                </a:lnTo>
                <a:lnTo>
                  <a:pt x="117832" y="0"/>
                </a:lnTo>
                <a:lnTo>
                  <a:pt x="117832" y="9525"/>
                </a:lnTo>
                <a:lnTo>
                  <a:pt x="108307" y="9525"/>
                </a:lnTo>
                <a:lnTo>
                  <a:pt x="108307" y="19050"/>
                </a:lnTo>
                <a:lnTo>
                  <a:pt x="100378" y="19050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98" name="Projected surface region 17">
            <a:extLst xmlns:a="http://schemas.openxmlformats.org/drawingml/2006/main">
              <a:ext uri="{FF2B5EF4-FFF2-40B4-BE49-F238E27FC236}">
                <a16:creationId xmlns:a16="http://schemas.microsoft.com/office/drawing/2014/main" id="{7AA70F29-EF15-4963-AD1C-F437BDAD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585" y="3842385"/>
            <a:ext cx="78105" cy="49530"/>
          </a:xfrm>
          <a:custGeom xmlns:a="http://schemas.openxmlformats.org/drawingml/2006/main">
            <a:pathLst>
              <a:path w="78105" h="49530">
                <a:moveTo>
                  <a:pt x="30480" y="0"/>
                </a:moveTo>
                <a:lnTo>
                  <a:pt x="0" y="0"/>
                </a:lnTo>
                <a:lnTo>
                  <a:pt x="0" y="20955"/>
                </a:lnTo>
                <a:lnTo>
                  <a:pt x="9525" y="20955"/>
                </a:lnTo>
                <a:lnTo>
                  <a:pt x="9525" y="40005"/>
                </a:lnTo>
                <a:lnTo>
                  <a:pt x="28575" y="40005"/>
                </a:lnTo>
                <a:lnTo>
                  <a:pt x="28575" y="49530"/>
                </a:lnTo>
                <a:lnTo>
                  <a:pt x="49530" y="49530"/>
                </a:lnTo>
                <a:lnTo>
                  <a:pt x="49530" y="40005"/>
                </a:lnTo>
                <a:lnTo>
                  <a:pt x="78105" y="40005"/>
                </a:lnTo>
                <a:lnTo>
                  <a:pt x="78105" y="19050"/>
                </a:lnTo>
                <a:lnTo>
                  <a:pt x="59055" y="19050"/>
                </a:lnTo>
                <a:lnTo>
                  <a:pt x="59055" y="9525"/>
                </a:lnTo>
                <a:lnTo>
                  <a:pt x="30480" y="9525"/>
                </a:lnTo>
                <a:lnTo>
                  <a:pt x="30480" y="0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99" name="Projected surface region 18">
            <a:extLst xmlns:a="http://schemas.openxmlformats.org/drawingml/2006/main">
              <a:ext uri="{FF2B5EF4-FFF2-40B4-BE49-F238E27FC236}">
                <a16:creationId xmlns:a16="http://schemas.microsoft.com/office/drawing/2014/main" id="{31AC8665-CF8C-402A-9582-95998333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710" y="3737610"/>
            <a:ext cx="68580" cy="91162"/>
          </a:xfrm>
          <a:custGeom xmlns:a="http://schemas.openxmlformats.org/drawingml/2006/main">
            <a:pathLst>
              <a:path w="68580" h="91162">
                <a:moveTo>
                  <a:pt x="11121" y="30480"/>
                </a:moveTo>
                <a:lnTo>
                  <a:pt x="20646" y="59055"/>
                </a:lnTo>
                <a:lnTo>
                  <a:pt x="28575" y="59055"/>
                </a:lnTo>
                <a:lnTo>
                  <a:pt x="28575" y="68580"/>
                </a:lnTo>
                <a:lnTo>
                  <a:pt x="38100" y="68580"/>
                </a:lnTo>
                <a:lnTo>
                  <a:pt x="38100" y="75922"/>
                </a:lnTo>
                <a:lnTo>
                  <a:pt x="68580" y="91162"/>
                </a:lnTo>
                <a:lnTo>
                  <a:pt x="68580" y="59333"/>
                </a:lnTo>
                <a:lnTo>
                  <a:pt x="49530" y="49808"/>
                </a:lnTo>
                <a:lnTo>
                  <a:pt x="49530" y="30758"/>
                </a:lnTo>
                <a:lnTo>
                  <a:pt x="30480" y="21233"/>
                </a:lnTo>
                <a:lnTo>
                  <a:pt x="30480" y="0"/>
                </a:lnTo>
                <a:lnTo>
                  <a:pt x="0" y="0"/>
                </a:lnTo>
                <a:lnTo>
                  <a:pt x="0" y="30480"/>
                </a:lnTo>
                <a:lnTo>
                  <a:pt x="11121" y="30480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100" name="Projected surface region 19">
            <a:extLst xmlns:a="http://schemas.openxmlformats.org/drawingml/2006/main">
              <a:ext uri="{FF2B5EF4-FFF2-40B4-BE49-F238E27FC236}">
                <a16:creationId xmlns:a16="http://schemas.microsoft.com/office/drawing/2014/main" id="{7446266B-5605-424B-B4DE-15F7F0EB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785235"/>
            <a:ext cx="240030" cy="144780"/>
          </a:xfrm>
          <a:custGeom xmlns:a="http://schemas.openxmlformats.org/drawingml/2006/main">
            <a:pathLst>
              <a:path w="240030" h="144780">
                <a:moveTo>
                  <a:pt x="114300" y="28575"/>
                </a:moveTo>
                <a:lnTo>
                  <a:pt x="76200" y="28575"/>
                </a:lnTo>
                <a:lnTo>
                  <a:pt x="76200" y="38100"/>
                </a:lnTo>
                <a:lnTo>
                  <a:pt x="28575" y="38100"/>
                </a:lnTo>
                <a:lnTo>
                  <a:pt x="28575" y="47625"/>
                </a:lnTo>
                <a:lnTo>
                  <a:pt x="0" y="47625"/>
                </a:lnTo>
                <a:lnTo>
                  <a:pt x="0" y="68580"/>
                </a:lnTo>
                <a:lnTo>
                  <a:pt x="28575" y="68580"/>
                </a:lnTo>
                <a:lnTo>
                  <a:pt x="28575" y="78105"/>
                </a:lnTo>
                <a:lnTo>
                  <a:pt x="66675" y="78105"/>
                </a:lnTo>
                <a:lnTo>
                  <a:pt x="66675" y="87630"/>
                </a:lnTo>
                <a:lnTo>
                  <a:pt x="95250" y="87630"/>
                </a:lnTo>
                <a:lnTo>
                  <a:pt x="95250" y="97155"/>
                </a:lnTo>
                <a:lnTo>
                  <a:pt x="133350" y="97155"/>
                </a:lnTo>
                <a:lnTo>
                  <a:pt x="133350" y="106680"/>
                </a:lnTo>
                <a:lnTo>
                  <a:pt x="152400" y="106680"/>
                </a:lnTo>
                <a:lnTo>
                  <a:pt x="152400" y="116205"/>
                </a:lnTo>
                <a:lnTo>
                  <a:pt x="171450" y="116205"/>
                </a:lnTo>
                <a:lnTo>
                  <a:pt x="171450" y="125730"/>
                </a:lnTo>
                <a:lnTo>
                  <a:pt x="192683" y="125730"/>
                </a:lnTo>
                <a:lnTo>
                  <a:pt x="202208" y="144780"/>
                </a:lnTo>
                <a:lnTo>
                  <a:pt x="240030" y="144780"/>
                </a:lnTo>
                <a:lnTo>
                  <a:pt x="240030" y="76200"/>
                </a:lnTo>
                <a:lnTo>
                  <a:pt x="230505" y="76200"/>
                </a:lnTo>
                <a:lnTo>
                  <a:pt x="230505" y="66675"/>
                </a:lnTo>
                <a:lnTo>
                  <a:pt x="220980" y="66675"/>
                </a:lnTo>
                <a:lnTo>
                  <a:pt x="220980" y="49808"/>
                </a:lnTo>
                <a:lnTo>
                  <a:pt x="201930" y="40283"/>
                </a:lnTo>
                <a:lnTo>
                  <a:pt x="201930" y="19050"/>
                </a:lnTo>
                <a:lnTo>
                  <a:pt x="192405" y="19050"/>
                </a:lnTo>
                <a:lnTo>
                  <a:pt x="192405" y="0"/>
                </a:lnTo>
                <a:lnTo>
                  <a:pt x="171450" y="0"/>
                </a:lnTo>
                <a:lnTo>
                  <a:pt x="171450" y="9525"/>
                </a:lnTo>
                <a:lnTo>
                  <a:pt x="152400" y="9525"/>
                </a:lnTo>
                <a:lnTo>
                  <a:pt x="152400" y="19050"/>
                </a:lnTo>
                <a:lnTo>
                  <a:pt x="114300" y="19050"/>
                </a:lnTo>
                <a:lnTo>
                  <a:pt x="114300" y="28575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101" name="Projected surface region 20">
            <a:extLst xmlns:a="http://schemas.openxmlformats.org/drawingml/2006/main">
              <a:ext uri="{FF2B5EF4-FFF2-40B4-BE49-F238E27FC236}">
                <a16:creationId xmlns:a16="http://schemas.microsoft.com/office/drawing/2014/main" id="{A43B0751-1B44-4541-A091-D9654FA7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385" y="3937635"/>
            <a:ext cx="97155" cy="72112"/>
          </a:xfrm>
          <a:custGeom xmlns:a="http://schemas.openxmlformats.org/drawingml/2006/main">
            <a:pathLst>
              <a:path w="97155" h="72112">
                <a:moveTo>
                  <a:pt x="28575" y="30480"/>
                </a:moveTo>
                <a:lnTo>
                  <a:pt x="40283" y="30480"/>
                </a:lnTo>
                <a:lnTo>
                  <a:pt x="49808" y="49530"/>
                </a:lnTo>
                <a:lnTo>
                  <a:pt x="66675" y="49530"/>
                </a:lnTo>
                <a:lnTo>
                  <a:pt x="66675" y="56872"/>
                </a:lnTo>
                <a:lnTo>
                  <a:pt x="97155" y="72112"/>
                </a:lnTo>
                <a:lnTo>
                  <a:pt x="97155" y="38100"/>
                </a:lnTo>
                <a:lnTo>
                  <a:pt x="87630" y="38100"/>
                </a:lnTo>
                <a:lnTo>
                  <a:pt x="87630" y="30758"/>
                </a:lnTo>
                <a:lnTo>
                  <a:pt x="68580" y="21233"/>
                </a:lnTo>
                <a:lnTo>
                  <a:pt x="68580" y="0"/>
                </a:lnTo>
                <a:lnTo>
                  <a:pt x="0" y="0"/>
                </a:lnTo>
                <a:lnTo>
                  <a:pt x="0" y="20955"/>
                </a:lnTo>
                <a:lnTo>
                  <a:pt x="28575" y="20955"/>
                </a:lnTo>
                <a:lnTo>
                  <a:pt x="28575" y="30480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102" name="Projected surface region 21">
            <a:extLst xmlns:a="http://schemas.openxmlformats.org/drawingml/2006/main">
              <a:ext uri="{FF2B5EF4-FFF2-40B4-BE49-F238E27FC236}">
                <a16:creationId xmlns:a16="http://schemas.microsoft.com/office/drawing/2014/main" id="{363916C3-54E0-48B8-B1C8-A4680D40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3728085"/>
            <a:ext cx="154305" cy="192405"/>
          </a:xfrm>
          <a:custGeom xmlns:a="http://schemas.openxmlformats.org/drawingml/2006/main">
            <a:pathLst>
              <a:path w="154305" h="192405">
                <a:moveTo>
                  <a:pt x="87321" y="0"/>
                </a:moveTo>
                <a:lnTo>
                  <a:pt x="77242" y="30237"/>
                </a:lnTo>
                <a:lnTo>
                  <a:pt x="57150" y="40283"/>
                </a:lnTo>
                <a:lnTo>
                  <a:pt x="57150" y="57150"/>
                </a:lnTo>
                <a:lnTo>
                  <a:pt x="47625" y="57150"/>
                </a:lnTo>
                <a:lnTo>
                  <a:pt x="47625" y="66675"/>
                </a:lnTo>
                <a:lnTo>
                  <a:pt x="38100" y="66675"/>
                </a:lnTo>
                <a:lnTo>
                  <a:pt x="38100" y="78383"/>
                </a:lnTo>
                <a:lnTo>
                  <a:pt x="19050" y="87908"/>
                </a:lnTo>
                <a:lnTo>
                  <a:pt x="19050" y="106958"/>
                </a:lnTo>
                <a:lnTo>
                  <a:pt x="0" y="116483"/>
                </a:lnTo>
                <a:lnTo>
                  <a:pt x="0" y="144780"/>
                </a:lnTo>
                <a:lnTo>
                  <a:pt x="19050" y="144780"/>
                </a:lnTo>
                <a:lnTo>
                  <a:pt x="19050" y="154305"/>
                </a:lnTo>
                <a:lnTo>
                  <a:pt x="38100" y="154305"/>
                </a:lnTo>
                <a:lnTo>
                  <a:pt x="38100" y="163830"/>
                </a:lnTo>
                <a:lnTo>
                  <a:pt x="57150" y="163830"/>
                </a:lnTo>
                <a:lnTo>
                  <a:pt x="57150" y="173355"/>
                </a:lnTo>
                <a:lnTo>
                  <a:pt x="85725" y="173355"/>
                </a:lnTo>
                <a:lnTo>
                  <a:pt x="85725" y="182880"/>
                </a:lnTo>
                <a:lnTo>
                  <a:pt x="104775" y="182880"/>
                </a:lnTo>
                <a:lnTo>
                  <a:pt x="104775" y="192405"/>
                </a:lnTo>
                <a:lnTo>
                  <a:pt x="154305" y="192405"/>
                </a:lnTo>
                <a:lnTo>
                  <a:pt x="154305" y="171450"/>
                </a:lnTo>
                <a:lnTo>
                  <a:pt x="144780" y="171450"/>
                </a:lnTo>
                <a:lnTo>
                  <a:pt x="144780" y="142875"/>
                </a:lnTo>
                <a:lnTo>
                  <a:pt x="135255" y="142875"/>
                </a:lnTo>
                <a:lnTo>
                  <a:pt x="135255" y="104775"/>
                </a:lnTo>
                <a:lnTo>
                  <a:pt x="125730" y="104775"/>
                </a:lnTo>
                <a:lnTo>
                  <a:pt x="125730" y="66675"/>
                </a:lnTo>
                <a:lnTo>
                  <a:pt x="116205" y="66675"/>
                </a:lnTo>
                <a:lnTo>
                  <a:pt x="116205" y="28575"/>
                </a:lnTo>
                <a:lnTo>
                  <a:pt x="106680" y="28575"/>
                </a:lnTo>
                <a:lnTo>
                  <a:pt x="106680" y="0"/>
                </a:lnTo>
                <a:lnTo>
                  <a:pt x="87321" y="0"/>
                </a:lnTo>
                <a:close/>
              </a:path>
            </a:pathLst>
          </a:custGeom>
          <a:solidFill xmlns:a="http://schemas.openxmlformats.org/drawingml/2006/main">
            <a:srgbClr val="786DA1"/>
          </a:solidFill>
          <a:ln xmlns:a="http://schemas.openxmlformats.org/drawingml/2006/main" w="0">
            <a:noFill/>
          </a:ln>
        </p:spPr>
      </p:sp>
      <p:sp>
        <p:nvSpPr>
          <p:cNvPr id="103" name="Projected surface region 22">
            <a:extLst xmlns:a="http://schemas.openxmlformats.org/drawingml/2006/main">
              <a:ext uri="{FF2B5EF4-FFF2-40B4-BE49-F238E27FC236}">
                <a16:creationId xmlns:a16="http://schemas.microsoft.com/office/drawing/2014/main" id="{D6D72732-8D36-4E82-9D3D-28B1F8F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347085"/>
            <a:ext cx="144780" cy="135255"/>
          </a:xfrm>
          <a:custGeom xmlns:a="http://schemas.openxmlformats.org/drawingml/2006/main">
            <a:pathLst>
              <a:path w="144780" h="135255">
                <a:moveTo>
                  <a:pt x="19050" y="9525"/>
                </a:moveTo>
                <a:lnTo>
                  <a:pt x="19050" y="57150"/>
                </a:lnTo>
                <a:lnTo>
                  <a:pt x="9525" y="57150"/>
                </a:lnTo>
                <a:lnTo>
                  <a:pt x="9525" y="104775"/>
                </a:lnTo>
                <a:lnTo>
                  <a:pt x="0" y="104775"/>
                </a:lnTo>
                <a:lnTo>
                  <a:pt x="0" y="135255"/>
                </a:lnTo>
                <a:lnTo>
                  <a:pt x="40005" y="135255"/>
                </a:lnTo>
                <a:lnTo>
                  <a:pt x="40005" y="125730"/>
                </a:lnTo>
                <a:lnTo>
                  <a:pt x="123825" y="125730"/>
                </a:lnTo>
                <a:lnTo>
                  <a:pt x="123825" y="135255"/>
                </a:lnTo>
                <a:lnTo>
                  <a:pt x="144780" y="135255"/>
                </a:lnTo>
                <a:lnTo>
                  <a:pt x="144780" y="104775"/>
                </a:lnTo>
                <a:lnTo>
                  <a:pt x="135255" y="104775"/>
                </a:lnTo>
                <a:lnTo>
                  <a:pt x="135255" y="57150"/>
                </a:lnTo>
                <a:lnTo>
                  <a:pt x="125730" y="57150"/>
                </a:lnTo>
                <a:lnTo>
                  <a:pt x="125730" y="28575"/>
                </a:lnTo>
                <a:lnTo>
                  <a:pt x="114022" y="28575"/>
                </a:lnTo>
                <a:lnTo>
                  <a:pt x="104497" y="9525"/>
                </a:lnTo>
                <a:lnTo>
                  <a:pt x="87630" y="9525"/>
                </a:lnTo>
                <a:lnTo>
                  <a:pt x="87630" y="0"/>
                </a:lnTo>
                <a:lnTo>
                  <a:pt x="66675" y="0"/>
                </a:lnTo>
                <a:lnTo>
                  <a:pt x="66675" y="9525"/>
                </a:lnTo>
                <a:lnTo>
                  <a:pt x="19050" y="9525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04" name="Projected surface region 23">
            <a:extLst xmlns:a="http://schemas.openxmlformats.org/drawingml/2006/main">
              <a:ext uri="{FF2B5EF4-FFF2-40B4-BE49-F238E27FC236}">
                <a16:creationId xmlns:a16="http://schemas.microsoft.com/office/drawing/2014/main" id="{EB4E6380-A63F-4641-92BB-B724DD59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658" y="3404235"/>
            <a:ext cx="156257" cy="97155"/>
          </a:xfrm>
          <a:custGeom xmlns:a="http://schemas.openxmlformats.org/drawingml/2006/main">
            <a:pathLst>
              <a:path w="156257" h="97155">
                <a:moveTo>
                  <a:pt x="21002" y="30758"/>
                </a:moveTo>
                <a:lnTo>
                  <a:pt x="21002" y="40283"/>
                </a:lnTo>
                <a:lnTo>
                  <a:pt x="0" y="50784"/>
                </a:lnTo>
                <a:lnTo>
                  <a:pt x="23185" y="97155"/>
                </a:lnTo>
                <a:lnTo>
                  <a:pt x="68350" y="97155"/>
                </a:lnTo>
                <a:lnTo>
                  <a:pt x="77875" y="78105"/>
                </a:lnTo>
                <a:lnTo>
                  <a:pt x="78152" y="78105"/>
                </a:lnTo>
                <a:lnTo>
                  <a:pt x="78152" y="87630"/>
                </a:lnTo>
                <a:lnTo>
                  <a:pt x="108632" y="87630"/>
                </a:lnTo>
                <a:lnTo>
                  <a:pt x="108632" y="78105"/>
                </a:lnTo>
                <a:lnTo>
                  <a:pt x="137207" y="78105"/>
                </a:lnTo>
                <a:lnTo>
                  <a:pt x="137207" y="68580"/>
                </a:lnTo>
                <a:lnTo>
                  <a:pt x="156257" y="68580"/>
                </a:lnTo>
                <a:lnTo>
                  <a:pt x="156257" y="38100"/>
                </a:lnTo>
                <a:lnTo>
                  <a:pt x="137207" y="38100"/>
                </a:lnTo>
                <a:lnTo>
                  <a:pt x="137207" y="28575"/>
                </a:lnTo>
                <a:lnTo>
                  <a:pt x="118157" y="28575"/>
                </a:lnTo>
                <a:lnTo>
                  <a:pt x="118157" y="19050"/>
                </a:lnTo>
                <a:lnTo>
                  <a:pt x="89582" y="19050"/>
                </a:lnTo>
                <a:lnTo>
                  <a:pt x="89582" y="9525"/>
                </a:lnTo>
                <a:lnTo>
                  <a:pt x="70532" y="9525"/>
                </a:lnTo>
                <a:lnTo>
                  <a:pt x="70532" y="0"/>
                </a:lnTo>
                <a:lnTo>
                  <a:pt x="49577" y="0"/>
                </a:lnTo>
                <a:lnTo>
                  <a:pt x="49577" y="9525"/>
                </a:lnTo>
                <a:lnTo>
                  <a:pt x="40052" y="9525"/>
                </a:lnTo>
                <a:lnTo>
                  <a:pt x="40052" y="21233"/>
                </a:lnTo>
                <a:lnTo>
                  <a:pt x="21002" y="30758"/>
                </a:lnTo>
                <a:close/>
                <a:moveTo>
                  <a:pt x="78152" y="47625"/>
                </a:moveTo>
                <a:lnTo>
                  <a:pt x="70532" y="47625"/>
                </a:lnTo>
                <a:lnTo>
                  <a:pt x="70532" y="40005"/>
                </a:lnTo>
                <a:lnTo>
                  <a:pt x="78152" y="40005"/>
                </a:lnTo>
                <a:lnTo>
                  <a:pt x="78152" y="47625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05" name="Projected surface region 24">
            <a:extLst xmlns:a="http://schemas.openxmlformats.org/drawingml/2006/main">
              <a:ext uri="{FF2B5EF4-FFF2-40B4-BE49-F238E27FC236}">
                <a16:creationId xmlns:a16="http://schemas.microsoft.com/office/drawing/2014/main" id="{5042F2A3-ABB8-48CE-BCDF-A918235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778" y="3442335"/>
            <a:ext cx="186412" cy="59055"/>
          </a:xfrm>
          <a:custGeom xmlns:a="http://schemas.openxmlformats.org/drawingml/2006/main">
            <a:pathLst>
              <a:path w="186412" h="59055">
                <a:moveTo>
                  <a:pt x="22582" y="28575"/>
                </a:moveTo>
                <a:lnTo>
                  <a:pt x="15240" y="28575"/>
                </a:lnTo>
                <a:lnTo>
                  <a:pt x="0" y="59055"/>
                </a:lnTo>
                <a:lnTo>
                  <a:pt x="34012" y="59055"/>
                </a:lnTo>
                <a:lnTo>
                  <a:pt x="34012" y="49530"/>
                </a:lnTo>
                <a:lnTo>
                  <a:pt x="72112" y="49530"/>
                </a:lnTo>
                <a:lnTo>
                  <a:pt x="72112" y="40005"/>
                </a:lnTo>
                <a:lnTo>
                  <a:pt x="186412" y="40005"/>
                </a:lnTo>
                <a:lnTo>
                  <a:pt x="186412" y="19050"/>
                </a:lnTo>
                <a:lnTo>
                  <a:pt x="167362" y="19050"/>
                </a:lnTo>
                <a:lnTo>
                  <a:pt x="167362" y="9525"/>
                </a:lnTo>
                <a:lnTo>
                  <a:pt x="138787" y="9525"/>
                </a:lnTo>
                <a:lnTo>
                  <a:pt x="138787" y="0"/>
                </a:lnTo>
                <a:lnTo>
                  <a:pt x="70207" y="0"/>
                </a:lnTo>
                <a:lnTo>
                  <a:pt x="70207" y="9525"/>
                </a:lnTo>
                <a:lnTo>
                  <a:pt x="51157" y="9525"/>
                </a:lnTo>
                <a:lnTo>
                  <a:pt x="51157" y="19050"/>
                </a:lnTo>
                <a:lnTo>
                  <a:pt x="22582" y="19050"/>
                </a:lnTo>
                <a:lnTo>
                  <a:pt x="22582" y="28575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06" name="Projected surface region 25">
            <a:extLst xmlns:a="http://schemas.openxmlformats.org/drawingml/2006/main">
              <a:ext uri="{FF2B5EF4-FFF2-40B4-BE49-F238E27FC236}">
                <a16:creationId xmlns:a16="http://schemas.microsoft.com/office/drawing/2014/main" id="{E042AEAA-3154-4761-A6F6-4C3F54B9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3213735"/>
            <a:ext cx="373380" cy="449580"/>
          </a:xfrm>
          <a:custGeom xmlns:a="http://schemas.openxmlformats.org/drawingml/2006/main">
            <a:pathLst>
              <a:path w="373380" h="449580">
                <a:moveTo>
                  <a:pt x="180975" y="209550"/>
                </a:moveTo>
                <a:lnTo>
                  <a:pt x="163830" y="209550"/>
                </a:lnTo>
                <a:lnTo>
                  <a:pt x="163830" y="200025"/>
                </a:lnTo>
                <a:lnTo>
                  <a:pt x="135255" y="200025"/>
                </a:lnTo>
                <a:lnTo>
                  <a:pt x="135255" y="190500"/>
                </a:lnTo>
                <a:lnTo>
                  <a:pt x="116205" y="190500"/>
                </a:lnTo>
                <a:lnTo>
                  <a:pt x="116205" y="180975"/>
                </a:lnTo>
                <a:lnTo>
                  <a:pt x="104497" y="180975"/>
                </a:lnTo>
                <a:lnTo>
                  <a:pt x="94972" y="161925"/>
                </a:lnTo>
                <a:lnTo>
                  <a:pt x="78105" y="161925"/>
                </a:lnTo>
                <a:lnTo>
                  <a:pt x="78105" y="152400"/>
                </a:lnTo>
                <a:lnTo>
                  <a:pt x="38100" y="152400"/>
                </a:lnTo>
                <a:lnTo>
                  <a:pt x="38100" y="171450"/>
                </a:lnTo>
                <a:lnTo>
                  <a:pt x="28575" y="171450"/>
                </a:lnTo>
                <a:lnTo>
                  <a:pt x="28575" y="180975"/>
                </a:lnTo>
                <a:lnTo>
                  <a:pt x="19050" y="180975"/>
                </a:lnTo>
                <a:lnTo>
                  <a:pt x="19050" y="192683"/>
                </a:lnTo>
                <a:lnTo>
                  <a:pt x="0" y="202208"/>
                </a:lnTo>
                <a:lnTo>
                  <a:pt x="0" y="230505"/>
                </a:lnTo>
                <a:lnTo>
                  <a:pt x="9525" y="230505"/>
                </a:lnTo>
                <a:lnTo>
                  <a:pt x="9525" y="259080"/>
                </a:lnTo>
                <a:lnTo>
                  <a:pt x="19050" y="259080"/>
                </a:lnTo>
                <a:lnTo>
                  <a:pt x="19050" y="287655"/>
                </a:lnTo>
                <a:lnTo>
                  <a:pt x="28575" y="287655"/>
                </a:lnTo>
                <a:lnTo>
                  <a:pt x="28575" y="316230"/>
                </a:lnTo>
                <a:lnTo>
                  <a:pt x="38100" y="316230"/>
                </a:lnTo>
                <a:lnTo>
                  <a:pt x="38100" y="344805"/>
                </a:lnTo>
                <a:lnTo>
                  <a:pt x="47625" y="344805"/>
                </a:lnTo>
                <a:lnTo>
                  <a:pt x="47625" y="373380"/>
                </a:lnTo>
                <a:lnTo>
                  <a:pt x="78105" y="373380"/>
                </a:lnTo>
                <a:lnTo>
                  <a:pt x="78105" y="363855"/>
                </a:lnTo>
                <a:lnTo>
                  <a:pt x="97155" y="363855"/>
                </a:lnTo>
                <a:lnTo>
                  <a:pt x="97155" y="354330"/>
                </a:lnTo>
                <a:lnTo>
                  <a:pt x="106680" y="354330"/>
                </a:lnTo>
                <a:lnTo>
                  <a:pt x="106680" y="344805"/>
                </a:lnTo>
                <a:lnTo>
                  <a:pt x="114022" y="344805"/>
                </a:lnTo>
                <a:lnTo>
                  <a:pt x="123547" y="325755"/>
                </a:lnTo>
                <a:lnTo>
                  <a:pt x="144780" y="325755"/>
                </a:lnTo>
                <a:lnTo>
                  <a:pt x="144780" y="306705"/>
                </a:lnTo>
                <a:lnTo>
                  <a:pt x="154305" y="306705"/>
                </a:lnTo>
                <a:lnTo>
                  <a:pt x="154305" y="297180"/>
                </a:lnTo>
                <a:lnTo>
                  <a:pt x="161925" y="297180"/>
                </a:lnTo>
                <a:lnTo>
                  <a:pt x="161925" y="316230"/>
                </a:lnTo>
                <a:lnTo>
                  <a:pt x="171450" y="316230"/>
                </a:lnTo>
                <a:lnTo>
                  <a:pt x="171450" y="335280"/>
                </a:lnTo>
                <a:lnTo>
                  <a:pt x="180975" y="335280"/>
                </a:lnTo>
                <a:lnTo>
                  <a:pt x="180975" y="363855"/>
                </a:lnTo>
                <a:lnTo>
                  <a:pt x="190500" y="363855"/>
                </a:lnTo>
                <a:lnTo>
                  <a:pt x="190500" y="392430"/>
                </a:lnTo>
                <a:lnTo>
                  <a:pt x="200025" y="392430"/>
                </a:lnTo>
                <a:lnTo>
                  <a:pt x="200025" y="421005"/>
                </a:lnTo>
                <a:lnTo>
                  <a:pt x="209550" y="421005"/>
                </a:lnTo>
                <a:lnTo>
                  <a:pt x="209550" y="449580"/>
                </a:lnTo>
                <a:lnTo>
                  <a:pt x="240030" y="449580"/>
                </a:lnTo>
                <a:lnTo>
                  <a:pt x="240030" y="428347"/>
                </a:lnTo>
                <a:lnTo>
                  <a:pt x="259080" y="418822"/>
                </a:lnTo>
                <a:lnTo>
                  <a:pt x="259080" y="401955"/>
                </a:lnTo>
                <a:lnTo>
                  <a:pt x="268605" y="401955"/>
                </a:lnTo>
                <a:lnTo>
                  <a:pt x="268605" y="392430"/>
                </a:lnTo>
                <a:lnTo>
                  <a:pt x="278130" y="392430"/>
                </a:lnTo>
                <a:lnTo>
                  <a:pt x="278130" y="371197"/>
                </a:lnTo>
                <a:lnTo>
                  <a:pt x="297180" y="361672"/>
                </a:lnTo>
                <a:lnTo>
                  <a:pt x="297180" y="344805"/>
                </a:lnTo>
                <a:lnTo>
                  <a:pt x="306705" y="344805"/>
                </a:lnTo>
                <a:lnTo>
                  <a:pt x="306705" y="325755"/>
                </a:lnTo>
                <a:lnTo>
                  <a:pt x="316230" y="325755"/>
                </a:lnTo>
                <a:lnTo>
                  <a:pt x="316230" y="306705"/>
                </a:lnTo>
                <a:lnTo>
                  <a:pt x="325755" y="306705"/>
                </a:lnTo>
                <a:lnTo>
                  <a:pt x="325755" y="285472"/>
                </a:lnTo>
                <a:lnTo>
                  <a:pt x="344805" y="275947"/>
                </a:lnTo>
                <a:lnTo>
                  <a:pt x="344805" y="249555"/>
                </a:lnTo>
                <a:lnTo>
                  <a:pt x="354330" y="249555"/>
                </a:lnTo>
                <a:lnTo>
                  <a:pt x="354330" y="237847"/>
                </a:lnTo>
                <a:lnTo>
                  <a:pt x="373380" y="228322"/>
                </a:lnTo>
                <a:lnTo>
                  <a:pt x="373380" y="209550"/>
                </a:lnTo>
                <a:lnTo>
                  <a:pt x="354330" y="209550"/>
                </a:lnTo>
                <a:lnTo>
                  <a:pt x="354330" y="200025"/>
                </a:lnTo>
                <a:lnTo>
                  <a:pt x="325755" y="200025"/>
                </a:lnTo>
                <a:lnTo>
                  <a:pt x="325755" y="190500"/>
                </a:lnTo>
                <a:lnTo>
                  <a:pt x="306705" y="190500"/>
                </a:lnTo>
                <a:lnTo>
                  <a:pt x="306705" y="180975"/>
                </a:lnTo>
                <a:lnTo>
                  <a:pt x="278130" y="180975"/>
                </a:lnTo>
                <a:lnTo>
                  <a:pt x="278130" y="171450"/>
                </a:lnTo>
                <a:lnTo>
                  <a:pt x="272137" y="171450"/>
                </a:lnTo>
                <a:lnTo>
                  <a:pt x="294021" y="127682"/>
                </a:lnTo>
                <a:lnTo>
                  <a:pt x="335280" y="148312"/>
                </a:lnTo>
                <a:lnTo>
                  <a:pt x="335280" y="114300"/>
                </a:lnTo>
                <a:lnTo>
                  <a:pt x="325755" y="114300"/>
                </a:lnTo>
                <a:lnTo>
                  <a:pt x="325755" y="76200"/>
                </a:lnTo>
                <a:lnTo>
                  <a:pt x="316230" y="76200"/>
                </a:lnTo>
                <a:lnTo>
                  <a:pt x="316230" y="9525"/>
                </a:lnTo>
                <a:lnTo>
                  <a:pt x="306705" y="9525"/>
                </a:lnTo>
                <a:lnTo>
                  <a:pt x="306705" y="0"/>
                </a:lnTo>
                <a:lnTo>
                  <a:pt x="285750" y="0"/>
                </a:lnTo>
                <a:lnTo>
                  <a:pt x="285750" y="19050"/>
                </a:lnTo>
                <a:lnTo>
                  <a:pt x="276225" y="19050"/>
                </a:lnTo>
                <a:lnTo>
                  <a:pt x="276225" y="38100"/>
                </a:lnTo>
                <a:lnTo>
                  <a:pt x="266700" y="38100"/>
                </a:lnTo>
                <a:lnTo>
                  <a:pt x="266700" y="57150"/>
                </a:lnTo>
                <a:lnTo>
                  <a:pt x="257175" y="57150"/>
                </a:lnTo>
                <a:lnTo>
                  <a:pt x="257175" y="76200"/>
                </a:lnTo>
                <a:lnTo>
                  <a:pt x="247650" y="76200"/>
                </a:lnTo>
                <a:lnTo>
                  <a:pt x="247650" y="114300"/>
                </a:lnTo>
                <a:lnTo>
                  <a:pt x="238125" y="114300"/>
                </a:lnTo>
                <a:lnTo>
                  <a:pt x="238125" y="133350"/>
                </a:lnTo>
                <a:lnTo>
                  <a:pt x="228600" y="133350"/>
                </a:lnTo>
                <a:lnTo>
                  <a:pt x="228600" y="152400"/>
                </a:lnTo>
                <a:lnTo>
                  <a:pt x="219075" y="152400"/>
                </a:lnTo>
                <a:lnTo>
                  <a:pt x="219075" y="161925"/>
                </a:lnTo>
                <a:lnTo>
                  <a:pt x="209550" y="161925"/>
                </a:lnTo>
                <a:lnTo>
                  <a:pt x="209550" y="173633"/>
                </a:lnTo>
                <a:lnTo>
                  <a:pt x="190500" y="183158"/>
                </a:lnTo>
                <a:lnTo>
                  <a:pt x="190500" y="200025"/>
                </a:lnTo>
                <a:lnTo>
                  <a:pt x="180975" y="200025"/>
                </a:lnTo>
                <a:lnTo>
                  <a:pt x="180975" y="209550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07" name="Projected surface region 26">
            <a:extLst xmlns:a="http://schemas.openxmlformats.org/drawingml/2006/main">
              <a:ext uri="{FF2B5EF4-FFF2-40B4-BE49-F238E27FC236}">
                <a16:creationId xmlns:a16="http://schemas.microsoft.com/office/drawing/2014/main" id="{F5EBCE45-BEDE-47D1-9984-77BF996A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510" y="3328035"/>
            <a:ext cx="59055" cy="87630"/>
          </a:xfrm>
          <a:custGeom xmlns:a="http://schemas.openxmlformats.org/drawingml/2006/main">
            <a:pathLst>
              <a:path w="59055" h="87630">
                <a:moveTo>
                  <a:pt x="9525" y="30758"/>
                </a:moveTo>
                <a:lnTo>
                  <a:pt x="9525" y="47625"/>
                </a:lnTo>
                <a:lnTo>
                  <a:pt x="0" y="47625"/>
                </a:lnTo>
                <a:lnTo>
                  <a:pt x="0" y="78105"/>
                </a:lnTo>
                <a:lnTo>
                  <a:pt x="9525" y="78105"/>
                </a:lnTo>
                <a:lnTo>
                  <a:pt x="9525" y="87630"/>
                </a:lnTo>
                <a:lnTo>
                  <a:pt x="40005" y="87630"/>
                </a:lnTo>
                <a:lnTo>
                  <a:pt x="40005" y="68580"/>
                </a:lnTo>
                <a:lnTo>
                  <a:pt x="49530" y="68580"/>
                </a:lnTo>
                <a:lnTo>
                  <a:pt x="49530" y="30480"/>
                </a:lnTo>
                <a:lnTo>
                  <a:pt x="59055" y="30480"/>
                </a:lnTo>
                <a:lnTo>
                  <a:pt x="59055" y="0"/>
                </a:lnTo>
                <a:lnTo>
                  <a:pt x="28575" y="0"/>
                </a:lnTo>
                <a:lnTo>
                  <a:pt x="28575" y="21233"/>
                </a:lnTo>
                <a:lnTo>
                  <a:pt x="9525" y="30758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08" name="Projected surface region 27">
            <a:extLst xmlns:a="http://schemas.openxmlformats.org/drawingml/2006/main">
              <a:ext uri="{FF2B5EF4-FFF2-40B4-BE49-F238E27FC236}">
                <a16:creationId xmlns:a16="http://schemas.microsoft.com/office/drawing/2014/main" id="{4F9D926F-FD53-4C93-828D-1757C4E4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578" y="3328035"/>
            <a:ext cx="176887" cy="129262"/>
          </a:xfrm>
          <a:custGeom xmlns:a="http://schemas.openxmlformats.org/drawingml/2006/main">
            <a:pathLst>
              <a:path w="176887" h="129262">
                <a:moveTo>
                  <a:pt x="41632" y="0"/>
                </a:moveTo>
                <a:lnTo>
                  <a:pt x="41632" y="19050"/>
                </a:lnTo>
                <a:lnTo>
                  <a:pt x="32107" y="19050"/>
                </a:lnTo>
                <a:lnTo>
                  <a:pt x="32107" y="40283"/>
                </a:lnTo>
                <a:lnTo>
                  <a:pt x="13057" y="49808"/>
                </a:lnTo>
                <a:lnTo>
                  <a:pt x="13057" y="76200"/>
                </a:lnTo>
                <a:lnTo>
                  <a:pt x="0" y="76200"/>
                </a:lnTo>
                <a:lnTo>
                  <a:pt x="15240" y="106680"/>
                </a:lnTo>
                <a:lnTo>
                  <a:pt x="41632" y="106680"/>
                </a:lnTo>
                <a:lnTo>
                  <a:pt x="41632" y="116205"/>
                </a:lnTo>
                <a:lnTo>
                  <a:pt x="91162" y="116205"/>
                </a:lnTo>
                <a:lnTo>
                  <a:pt x="91162" y="106680"/>
                </a:lnTo>
                <a:lnTo>
                  <a:pt x="110212" y="106680"/>
                </a:lnTo>
                <a:lnTo>
                  <a:pt x="110212" y="97155"/>
                </a:lnTo>
                <a:lnTo>
                  <a:pt x="127357" y="97155"/>
                </a:lnTo>
                <a:lnTo>
                  <a:pt x="127357" y="116205"/>
                </a:lnTo>
                <a:lnTo>
                  <a:pt x="136882" y="116205"/>
                </a:lnTo>
                <a:lnTo>
                  <a:pt x="136882" y="129262"/>
                </a:lnTo>
                <a:lnTo>
                  <a:pt x="167362" y="114022"/>
                </a:lnTo>
                <a:lnTo>
                  <a:pt x="167362" y="87630"/>
                </a:lnTo>
                <a:lnTo>
                  <a:pt x="176887" y="87630"/>
                </a:lnTo>
                <a:lnTo>
                  <a:pt x="176887" y="57150"/>
                </a:lnTo>
                <a:lnTo>
                  <a:pt x="148590" y="57150"/>
                </a:lnTo>
                <a:lnTo>
                  <a:pt x="139065" y="76200"/>
                </a:lnTo>
                <a:lnTo>
                  <a:pt x="119737" y="76200"/>
                </a:lnTo>
                <a:lnTo>
                  <a:pt x="119737" y="68858"/>
                </a:lnTo>
                <a:lnTo>
                  <a:pt x="100687" y="59333"/>
                </a:lnTo>
                <a:lnTo>
                  <a:pt x="100687" y="38100"/>
                </a:lnTo>
                <a:lnTo>
                  <a:pt x="91162" y="38100"/>
                </a:lnTo>
                <a:lnTo>
                  <a:pt x="91162" y="28575"/>
                </a:lnTo>
                <a:lnTo>
                  <a:pt x="81637" y="28575"/>
                </a:lnTo>
                <a:lnTo>
                  <a:pt x="81637" y="19050"/>
                </a:lnTo>
                <a:lnTo>
                  <a:pt x="69929" y="19050"/>
                </a:lnTo>
                <a:lnTo>
                  <a:pt x="60404" y="0"/>
                </a:lnTo>
                <a:lnTo>
                  <a:pt x="41632" y="0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09" name="Projected surface region 28">
            <a:extLst xmlns:a="http://schemas.openxmlformats.org/drawingml/2006/main">
              <a:ext uri="{FF2B5EF4-FFF2-40B4-BE49-F238E27FC236}">
                <a16:creationId xmlns:a16="http://schemas.microsoft.com/office/drawing/2014/main" id="{44D3ADF4-9470-4EC0-BB6E-5ECF6817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35" y="3232785"/>
            <a:ext cx="643612" cy="449580"/>
          </a:xfrm>
          <a:custGeom xmlns:a="http://schemas.openxmlformats.org/drawingml/2006/main">
            <a:pathLst>
              <a:path w="643612" h="449580">
                <a:moveTo>
                  <a:pt x="114300" y="152400"/>
                </a:moveTo>
                <a:lnTo>
                  <a:pt x="95250" y="152400"/>
                </a:lnTo>
                <a:lnTo>
                  <a:pt x="95250" y="161925"/>
                </a:lnTo>
                <a:lnTo>
                  <a:pt x="76200" y="161925"/>
                </a:lnTo>
                <a:lnTo>
                  <a:pt x="76200" y="171450"/>
                </a:lnTo>
                <a:lnTo>
                  <a:pt x="49808" y="171450"/>
                </a:lnTo>
                <a:lnTo>
                  <a:pt x="40283" y="190500"/>
                </a:lnTo>
                <a:lnTo>
                  <a:pt x="9525" y="190500"/>
                </a:lnTo>
                <a:lnTo>
                  <a:pt x="9525" y="211455"/>
                </a:lnTo>
                <a:lnTo>
                  <a:pt x="19050" y="211455"/>
                </a:lnTo>
                <a:lnTo>
                  <a:pt x="19050" y="219075"/>
                </a:lnTo>
                <a:lnTo>
                  <a:pt x="9525" y="219075"/>
                </a:lnTo>
                <a:lnTo>
                  <a:pt x="9525" y="238125"/>
                </a:lnTo>
                <a:lnTo>
                  <a:pt x="0" y="238125"/>
                </a:lnTo>
                <a:lnTo>
                  <a:pt x="0" y="268605"/>
                </a:lnTo>
                <a:lnTo>
                  <a:pt x="21233" y="268605"/>
                </a:lnTo>
                <a:lnTo>
                  <a:pt x="30758" y="287655"/>
                </a:lnTo>
                <a:lnTo>
                  <a:pt x="57150" y="287655"/>
                </a:lnTo>
                <a:lnTo>
                  <a:pt x="57150" y="306705"/>
                </a:lnTo>
                <a:lnTo>
                  <a:pt x="66675" y="306705"/>
                </a:lnTo>
                <a:lnTo>
                  <a:pt x="66675" y="316230"/>
                </a:lnTo>
                <a:lnTo>
                  <a:pt x="76200" y="316230"/>
                </a:lnTo>
                <a:lnTo>
                  <a:pt x="76200" y="325755"/>
                </a:lnTo>
                <a:lnTo>
                  <a:pt x="85725" y="325755"/>
                </a:lnTo>
                <a:lnTo>
                  <a:pt x="85725" y="335280"/>
                </a:lnTo>
                <a:lnTo>
                  <a:pt x="97433" y="335280"/>
                </a:lnTo>
                <a:lnTo>
                  <a:pt x="106958" y="354330"/>
                </a:lnTo>
                <a:lnTo>
                  <a:pt x="123825" y="354330"/>
                </a:lnTo>
                <a:lnTo>
                  <a:pt x="123825" y="373380"/>
                </a:lnTo>
                <a:lnTo>
                  <a:pt x="142875" y="373380"/>
                </a:lnTo>
                <a:lnTo>
                  <a:pt x="142875" y="382905"/>
                </a:lnTo>
                <a:lnTo>
                  <a:pt x="152400" y="382905"/>
                </a:lnTo>
                <a:lnTo>
                  <a:pt x="152400" y="401955"/>
                </a:lnTo>
                <a:lnTo>
                  <a:pt x="171450" y="401955"/>
                </a:lnTo>
                <a:lnTo>
                  <a:pt x="171450" y="411480"/>
                </a:lnTo>
                <a:lnTo>
                  <a:pt x="180975" y="411480"/>
                </a:lnTo>
                <a:lnTo>
                  <a:pt x="180975" y="421005"/>
                </a:lnTo>
                <a:lnTo>
                  <a:pt x="190500" y="421005"/>
                </a:lnTo>
                <a:lnTo>
                  <a:pt x="190500" y="430530"/>
                </a:lnTo>
                <a:lnTo>
                  <a:pt x="202208" y="430530"/>
                </a:lnTo>
                <a:lnTo>
                  <a:pt x="211733" y="449580"/>
                </a:lnTo>
                <a:lnTo>
                  <a:pt x="240030" y="449580"/>
                </a:lnTo>
                <a:lnTo>
                  <a:pt x="240030" y="440055"/>
                </a:lnTo>
                <a:lnTo>
                  <a:pt x="249555" y="440055"/>
                </a:lnTo>
                <a:lnTo>
                  <a:pt x="249555" y="418822"/>
                </a:lnTo>
                <a:lnTo>
                  <a:pt x="268605" y="409297"/>
                </a:lnTo>
                <a:lnTo>
                  <a:pt x="268605" y="392430"/>
                </a:lnTo>
                <a:lnTo>
                  <a:pt x="287655" y="392430"/>
                </a:lnTo>
                <a:lnTo>
                  <a:pt x="287655" y="373380"/>
                </a:lnTo>
                <a:lnTo>
                  <a:pt x="297180" y="373380"/>
                </a:lnTo>
                <a:lnTo>
                  <a:pt x="297180" y="354330"/>
                </a:lnTo>
                <a:lnTo>
                  <a:pt x="306705" y="354330"/>
                </a:lnTo>
                <a:lnTo>
                  <a:pt x="306705" y="335280"/>
                </a:lnTo>
                <a:lnTo>
                  <a:pt x="316230" y="335280"/>
                </a:lnTo>
                <a:lnTo>
                  <a:pt x="316230" y="316230"/>
                </a:lnTo>
                <a:lnTo>
                  <a:pt x="325755" y="316230"/>
                </a:lnTo>
                <a:lnTo>
                  <a:pt x="325755" y="297180"/>
                </a:lnTo>
                <a:lnTo>
                  <a:pt x="335280" y="297180"/>
                </a:lnTo>
                <a:lnTo>
                  <a:pt x="335280" y="278130"/>
                </a:lnTo>
                <a:lnTo>
                  <a:pt x="344805" y="278130"/>
                </a:lnTo>
                <a:lnTo>
                  <a:pt x="344805" y="249555"/>
                </a:lnTo>
                <a:lnTo>
                  <a:pt x="352425" y="249555"/>
                </a:lnTo>
                <a:lnTo>
                  <a:pt x="354330" y="249555"/>
                </a:lnTo>
                <a:lnTo>
                  <a:pt x="361950" y="249555"/>
                </a:lnTo>
                <a:lnTo>
                  <a:pt x="361950" y="259080"/>
                </a:lnTo>
                <a:lnTo>
                  <a:pt x="371475" y="259080"/>
                </a:lnTo>
                <a:lnTo>
                  <a:pt x="371475" y="268605"/>
                </a:lnTo>
                <a:lnTo>
                  <a:pt x="381000" y="268605"/>
                </a:lnTo>
                <a:lnTo>
                  <a:pt x="381000" y="278130"/>
                </a:lnTo>
                <a:lnTo>
                  <a:pt x="390525" y="278130"/>
                </a:lnTo>
                <a:lnTo>
                  <a:pt x="390525" y="287655"/>
                </a:lnTo>
                <a:lnTo>
                  <a:pt x="400050" y="287655"/>
                </a:lnTo>
                <a:lnTo>
                  <a:pt x="400050" y="297180"/>
                </a:lnTo>
                <a:lnTo>
                  <a:pt x="409575" y="297180"/>
                </a:lnTo>
                <a:lnTo>
                  <a:pt x="409575" y="306705"/>
                </a:lnTo>
                <a:lnTo>
                  <a:pt x="419100" y="306705"/>
                </a:lnTo>
                <a:lnTo>
                  <a:pt x="419100" y="316230"/>
                </a:lnTo>
                <a:lnTo>
                  <a:pt x="428625" y="316230"/>
                </a:lnTo>
                <a:lnTo>
                  <a:pt x="428625" y="325755"/>
                </a:lnTo>
                <a:lnTo>
                  <a:pt x="438150" y="325755"/>
                </a:lnTo>
                <a:lnTo>
                  <a:pt x="438150" y="333097"/>
                </a:lnTo>
                <a:lnTo>
                  <a:pt x="457200" y="342622"/>
                </a:lnTo>
                <a:lnTo>
                  <a:pt x="457200" y="363855"/>
                </a:lnTo>
                <a:lnTo>
                  <a:pt x="466725" y="363855"/>
                </a:lnTo>
                <a:lnTo>
                  <a:pt x="466725" y="373380"/>
                </a:lnTo>
                <a:lnTo>
                  <a:pt x="485775" y="373380"/>
                </a:lnTo>
                <a:lnTo>
                  <a:pt x="485775" y="380722"/>
                </a:lnTo>
                <a:lnTo>
                  <a:pt x="504825" y="390247"/>
                </a:lnTo>
                <a:lnTo>
                  <a:pt x="504825" y="411480"/>
                </a:lnTo>
                <a:lnTo>
                  <a:pt x="514350" y="411480"/>
                </a:lnTo>
                <a:lnTo>
                  <a:pt x="514350" y="421005"/>
                </a:lnTo>
                <a:lnTo>
                  <a:pt x="544830" y="421005"/>
                </a:lnTo>
                <a:lnTo>
                  <a:pt x="544830" y="401955"/>
                </a:lnTo>
                <a:lnTo>
                  <a:pt x="554355" y="401955"/>
                </a:lnTo>
                <a:lnTo>
                  <a:pt x="554355" y="373380"/>
                </a:lnTo>
                <a:lnTo>
                  <a:pt x="563880" y="373380"/>
                </a:lnTo>
                <a:lnTo>
                  <a:pt x="563880" y="344805"/>
                </a:lnTo>
                <a:lnTo>
                  <a:pt x="573405" y="344805"/>
                </a:lnTo>
                <a:lnTo>
                  <a:pt x="573405" y="316230"/>
                </a:lnTo>
                <a:lnTo>
                  <a:pt x="582930" y="316230"/>
                </a:lnTo>
                <a:lnTo>
                  <a:pt x="582930" y="287655"/>
                </a:lnTo>
                <a:lnTo>
                  <a:pt x="592455" y="287655"/>
                </a:lnTo>
                <a:lnTo>
                  <a:pt x="592455" y="268605"/>
                </a:lnTo>
                <a:lnTo>
                  <a:pt x="601980" y="268605"/>
                </a:lnTo>
                <a:lnTo>
                  <a:pt x="601980" y="230505"/>
                </a:lnTo>
                <a:lnTo>
                  <a:pt x="611505" y="230505"/>
                </a:lnTo>
                <a:lnTo>
                  <a:pt x="611505" y="192405"/>
                </a:lnTo>
                <a:lnTo>
                  <a:pt x="621030" y="192405"/>
                </a:lnTo>
                <a:lnTo>
                  <a:pt x="621030" y="163830"/>
                </a:lnTo>
                <a:lnTo>
                  <a:pt x="628372" y="163830"/>
                </a:lnTo>
                <a:lnTo>
                  <a:pt x="643612" y="133350"/>
                </a:lnTo>
                <a:lnTo>
                  <a:pt x="628372" y="133350"/>
                </a:lnTo>
                <a:lnTo>
                  <a:pt x="618847" y="114300"/>
                </a:lnTo>
                <a:lnTo>
                  <a:pt x="581025" y="114300"/>
                </a:lnTo>
                <a:lnTo>
                  <a:pt x="581025" y="133350"/>
                </a:lnTo>
                <a:lnTo>
                  <a:pt x="571500" y="133350"/>
                </a:lnTo>
                <a:lnTo>
                  <a:pt x="571500" y="152400"/>
                </a:lnTo>
                <a:lnTo>
                  <a:pt x="561975" y="152400"/>
                </a:lnTo>
                <a:lnTo>
                  <a:pt x="561975" y="171450"/>
                </a:lnTo>
                <a:lnTo>
                  <a:pt x="554355" y="171450"/>
                </a:lnTo>
                <a:lnTo>
                  <a:pt x="554355" y="123825"/>
                </a:lnTo>
                <a:lnTo>
                  <a:pt x="544830" y="123825"/>
                </a:lnTo>
                <a:lnTo>
                  <a:pt x="544830" y="95250"/>
                </a:lnTo>
                <a:lnTo>
                  <a:pt x="535305" y="95250"/>
                </a:lnTo>
                <a:lnTo>
                  <a:pt x="535305" y="76200"/>
                </a:lnTo>
                <a:lnTo>
                  <a:pt x="525780" y="76200"/>
                </a:lnTo>
                <a:lnTo>
                  <a:pt x="525780" y="47625"/>
                </a:lnTo>
                <a:lnTo>
                  <a:pt x="516255" y="47625"/>
                </a:lnTo>
                <a:lnTo>
                  <a:pt x="516255" y="28575"/>
                </a:lnTo>
                <a:lnTo>
                  <a:pt x="506730" y="28575"/>
                </a:lnTo>
                <a:lnTo>
                  <a:pt x="506730" y="0"/>
                </a:lnTo>
                <a:lnTo>
                  <a:pt x="476250" y="0"/>
                </a:lnTo>
                <a:lnTo>
                  <a:pt x="476250" y="19050"/>
                </a:lnTo>
                <a:lnTo>
                  <a:pt x="466725" y="19050"/>
                </a:lnTo>
                <a:lnTo>
                  <a:pt x="466725" y="40283"/>
                </a:lnTo>
                <a:lnTo>
                  <a:pt x="447675" y="49808"/>
                </a:lnTo>
                <a:lnTo>
                  <a:pt x="447675" y="76200"/>
                </a:lnTo>
                <a:lnTo>
                  <a:pt x="438150" y="76200"/>
                </a:lnTo>
                <a:lnTo>
                  <a:pt x="438150" y="97433"/>
                </a:lnTo>
                <a:lnTo>
                  <a:pt x="419100" y="106958"/>
                </a:lnTo>
                <a:lnTo>
                  <a:pt x="419100" y="133350"/>
                </a:lnTo>
                <a:lnTo>
                  <a:pt x="409575" y="133350"/>
                </a:lnTo>
                <a:lnTo>
                  <a:pt x="409575" y="142875"/>
                </a:lnTo>
                <a:lnTo>
                  <a:pt x="390525" y="142875"/>
                </a:lnTo>
                <a:lnTo>
                  <a:pt x="390525" y="164108"/>
                </a:lnTo>
                <a:lnTo>
                  <a:pt x="371475" y="173633"/>
                </a:lnTo>
                <a:lnTo>
                  <a:pt x="371475" y="190500"/>
                </a:lnTo>
                <a:lnTo>
                  <a:pt x="361950" y="190500"/>
                </a:lnTo>
                <a:lnTo>
                  <a:pt x="361950" y="219075"/>
                </a:lnTo>
                <a:lnTo>
                  <a:pt x="344805" y="219075"/>
                </a:lnTo>
                <a:lnTo>
                  <a:pt x="344805" y="209550"/>
                </a:lnTo>
                <a:lnTo>
                  <a:pt x="335280" y="209550"/>
                </a:lnTo>
                <a:lnTo>
                  <a:pt x="335280" y="200025"/>
                </a:lnTo>
                <a:lnTo>
                  <a:pt x="325755" y="200025"/>
                </a:lnTo>
                <a:lnTo>
                  <a:pt x="325755" y="190500"/>
                </a:lnTo>
                <a:lnTo>
                  <a:pt x="316230" y="190500"/>
                </a:lnTo>
                <a:lnTo>
                  <a:pt x="316230" y="180975"/>
                </a:lnTo>
                <a:lnTo>
                  <a:pt x="306705" y="180975"/>
                </a:lnTo>
                <a:lnTo>
                  <a:pt x="306705" y="171450"/>
                </a:lnTo>
                <a:lnTo>
                  <a:pt x="297180" y="171450"/>
                </a:lnTo>
                <a:lnTo>
                  <a:pt x="297180" y="161925"/>
                </a:lnTo>
                <a:lnTo>
                  <a:pt x="287655" y="161925"/>
                </a:lnTo>
                <a:lnTo>
                  <a:pt x="287655" y="152400"/>
                </a:lnTo>
                <a:lnTo>
                  <a:pt x="278130" y="152400"/>
                </a:lnTo>
                <a:lnTo>
                  <a:pt x="278130" y="142875"/>
                </a:lnTo>
                <a:lnTo>
                  <a:pt x="266422" y="142875"/>
                </a:lnTo>
                <a:lnTo>
                  <a:pt x="256897" y="123825"/>
                </a:lnTo>
                <a:lnTo>
                  <a:pt x="228600" y="123825"/>
                </a:lnTo>
                <a:lnTo>
                  <a:pt x="228600" y="133350"/>
                </a:lnTo>
                <a:lnTo>
                  <a:pt x="219075" y="133350"/>
                </a:lnTo>
                <a:lnTo>
                  <a:pt x="219075" y="142875"/>
                </a:lnTo>
                <a:lnTo>
                  <a:pt x="211455" y="142875"/>
                </a:lnTo>
                <a:lnTo>
                  <a:pt x="211455" y="95250"/>
                </a:lnTo>
                <a:lnTo>
                  <a:pt x="201930" y="95250"/>
                </a:lnTo>
                <a:lnTo>
                  <a:pt x="201930" y="85725"/>
                </a:lnTo>
                <a:lnTo>
                  <a:pt x="171450" y="85725"/>
                </a:lnTo>
                <a:lnTo>
                  <a:pt x="171450" y="114300"/>
                </a:lnTo>
                <a:lnTo>
                  <a:pt x="164108" y="114300"/>
                </a:lnTo>
                <a:lnTo>
                  <a:pt x="154583" y="133350"/>
                </a:lnTo>
                <a:lnTo>
                  <a:pt x="133350" y="133350"/>
                </a:lnTo>
                <a:lnTo>
                  <a:pt x="133350" y="142875"/>
                </a:lnTo>
                <a:lnTo>
                  <a:pt x="114300" y="142875"/>
                </a:lnTo>
                <a:lnTo>
                  <a:pt x="114300" y="152400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10" name="Projected surface region 29">
            <a:extLst xmlns:a="http://schemas.openxmlformats.org/drawingml/2006/main">
              <a:ext uri="{FF2B5EF4-FFF2-40B4-BE49-F238E27FC236}">
                <a16:creationId xmlns:a16="http://schemas.microsoft.com/office/drawing/2014/main" id="{41830AB5-C41E-43CE-BA4F-79DE39AA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285" y="3261360"/>
            <a:ext cx="297180" cy="363855"/>
          </a:xfrm>
          <a:custGeom xmlns:a="http://schemas.openxmlformats.org/drawingml/2006/main">
            <a:pathLst>
              <a:path w="297180" h="363855">
                <a:moveTo>
                  <a:pt x="66675" y="161925"/>
                </a:moveTo>
                <a:lnTo>
                  <a:pt x="47625" y="161925"/>
                </a:lnTo>
                <a:lnTo>
                  <a:pt x="47625" y="180975"/>
                </a:lnTo>
                <a:lnTo>
                  <a:pt x="38100" y="180975"/>
                </a:lnTo>
                <a:lnTo>
                  <a:pt x="38100" y="190500"/>
                </a:lnTo>
                <a:lnTo>
                  <a:pt x="30758" y="190500"/>
                </a:lnTo>
                <a:lnTo>
                  <a:pt x="21233" y="209550"/>
                </a:lnTo>
                <a:lnTo>
                  <a:pt x="0" y="209550"/>
                </a:lnTo>
                <a:lnTo>
                  <a:pt x="0" y="230505"/>
                </a:lnTo>
                <a:lnTo>
                  <a:pt x="9525" y="230505"/>
                </a:lnTo>
                <a:lnTo>
                  <a:pt x="9525" y="240030"/>
                </a:lnTo>
                <a:lnTo>
                  <a:pt x="19050" y="240030"/>
                </a:lnTo>
                <a:lnTo>
                  <a:pt x="19050" y="249555"/>
                </a:lnTo>
                <a:lnTo>
                  <a:pt x="28575" y="249555"/>
                </a:lnTo>
                <a:lnTo>
                  <a:pt x="28575" y="259080"/>
                </a:lnTo>
                <a:lnTo>
                  <a:pt x="38100" y="259080"/>
                </a:lnTo>
                <a:lnTo>
                  <a:pt x="38100" y="268605"/>
                </a:lnTo>
                <a:lnTo>
                  <a:pt x="47625" y="268605"/>
                </a:lnTo>
                <a:lnTo>
                  <a:pt x="47625" y="275947"/>
                </a:lnTo>
                <a:lnTo>
                  <a:pt x="66675" y="285472"/>
                </a:lnTo>
                <a:lnTo>
                  <a:pt x="66675" y="306705"/>
                </a:lnTo>
                <a:lnTo>
                  <a:pt x="76200" y="306705"/>
                </a:lnTo>
                <a:lnTo>
                  <a:pt x="76200" y="316230"/>
                </a:lnTo>
                <a:lnTo>
                  <a:pt x="85725" y="316230"/>
                </a:lnTo>
                <a:lnTo>
                  <a:pt x="85725" y="323572"/>
                </a:lnTo>
                <a:lnTo>
                  <a:pt x="104775" y="333097"/>
                </a:lnTo>
                <a:lnTo>
                  <a:pt x="104775" y="354330"/>
                </a:lnTo>
                <a:lnTo>
                  <a:pt x="114300" y="354330"/>
                </a:lnTo>
                <a:lnTo>
                  <a:pt x="114300" y="363855"/>
                </a:lnTo>
                <a:lnTo>
                  <a:pt x="144780" y="363855"/>
                </a:lnTo>
                <a:lnTo>
                  <a:pt x="144780" y="352147"/>
                </a:lnTo>
                <a:lnTo>
                  <a:pt x="163830" y="342622"/>
                </a:lnTo>
                <a:lnTo>
                  <a:pt x="163830" y="323572"/>
                </a:lnTo>
                <a:lnTo>
                  <a:pt x="182880" y="314047"/>
                </a:lnTo>
                <a:lnTo>
                  <a:pt x="182880" y="297180"/>
                </a:lnTo>
                <a:lnTo>
                  <a:pt x="192405" y="297180"/>
                </a:lnTo>
                <a:lnTo>
                  <a:pt x="192405" y="278130"/>
                </a:lnTo>
                <a:lnTo>
                  <a:pt x="201930" y="278130"/>
                </a:lnTo>
                <a:lnTo>
                  <a:pt x="201930" y="268605"/>
                </a:lnTo>
                <a:lnTo>
                  <a:pt x="211455" y="268605"/>
                </a:lnTo>
                <a:lnTo>
                  <a:pt x="211455" y="259080"/>
                </a:lnTo>
                <a:lnTo>
                  <a:pt x="218797" y="259080"/>
                </a:lnTo>
                <a:lnTo>
                  <a:pt x="228322" y="240030"/>
                </a:lnTo>
                <a:lnTo>
                  <a:pt x="268605" y="240030"/>
                </a:lnTo>
                <a:lnTo>
                  <a:pt x="268605" y="230505"/>
                </a:lnTo>
                <a:lnTo>
                  <a:pt x="278130" y="230505"/>
                </a:lnTo>
                <a:lnTo>
                  <a:pt x="278130" y="218797"/>
                </a:lnTo>
                <a:lnTo>
                  <a:pt x="297180" y="209272"/>
                </a:lnTo>
                <a:lnTo>
                  <a:pt x="297180" y="190500"/>
                </a:lnTo>
                <a:lnTo>
                  <a:pt x="287655" y="190500"/>
                </a:lnTo>
                <a:lnTo>
                  <a:pt x="287655" y="171450"/>
                </a:lnTo>
                <a:lnTo>
                  <a:pt x="278130" y="171450"/>
                </a:lnTo>
                <a:lnTo>
                  <a:pt x="278130" y="161925"/>
                </a:lnTo>
                <a:lnTo>
                  <a:pt x="268605" y="161925"/>
                </a:lnTo>
                <a:lnTo>
                  <a:pt x="268605" y="154583"/>
                </a:lnTo>
                <a:lnTo>
                  <a:pt x="249555" y="145058"/>
                </a:lnTo>
                <a:lnTo>
                  <a:pt x="249555" y="126008"/>
                </a:lnTo>
                <a:lnTo>
                  <a:pt x="230505" y="116483"/>
                </a:lnTo>
                <a:lnTo>
                  <a:pt x="230505" y="97433"/>
                </a:lnTo>
                <a:lnTo>
                  <a:pt x="211455" y="87908"/>
                </a:lnTo>
                <a:lnTo>
                  <a:pt x="211455" y="68858"/>
                </a:lnTo>
                <a:lnTo>
                  <a:pt x="192405" y="59333"/>
                </a:lnTo>
                <a:lnTo>
                  <a:pt x="192405" y="40283"/>
                </a:lnTo>
                <a:lnTo>
                  <a:pt x="173355" y="30758"/>
                </a:lnTo>
                <a:lnTo>
                  <a:pt x="173355" y="9525"/>
                </a:lnTo>
                <a:lnTo>
                  <a:pt x="163830" y="9525"/>
                </a:lnTo>
                <a:lnTo>
                  <a:pt x="163830" y="0"/>
                </a:lnTo>
                <a:lnTo>
                  <a:pt x="133350" y="0"/>
                </a:lnTo>
                <a:lnTo>
                  <a:pt x="133350" y="19050"/>
                </a:lnTo>
                <a:lnTo>
                  <a:pt x="123825" y="19050"/>
                </a:lnTo>
                <a:lnTo>
                  <a:pt x="123825" y="38100"/>
                </a:lnTo>
                <a:lnTo>
                  <a:pt x="114300" y="38100"/>
                </a:lnTo>
                <a:lnTo>
                  <a:pt x="114300" y="57150"/>
                </a:lnTo>
                <a:lnTo>
                  <a:pt x="104775" y="57150"/>
                </a:lnTo>
                <a:lnTo>
                  <a:pt x="104775" y="76200"/>
                </a:lnTo>
                <a:lnTo>
                  <a:pt x="95250" y="76200"/>
                </a:lnTo>
                <a:lnTo>
                  <a:pt x="95250" y="95250"/>
                </a:lnTo>
                <a:lnTo>
                  <a:pt x="85725" y="95250"/>
                </a:lnTo>
                <a:lnTo>
                  <a:pt x="85725" y="114300"/>
                </a:lnTo>
                <a:lnTo>
                  <a:pt x="76200" y="114300"/>
                </a:lnTo>
                <a:lnTo>
                  <a:pt x="76200" y="133350"/>
                </a:lnTo>
                <a:lnTo>
                  <a:pt x="66675" y="133350"/>
                </a:lnTo>
                <a:lnTo>
                  <a:pt x="66675" y="161925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11" name="Projected surface region 30">
            <a:extLst xmlns:a="http://schemas.openxmlformats.org/drawingml/2006/main">
              <a:ext uri="{FF2B5EF4-FFF2-40B4-BE49-F238E27FC236}">
                <a16:creationId xmlns:a16="http://schemas.microsoft.com/office/drawing/2014/main" id="{880D55A4-7634-4069-8104-474BFACB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347085"/>
            <a:ext cx="59055" cy="81637"/>
          </a:xfrm>
          <a:custGeom xmlns:a="http://schemas.openxmlformats.org/drawingml/2006/main">
            <a:pathLst>
              <a:path w="59055" h="81637">
                <a:moveTo>
                  <a:pt x="9525" y="47625"/>
                </a:moveTo>
                <a:lnTo>
                  <a:pt x="0" y="47625"/>
                </a:lnTo>
                <a:lnTo>
                  <a:pt x="0" y="66397"/>
                </a:lnTo>
                <a:lnTo>
                  <a:pt x="30480" y="81637"/>
                </a:lnTo>
                <a:lnTo>
                  <a:pt x="30480" y="68580"/>
                </a:lnTo>
                <a:lnTo>
                  <a:pt x="40005" y="68580"/>
                </a:lnTo>
                <a:lnTo>
                  <a:pt x="40005" y="56872"/>
                </a:lnTo>
                <a:lnTo>
                  <a:pt x="59055" y="47347"/>
                </a:lnTo>
                <a:lnTo>
                  <a:pt x="59055" y="9525"/>
                </a:lnTo>
                <a:lnTo>
                  <a:pt x="49530" y="9525"/>
                </a:lnTo>
                <a:lnTo>
                  <a:pt x="49530" y="0"/>
                </a:lnTo>
                <a:lnTo>
                  <a:pt x="9525" y="0"/>
                </a:lnTo>
                <a:lnTo>
                  <a:pt x="9525" y="20955"/>
                </a:lnTo>
                <a:lnTo>
                  <a:pt x="19050" y="20955"/>
                </a:lnTo>
                <a:lnTo>
                  <a:pt x="19050" y="38100"/>
                </a:lnTo>
                <a:lnTo>
                  <a:pt x="9525" y="38100"/>
                </a:lnTo>
                <a:lnTo>
                  <a:pt x="9525" y="47625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12" name="Projected surface region 31">
            <a:extLst xmlns:a="http://schemas.openxmlformats.org/drawingml/2006/main">
              <a:ext uri="{FF2B5EF4-FFF2-40B4-BE49-F238E27FC236}">
                <a16:creationId xmlns:a16="http://schemas.microsoft.com/office/drawing/2014/main" id="{0D72A8E5-704D-42F3-8565-5239BD6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153" y="3366135"/>
            <a:ext cx="110212" cy="116205"/>
          </a:xfrm>
          <a:custGeom xmlns:a="http://schemas.openxmlformats.org/drawingml/2006/main">
            <a:pathLst>
              <a:path w="110212" h="116205">
                <a:moveTo>
                  <a:pt x="15240" y="0"/>
                </a:moveTo>
                <a:lnTo>
                  <a:pt x="0" y="30480"/>
                </a:lnTo>
                <a:lnTo>
                  <a:pt x="13057" y="30480"/>
                </a:lnTo>
                <a:lnTo>
                  <a:pt x="13057" y="49530"/>
                </a:lnTo>
                <a:lnTo>
                  <a:pt x="22582" y="49530"/>
                </a:lnTo>
                <a:lnTo>
                  <a:pt x="22582" y="68580"/>
                </a:lnTo>
                <a:lnTo>
                  <a:pt x="32107" y="68580"/>
                </a:lnTo>
                <a:lnTo>
                  <a:pt x="32107" y="87630"/>
                </a:lnTo>
                <a:lnTo>
                  <a:pt x="41632" y="87630"/>
                </a:lnTo>
                <a:lnTo>
                  <a:pt x="41632" y="106680"/>
                </a:lnTo>
                <a:lnTo>
                  <a:pt x="51157" y="106680"/>
                </a:lnTo>
                <a:lnTo>
                  <a:pt x="51157" y="116205"/>
                </a:lnTo>
                <a:lnTo>
                  <a:pt x="72112" y="116205"/>
                </a:lnTo>
                <a:lnTo>
                  <a:pt x="72112" y="106680"/>
                </a:lnTo>
                <a:lnTo>
                  <a:pt x="110212" y="106680"/>
                </a:lnTo>
                <a:lnTo>
                  <a:pt x="110212" y="85725"/>
                </a:lnTo>
                <a:lnTo>
                  <a:pt x="81637" y="85725"/>
                </a:lnTo>
                <a:lnTo>
                  <a:pt x="81637" y="66675"/>
                </a:lnTo>
                <a:lnTo>
                  <a:pt x="62587" y="66675"/>
                </a:lnTo>
                <a:lnTo>
                  <a:pt x="62587" y="49808"/>
                </a:lnTo>
                <a:lnTo>
                  <a:pt x="43537" y="40283"/>
                </a:lnTo>
                <a:lnTo>
                  <a:pt x="43537" y="0"/>
                </a:lnTo>
                <a:lnTo>
                  <a:pt x="15240" y="0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13" name="Projected surface region 32">
            <a:extLst xmlns:a="http://schemas.openxmlformats.org/drawingml/2006/main">
              <a:ext uri="{FF2B5EF4-FFF2-40B4-BE49-F238E27FC236}">
                <a16:creationId xmlns:a16="http://schemas.microsoft.com/office/drawing/2014/main" id="{3C2EF228-4E39-4635-B29B-4DDB9D7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3394710"/>
            <a:ext cx="144780" cy="205462"/>
          </a:xfrm>
          <a:custGeom xmlns:a="http://schemas.openxmlformats.org/drawingml/2006/main">
            <a:pathLst>
              <a:path w="144780" h="205462">
                <a:moveTo>
                  <a:pt x="47625" y="0"/>
                </a:moveTo>
                <a:lnTo>
                  <a:pt x="47625" y="19050"/>
                </a:lnTo>
                <a:lnTo>
                  <a:pt x="38100" y="19050"/>
                </a:lnTo>
                <a:lnTo>
                  <a:pt x="38100" y="28575"/>
                </a:lnTo>
                <a:lnTo>
                  <a:pt x="30758" y="28575"/>
                </a:lnTo>
                <a:lnTo>
                  <a:pt x="21233" y="47625"/>
                </a:lnTo>
                <a:lnTo>
                  <a:pt x="0" y="47625"/>
                </a:lnTo>
                <a:lnTo>
                  <a:pt x="0" y="68580"/>
                </a:lnTo>
                <a:lnTo>
                  <a:pt x="9525" y="68580"/>
                </a:lnTo>
                <a:lnTo>
                  <a:pt x="9525" y="95250"/>
                </a:lnTo>
                <a:lnTo>
                  <a:pt x="0" y="95250"/>
                </a:lnTo>
                <a:lnTo>
                  <a:pt x="0" y="123547"/>
                </a:lnTo>
                <a:lnTo>
                  <a:pt x="19050" y="133072"/>
                </a:lnTo>
                <a:lnTo>
                  <a:pt x="19050" y="154305"/>
                </a:lnTo>
                <a:lnTo>
                  <a:pt x="28575" y="154305"/>
                </a:lnTo>
                <a:lnTo>
                  <a:pt x="28575" y="173355"/>
                </a:lnTo>
                <a:lnTo>
                  <a:pt x="38100" y="173355"/>
                </a:lnTo>
                <a:lnTo>
                  <a:pt x="38100" y="182880"/>
                </a:lnTo>
                <a:lnTo>
                  <a:pt x="47625" y="182880"/>
                </a:lnTo>
                <a:lnTo>
                  <a:pt x="47625" y="190222"/>
                </a:lnTo>
                <a:lnTo>
                  <a:pt x="78105" y="205462"/>
                </a:lnTo>
                <a:lnTo>
                  <a:pt x="78105" y="171450"/>
                </a:lnTo>
                <a:lnTo>
                  <a:pt x="68580" y="171450"/>
                </a:lnTo>
                <a:lnTo>
                  <a:pt x="68580" y="152400"/>
                </a:lnTo>
                <a:lnTo>
                  <a:pt x="59055" y="152400"/>
                </a:lnTo>
                <a:lnTo>
                  <a:pt x="59055" y="133350"/>
                </a:lnTo>
                <a:lnTo>
                  <a:pt x="49530" y="133350"/>
                </a:lnTo>
                <a:lnTo>
                  <a:pt x="49530" y="116483"/>
                </a:lnTo>
                <a:lnTo>
                  <a:pt x="30480" y="106958"/>
                </a:lnTo>
                <a:lnTo>
                  <a:pt x="30480" y="97155"/>
                </a:lnTo>
                <a:lnTo>
                  <a:pt x="116205" y="97155"/>
                </a:lnTo>
                <a:lnTo>
                  <a:pt x="116205" y="87630"/>
                </a:lnTo>
                <a:lnTo>
                  <a:pt x="144780" y="87630"/>
                </a:lnTo>
                <a:lnTo>
                  <a:pt x="144780" y="57150"/>
                </a:lnTo>
                <a:lnTo>
                  <a:pt x="135255" y="57150"/>
                </a:lnTo>
                <a:lnTo>
                  <a:pt x="135255" y="47625"/>
                </a:lnTo>
                <a:lnTo>
                  <a:pt x="125730" y="47625"/>
                </a:lnTo>
                <a:lnTo>
                  <a:pt x="125730" y="38100"/>
                </a:lnTo>
                <a:lnTo>
                  <a:pt x="114022" y="38100"/>
                </a:lnTo>
                <a:lnTo>
                  <a:pt x="104497" y="19050"/>
                </a:lnTo>
                <a:lnTo>
                  <a:pt x="87630" y="19050"/>
                </a:lnTo>
                <a:lnTo>
                  <a:pt x="87630" y="9525"/>
                </a:lnTo>
                <a:lnTo>
                  <a:pt x="68580" y="9525"/>
                </a:lnTo>
                <a:lnTo>
                  <a:pt x="68580" y="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385F8C"/>
          </a:solidFill>
          <a:ln xmlns:a="http://schemas.openxmlformats.org/drawingml/2006/main" w="0">
            <a:noFill/>
          </a:ln>
        </p:spPr>
      </p:sp>
      <p:sp>
        <p:nvSpPr>
          <p:cNvPr id="114" name="Projected surface region 33">
            <a:extLst xmlns:a="http://schemas.openxmlformats.org/drawingml/2006/main">
              <a:ext uri="{FF2B5EF4-FFF2-40B4-BE49-F238E27FC236}">
                <a16:creationId xmlns:a16="http://schemas.microsoft.com/office/drawing/2014/main" id="{BF475F46-E8D1-4852-9A1B-FA1D37DB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451735"/>
            <a:ext cx="201930" cy="554355"/>
          </a:xfrm>
          <a:custGeom xmlns:a="http://schemas.openxmlformats.org/drawingml/2006/main">
            <a:pathLst>
              <a:path w="201930" h="554355">
                <a:moveTo>
                  <a:pt x="57150" y="0"/>
                </a:moveTo>
                <a:lnTo>
                  <a:pt x="57150" y="47625"/>
                </a:lnTo>
                <a:lnTo>
                  <a:pt x="47625" y="47625"/>
                </a:lnTo>
                <a:lnTo>
                  <a:pt x="47625" y="85725"/>
                </a:lnTo>
                <a:lnTo>
                  <a:pt x="38100" y="85725"/>
                </a:lnTo>
                <a:lnTo>
                  <a:pt x="38100" y="123825"/>
                </a:lnTo>
                <a:lnTo>
                  <a:pt x="28575" y="123825"/>
                </a:lnTo>
                <a:lnTo>
                  <a:pt x="28575" y="152400"/>
                </a:lnTo>
                <a:lnTo>
                  <a:pt x="19050" y="152400"/>
                </a:lnTo>
                <a:lnTo>
                  <a:pt x="19050" y="190500"/>
                </a:lnTo>
                <a:lnTo>
                  <a:pt x="9525" y="19050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316230"/>
                </a:lnTo>
                <a:lnTo>
                  <a:pt x="9525" y="316230"/>
                </a:lnTo>
                <a:lnTo>
                  <a:pt x="9525" y="354330"/>
                </a:lnTo>
                <a:lnTo>
                  <a:pt x="19050" y="354330"/>
                </a:lnTo>
                <a:lnTo>
                  <a:pt x="19050" y="411480"/>
                </a:lnTo>
                <a:lnTo>
                  <a:pt x="28575" y="411480"/>
                </a:lnTo>
                <a:lnTo>
                  <a:pt x="28575" y="459105"/>
                </a:lnTo>
                <a:lnTo>
                  <a:pt x="38100" y="459105"/>
                </a:lnTo>
                <a:lnTo>
                  <a:pt x="38100" y="516255"/>
                </a:lnTo>
                <a:lnTo>
                  <a:pt x="47625" y="516255"/>
                </a:lnTo>
                <a:lnTo>
                  <a:pt x="47625" y="554355"/>
                </a:lnTo>
                <a:lnTo>
                  <a:pt x="78105" y="554355"/>
                </a:lnTo>
                <a:lnTo>
                  <a:pt x="78105" y="544830"/>
                </a:lnTo>
                <a:lnTo>
                  <a:pt x="97155" y="544830"/>
                </a:lnTo>
                <a:lnTo>
                  <a:pt x="97155" y="535305"/>
                </a:lnTo>
                <a:lnTo>
                  <a:pt x="106680" y="535305"/>
                </a:lnTo>
                <a:lnTo>
                  <a:pt x="106680" y="525780"/>
                </a:lnTo>
                <a:lnTo>
                  <a:pt x="114022" y="525780"/>
                </a:lnTo>
                <a:lnTo>
                  <a:pt x="123547" y="506730"/>
                </a:lnTo>
                <a:lnTo>
                  <a:pt x="154305" y="506730"/>
                </a:lnTo>
                <a:lnTo>
                  <a:pt x="154305" y="497205"/>
                </a:lnTo>
                <a:lnTo>
                  <a:pt x="201930" y="497205"/>
                </a:lnTo>
                <a:lnTo>
                  <a:pt x="201930" y="466725"/>
                </a:lnTo>
                <a:lnTo>
                  <a:pt x="192405" y="466725"/>
                </a:lnTo>
                <a:lnTo>
                  <a:pt x="192405" y="409575"/>
                </a:lnTo>
                <a:lnTo>
                  <a:pt x="182880" y="409575"/>
                </a:lnTo>
                <a:lnTo>
                  <a:pt x="182880" y="352425"/>
                </a:lnTo>
                <a:lnTo>
                  <a:pt x="173355" y="352425"/>
                </a:lnTo>
                <a:lnTo>
                  <a:pt x="173355" y="295275"/>
                </a:lnTo>
                <a:lnTo>
                  <a:pt x="163830" y="295275"/>
                </a:lnTo>
                <a:lnTo>
                  <a:pt x="163830" y="228600"/>
                </a:lnTo>
                <a:lnTo>
                  <a:pt x="154305" y="228600"/>
                </a:lnTo>
                <a:lnTo>
                  <a:pt x="154305" y="152400"/>
                </a:lnTo>
                <a:lnTo>
                  <a:pt x="144780" y="152400"/>
                </a:lnTo>
                <a:lnTo>
                  <a:pt x="144780" y="123825"/>
                </a:lnTo>
                <a:lnTo>
                  <a:pt x="135255" y="123825"/>
                </a:lnTo>
                <a:lnTo>
                  <a:pt x="135255" y="97433"/>
                </a:lnTo>
                <a:lnTo>
                  <a:pt x="116205" y="87908"/>
                </a:lnTo>
                <a:lnTo>
                  <a:pt x="116205" y="66675"/>
                </a:lnTo>
                <a:lnTo>
                  <a:pt x="106680" y="66675"/>
                </a:lnTo>
                <a:lnTo>
                  <a:pt x="106680" y="47625"/>
                </a:lnTo>
                <a:lnTo>
                  <a:pt x="97155" y="47625"/>
                </a:lnTo>
                <a:lnTo>
                  <a:pt x="97155" y="28575"/>
                </a:lnTo>
                <a:lnTo>
                  <a:pt x="87630" y="28575"/>
                </a:lnTo>
                <a:lnTo>
                  <a:pt x="87630" y="9525"/>
                </a:lnTo>
                <a:lnTo>
                  <a:pt x="78105" y="9525"/>
                </a:lnTo>
                <a:lnTo>
                  <a:pt x="78105" y="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5CACA8"/>
          </a:solidFill>
          <a:ln xmlns:a="http://schemas.openxmlformats.org/drawingml/2006/main" w="0">
            <a:noFill/>
          </a:ln>
        </p:spPr>
      </p:sp>
      <p:sp>
        <p:nvSpPr>
          <p:cNvPr id="115" name="Projected surface region 34">
            <a:extLst xmlns:a="http://schemas.openxmlformats.org/drawingml/2006/main">
              <a:ext uri="{FF2B5EF4-FFF2-40B4-BE49-F238E27FC236}">
                <a16:creationId xmlns:a16="http://schemas.microsoft.com/office/drawing/2014/main" id="{F585F914-80D4-432A-A3CA-F8C0230F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553" y="1337310"/>
            <a:ext cx="205462" cy="459105"/>
          </a:xfrm>
          <a:custGeom xmlns:a="http://schemas.openxmlformats.org/drawingml/2006/main">
            <a:pathLst>
              <a:path w="205462" h="459105">
                <a:moveTo>
                  <a:pt x="24765" y="28575"/>
                </a:moveTo>
                <a:lnTo>
                  <a:pt x="15240" y="28575"/>
                </a:lnTo>
                <a:lnTo>
                  <a:pt x="0" y="59055"/>
                </a:lnTo>
                <a:lnTo>
                  <a:pt x="13057" y="59055"/>
                </a:lnTo>
                <a:lnTo>
                  <a:pt x="13057" y="116205"/>
                </a:lnTo>
                <a:lnTo>
                  <a:pt x="22582" y="116205"/>
                </a:lnTo>
                <a:lnTo>
                  <a:pt x="22582" y="192405"/>
                </a:lnTo>
                <a:lnTo>
                  <a:pt x="32107" y="192405"/>
                </a:lnTo>
                <a:lnTo>
                  <a:pt x="32107" y="249555"/>
                </a:lnTo>
                <a:lnTo>
                  <a:pt x="41632" y="249555"/>
                </a:lnTo>
                <a:lnTo>
                  <a:pt x="41632" y="297180"/>
                </a:lnTo>
                <a:lnTo>
                  <a:pt x="51157" y="297180"/>
                </a:lnTo>
                <a:lnTo>
                  <a:pt x="51157" y="354330"/>
                </a:lnTo>
                <a:lnTo>
                  <a:pt x="60682" y="354330"/>
                </a:lnTo>
                <a:lnTo>
                  <a:pt x="60682" y="401955"/>
                </a:lnTo>
                <a:lnTo>
                  <a:pt x="70207" y="401955"/>
                </a:lnTo>
                <a:lnTo>
                  <a:pt x="70207" y="459105"/>
                </a:lnTo>
                <a:lnTo>
                  <a:pt x="91162" y="459105"/>
                </a:lnTo>
                <a:lnTo>
                  <a:pt x="91162" y="449580"/>
                </a:lnTo>
                <a:lnTo>
                  <a:pt x="100687" y="449580"/>
                </a:lnTo>
                <a:lnTo>
                  <a:pt x="100687" y="430530"/>
                </a:lnTo>
                <a:lnTo>
                  <a:pt x="110212" y="430530"/>
                </a:lnTo>
                <a:lnTo>
                  <a:pt x="110212" y="411480"/>
                </a:lnTo>
                <a:lnTo>
                  <a:pt x="129262" y="411480"/>
                </a:lnTo>
                <a:lnTo>
                  <a:pt x="129262" y="401955"/>
                </a:lnTo>
                <a:lnTo>
                  <a:pt x="157837" y="401955"/>
                </a:lnTo>
                <a:lnTo>
                  <a:pt x="157837" y="392430"/>
                </a:lnTo>
                <a:lnTo>
                  <a:pt x="167640" y="392430"/>
                </a:lnTo>
                <a:lnTo>
                  <a:pt x="177165" y="411480"/>
                </a:lnTo>
                <a:lnTo>
                  <a:pt x="205462" y="411480"/>
                </a:lnTo>
                <a:lnTo>
                  <a:pt x="205462" y="381000"/>
                </a:lnTo>
                <a:lnTo>
                  <a:pt x="195937" y="381000"/>
                </a:lnTo>
                <a:lnTo>
                  <a:pt x="195937" y="342900"/>
                </a:lnTo>
                <a:lnTo>
                  <a:pt x="186412" y="342900"/>
                </a:lnTo>
                <a:lnTo>
                  <a:pt x="186412" y="304800"/>
                </a:lnTo>
                <a:lnTo>
                  <a:pt x="176887" y="304800"/>
                </a:lnTo>
                <a:lnTo>
                  <a:pt x="176887" y="257175"/>
                </a:lnTo>
                <a:lnTo>
                  <a:pt x="167362" y="257175"/>
                </a:lnTo>
                <a:lnTo>
                  <a:pt x="167362" y="219075"/>
                </a:lnTo>
                <a:lnTo>
                  <a:pt x="157837" y="219075"/>
                </a:lnTo>
                <a:lnTo>
                  <a:pt x="157837" y="171450"/>
                </a:lnTo>
                <a:lnTo>
                  <a:pt x="148312" y="171450"/>
                </a:lnTo>
                <a:lnTo>
                  <a:pt x="148312" y="142875"/>
                </a:lnTo>
                <a:lnTo>
                  <a:pt x="138787" y="142875"/>
                </a:lnTo>
                <a:lnTo>
                  <a:pt x="138787" y="114300"/>
                </a:lnTo>
                <a:lnTo>
                  <a:pt x="129262" y="114300"/>
                </a:lnTo>
                <a:lnTo>
                  <a:pt x="129262" y="85725"/>
                </a:lnTo>
                <a:lnTo>
                  <a:pt x="119737" y="85725"/>
                </a:lnTo>
                <a:lnTo>
                  <a:pt x="119737" y="57150"/>
                </a:lnTo>
                <a:lnTo>
                  <a:pt x="110212" y="57150"/>
                </a:lnTo>
                <a:lnTo>
                  <a:pt x="110212" y="49808"/>
                </a:lnTo>
                <a:lnTo>
                  <a:pt x="91162" y="40283"/>
                </a:lnTo>
                <a:lnTo>
                  <a:pt x="91162" y="19050"/>
                </a:lnTo>
                <a:lnTo>
                  <a:pt x="79454" y="19050"/>
                </a:lnTo>
                <a:lnTo>
                  <a:pt x="69929" y="0"/>
                </a:lnTo>
                <a:lnTo>
                  <a:pt x="51157" y="0"/>
                </a:lnTo>
                <a:lnTo>
                  <a:pt x="51157" y="9525"/>
                </a:lnTo>
                <a:lnTo>
                  <a:pt x="34290" y="9525"/>
                </a:lnTo>
                <a:lnTo>
                  <a:pt x="24765" y="28575"/>
                </a:lnTo>
                <a:close/>
              </a:path>
            </a:pathLst>
          </a:custGeom>
          <a:solidFill xmlns:a="http://schemas.openxmlformats.org/drawingml/2006/main">
            <a:srgbClr val="9FD84D"/>
          </a:solidFill>
          <a:ln xmlns:a="http://schemas.openxmlformats.org/drawingml/2006/main" w="0">
            <a:noFill/>
          </a:ln>
        </p:spPr>
      </p:sp>
      <p:sp>
        <p:nvSpPr>
          <p:cNvPr id="116" name="Projected surface region 35">
            <a:extLst xmlns:a="http://schemas.openxmlformats.org/drawingml/2006/main">
              <a:ext uri="{FF2B5EF4-FFF2-40B4-BE49-F238E27FC236}">
                <a16:creationId xmlns:a16="http://schemas.microsoft.com/office/drawing/2014/main" id="{5F8D31CB-5BD0-492B-949A-625FADB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785" y="3851910"/>
            <a:ext cx="135255" cy="87630"/>
          </a:xfrm>
          <a:custGeom xmlns:a="http://schemas.openxmlformats.org/drawingml/2006/main">
            <a:pathLst>
              <a:path w="135255" h="87630">
                <a:moveTo>
                  <a:pt x="19050" y="38100"/>
                </a:moveTo>
                <a:lnTo>
                  <a:pt x="0" y="38100"/>
                </a:lnTo>
                <a:lnTo>
                  <a:pt x="0" y="78105"/>
                </a:lnTo>
                <a:lnTo>
                  <a:pt x="47625" y="78105"/>
                </a:lnTo>
                <a:lnTo>
                  <a:pt x="47625" y="87630"/>
                </a:lnTo>
                <a:lnTo>
                  <a:pt x="68580" y="87630"/>
                </a:lnTo>
                <a:lnTo>
                  <a:pt x="68580" y="66397"/>
                </a:lnTo>
                <a:lnTo>
                  <a:pt x="89582" y="55896"/>
                </a:lnTo>
                <a:lnTo>
                  <a:pt x="81637" y="40005"/>
                </a:lnTo>
                <a:lnTo>
                  <a:pt x="85725" y="40005"/>
                </a:lnTo>
                <a:lnTo>
                  <a:pt x="87630" y="40005"/>
                </a:lnTo>
                <a:lnTo>
                  <a:pt x="116205" y="40005"/>
                </a:lnTo>
                <a:lnTo>
                  <a:pt x="116205" y="30480"/>
                </a:lnTo>
                <a:lnTo>
                  <a:pt x="135255" y="30480"/>
                </a:lnTo>
                <a:lnTo>
                  <a:pt x="135255" y="9525"/>
                </a:lnTo>
                <a:lnTo>
                  <a:pt x="97155" y="9525"/>
                </a:lnTo>
                <a:lnTo>
                  <a:pt x="97155" y="0"/>
                </a:lnTo>
                <a:lnTo>
                  <a:pt x="28575" y="0"/>
                </a:lnTo>
                <a:lnTo>
                  <a:pt x="28575" y="9525"/>
                </a:lnTo>
                <a:lnTo>
                  <a:pt x="19050" y="9525"/>
                </a:lnTo>
                <a:lnTo>
                  <a:pt x="19050" y="38100"/>
                </a:lnTo>
                <a:close/>
                <a:moveTo>
                  <a:pt x="40005" y="38100"/>
                </a:moveTo>
                <a:lnTo>
                  <a:pt x="40005" y="30480"/>
                </a:lnTo>
                <a:lnTo>
                  <a:pt x="49808" y="30480"/>
                </a:lnTo>
                <a:lnTo>
                  <a:pt x="53618" y="38100"/>
                </a:lnTo>
                <a:lnTo>
                  <a:pt x="40005" y="38100"/>
                </a:lnTo>
                <a:close/>
              </a:path>
            </a:pathLst>
          </a:custGeom>
          <a:solidFill xmlns:a="http://schemas.openxmlformats.org/drawingml/2006/main">
            <a:srgbClr val="534488"/>
          </a:solidFill>
          <a:ln xmlns:a="http://schemas.openxmlformats.org/drawingml/2006/main" w="0">
            <a:noFill/>
          </a:ln>
        </p:spPr>
      </p:sp>
      <p:sp>
        <p:nvSpPr>
          <p:cNvPr id="117" name="Projected surface region 36">
            <a:extLst xmlns:a="http://schemas.openxmlformats.org/drawingml/2006/main">
              <a:ext uri="{FF2B5EF4-FFF2-40B4-BE49-F238E27FC236}">
                <a16:creationId xmlns:a16="http://schemas.microsoft.com/office/drawing/2014/main" id="{56622B0B-1777-43E3-B05D-9FC15D8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235" y="3775710"/>
            <a:ext cx="906780" cy="297180"/>
          </a:xfrm>
          <a:custGeom xmlns:a="http://schemas.openxmlformats.org/drawingml/2006/main">
            <a:pathLst>
              <a:path w="906780" h="297180">
                <a:moveTo>
                  <a:pt x="152400" y="49808"/>
                </a:moveTo>
                <a:lnTo>
                  <a:pt x="152400" y="57150"/>
                </a:lnTo>
                <a:lnTo>
                  <a:pt x="145058" y="57150"/>
                </a:lnTo>
                <a:lnTo>
                  <a:pt x="135533" y="76200"/>
                </a:lnTo>
                <a:lnTo>
                  <a:pt x="104775" y="76200"/>
                </a:lnTo>
                <a:lnTo>
                  <a:pt x="104775" y="85725"/>
                </a:lnTo>
                <a:lnTo>
                  <a:pt x="85725" y="85725"/>
                </a:lnTo>
                <a:lnTo>
                  <a:pt x="85725" y="95250"/>
                </a:lnTo>
                <a:lnTo>
                  <a:pt x="66675" y="95250"/>
                </a:lnTo>
                <a:lnTo>
                  <a:pt x="66675" y="104775"/>
                </a:lnTo>
                <a:lnTo>
                  <a:pt x="59055" y="104775"/>
                </a:lnTo>
                <a:lnTo>
                  <a:pt x="59055" y="85725"/>
                </a:lnTo>
                <a:lnTo>
                  <a:pt x="28575" y="85725"/>
                </a:lnTo>
                <a:lnTo>
                  <a:pt x="28575" y="91718"/>
                </a:lnTo>
                <a:lnTo>
                  <a:pt x="9525" y="82193"/>
                </a:lnTo>
                <a:lnTo>
                  <a:pt x="9525" y="104775"/>
                </a:lnTo>
                <a:lnTo>
                  <a:pt x="0" y="104775"/>
                </a:lnTo>
                <a:lnTo>
                  <a:pt x="0" y="125730"/>
                </a:lnTo>
                <a:lnTo>
                  <a:pt x="21233" y="125730"/>
                </a:lnTo>
                <a:lnTo>
                  <a:pt x="30758" y="144780"/>
                </a:lnTo>
                <a:lnTo>
                  <a:pt x="49808" y="144780"/>
                </a:lnTo>
                <a:lnTo>
                  <a:pt x="59333" y="163830"/>
                </a:lnTo>
                <a:lnTo>
                  <a:pt x="76200" y="163830"/>
                </a:lnTo>
                <a:lnTo>
                  <a:pt x="76200" y="173355"/>
                </a:lnTo>
                <a:lnTo>
                  <a:pt x="87908" y="173355"/>
                </a:lnTo>
                <a:lnTo>
                  <a:pt x="97433" y="192405"/>
                </a:lnTo>
                <a:lnTo>
                  <a:pt x="114300" y="192405"/>
                </a:lnTo>
                <a:lnTo>
                  <a:pt x="114300" y="201930"/>
                </a:lnTo>
                <a:lnTo>
                  <a:pt x="142875" y="201930"/>
                </a:lnTo>
                <a:lnTo>
                  <a:pt x="142875" y="211455"/>
                </a:lnTo>
                <a:lnTo>
                  <a:pt x="164108" y="211455"/>
                </a:lnTo>
                <a:lnTo>
                  <a:pt x="173633" y="230505"/>
                </a:lnTo>
                <a:lnTo>
                  <a:pt x="192405" y="230505"/>
                </a:lnTo>
                <a:lnTo>
                  <a:pt x="192405" y="220980"/>
                </a:lnTo>
                <a:lnTo>
                  <a:pt x="220980" y="220980"/>
                </a:lnTo>
                <a:lnTo>
                  <a:pt x="220980" y="211455"/>
                </a:lnTo>
                <a:lnTo>
                  <a:pt x="249555" y="211455"/>
                </a:lnTo>
                <a:lnTo>
                  <a:pt x="249555" y="201930"/>
                </a:lnTo>
                <a:lnTo>
                  <a:pt x="268605" y="201930"/>
                </a:lnTo>
                <a:lnTo>
                  <a:pt x="268605" y="192405"/>
                </a:lnTo>
                <a:lnTo>
                  <a:pt x="275947" y="192405"/>
                </a:lnTo>
                <a:lnTo>
                  <a:pt x="285472" y="173355"/>
                </a:lnTo>
                <a:lnTo>
                  <a:pt x="306705" y="173355"/>
                </a:lnTo>
                <a:lnTo>
                  <a:pt x="306705" y="163830"/>
                </a:lnTo>
                <a:lnTo>
                  <a:pt x="314325" y="163830"/>
                </a:lnTo>
                <a:lnTo>
                  <a:pt x="314325" y="173355"/>
                </a:lnTo>
                <a:lnTo>
                  <a:pt x="323850" y="173355"/>
                </a:lnTo>
                <a:lnTo>
                  <a:pt x="323850" y="182880"/>
                </a:lnTo>
                <a:lnTo>
                  <a:pt x="333375" y="182880"/>
                </a:lnTo>
                <a:lnTo>
                  <a:pt x="333375" y="192405"/>
                </a:lnTo>
                <a:lnTo>
                  <a:pt x="342900" y="192405"/>
                </a:lnTo>
                <a:lnTo>
                  <a:pt x="342900" y="201930"/>
                </a:lnTo>
                <a:lnTo>
                  <a:pt x="354608" y="201930"/>
                </a:lnTo>
                <a:lnTo>
                  <a:pt x="364133" y="220980"/>
                </a:lnTo>
                <a:lnTo>
                  <a:pt x="381000" y="220980"/>
                </a:lnTo>
                <a:lnTo>
                  <a:pt x="381000" y="230505"/>
                </a:lnTo>
                <a:lnTo>
                  <a:pt x="390525" y="230505"/>
                </a:lnTo>
                <a:lnTo>
                  <a:pt x="390525" y="240030"/>
                </a:lnTo>
                <a:lnTo>
                  <a:pt x="409575" y="240030"/>
                </a:lnTo>
                <a:lnTo>
                  <a:pt x="409575" y="249555"/>
                </a:lnTo>
                <a:lnTo>
                  <a:pt x="437872" y="249555"/>
                </a:lnTo>
                <a:lnTo>
                  <a:pt x="447397" y="230505"/>
                </a:lnTo>
                <a:lnTo>
                  <a:pt x="468630" y="230505"/>
                </a:lnTo>
                <a:lnTo>
                  <a:pt x="468630" y="220980"/>
                </a:lnTo>
                <a:lnTo>
                  <a:pt x="478155" y="220980"/>
                </a:lnTo>
                <a:lnTo>
                  <a:pt x="478155" y="211455"/>
                </a:lnTo>
                <a:lnTo>
                  <a:pt x="487680" y="211455"/>
                </a:lnTo>
                <a:lnTo>
                  <a:pt x="487680" y="201930"/>
                </a:lnTo>
                <a:lnTo>
                  <a:pt x="497205" y="201930"/>
                </a:lnTo>
                <a:lnTo>
                  <a:pt x="497205" y="190222"/>
                </a:lnTo>
                <a:lnTo>
                  <a:pt x="516255" y="180697"/>
                </a:lnTo>
                <a:lnTo>
                  <a:pt x="516255" y="157837"/>
                </a:lnTo>
                <a:lnTo>
                  <a:pt x="523875" y="161647"/>
                </a:lnTo>
                <a:lnTo>
                  <a:pt x="523875" y="182880"/>
                </a:lnTo>
                <a:lnTo>
                  <a:pt x="544830" y="182880"/>
                </a:lnTo>
                <a:lnTo>
                  <a:pt x="544830" y="173355"/>
                </a:lnTo>
                <a:lnTo>
                  <a:pt x="582930" y="173355"/>
                </a:lnTo>
                <a:lnTo>
                  <a:pt x="582930" y="163830"/>
                </a:lnTo>
                <a:lnTo>
                  <a:pt x="590550" y="163830"/>
                </a:lnTo>
                <a:lnTo>
                  <a:pt x="590550" y="173355"/>
                </a:lnTo>
                <a:lnTo>
                  <a:pt x="609600" y="173355"/>
                </a:lnTo>
                <a:lnTo>
                  <a:pt x="609600" y="182880"/>
                </a:lnTo>
                <a:lnTo>
                  <a:pt x="621308" y="182880"/>
                </a:lnTo>
                <a:lnTo>
                  <a:pt x="630833" y="201930"/>
                </a:lnTo>
                <a:lnTo>
                  <a:pt x="649883" y="201930"/>
                </a:lnTo>
                <a:lnTo>
                  <a:pt x="659408" y="220980"/>
                </a:lnTo>
                <a:lnTo>
                  <a:pt x="676275" y="220980"/>
                </a:lnTo>
                <a:lnTo>
                  <a:pt x="676275" y="230505"/>
                </a:lnTo>
                <a:lnTo>
                  <a:pt x="697508" y="230505"/>
                </a:lnTo>
                <a:lnTo>
                  <a:pt x="707033" y="249555"/>
                </a:lnTo>
                <a:lnTo>
                  <a:pt x="726083" y="249555"/>
                </a:lnTo>
                <a:lnTo>
                  <a:pt x="735608" y="268605"/>
                </a:lnTo>
                <a:lnTo>
                  <a:pt x="752475" y="268605"/>
                </a:lnTo>
                <a:lnTo>
                  <a:pt x="752475" y="278130"/>
                </a:lnTo>
                <a:lnTo>
                  <a:pt x="762000" y="278130"/>
                </a:lnTo>
                <a:lnTo>
                  <a:pt x="762000" y="287655"/>
                </a:lnTo>
                <a:lnTo>
                  <a:pt x="781050" y="287655"/>
                </a:lnTo>
                <a:lnTo>
                  <a:pt x="781050" y="297180"/>
                </a:lnTo>
                <a:lnTo>
                  <a:pt x="802005" y="297180"/>
                </a:lnTo>
                <a:lnTo>
                  <a:pt x="802005" y="287655"/>
                </a:lnTo>
                <a:lnTo>
                  <a:pt x="811530" y="287655"/>
                </a:lnTo>
                <a:lnTo>
                  <a:pt x="811530" y="275947"/>
                </a:lnTo>
                <a:lnTo>
                  <a:pt x="830580" y="266422"/>
                </a:lnTo>
                <a:lnTo>
                  <a:pt x="830580" y="249555"/>
                </a:lnTo>
                <a:lnTo>
                  <a:pt x="840105" y="249555"/>
                </a:lnTo>
                <a:lnTo>
                  <a:pt x="840105" y="240030"/>
                </a:lnTo>
                <a:lnTo>
                  <a:pt x="859155" y="240030"/>
                </a:lnTo>
                <a:lnTo>
                  <a:pt x="859155" y="230505"/>
                </a:lnTo>
                <a:lnTo>
                  <a:pt x="868680" y="230505"/>
                </a:lnTo>
                <a:lnTo>
                  <a:pt x="868680" y="211455"/>
                </a:lnTo>
                <a:lnTo>
                  <a:pt x="878205" y="211455"/>
                </a:lnTo>
                <a:lnTo>
                  <a:pt x="878205" y="201930"/>
                </a:lnTo>
                <a:lnTo>
                  <a:pt x="887730" y="201930"/>
                </a:lnTo>
                <a:lnTo>
                  <a:pt x="887730" y="190222"/>
                </a:lnTo>
                <a:lnTo>
                  <a:pt x="906780" y="180697"/>
                </a:lnTo>
                <a:lnTo>
                  <a:pt x="906780" y="161925"/>
                </a:lnTo>
                <a:lnTo>
                  <a:pt x="887730" y="161925"/>
                </a:lnTo>
                <a:lnTo>
                  <a:pt x="887730" y="152400"/>
                </a:lnTo>
                <a:lnTo>
                  <a:pt x="830580" y="152400"/>
                </a:lnTo>
                <a:lnTo>
                  <a:pt x="830580" y="142875"/>
                </a:lnTo>
                <a:lnTo>
                  <a:pt x="792480" y="142875"/>
                </a:lnTo>
                <a:lnTo>
                  <a:pt x="792480" y="133350"/>
                </a:lnTo>
                <a:lnTo>
                  <a:pt x="763905" y="133350"/>
                </a:lnTo>
                <a:lnTo>
                  <a:pt x="763905" y="123825"/>
                </a:lnTo>
                <a:lnTo>
                  <a:pt x="752197" y="123825"/>
                </a:lnTo>
                <a:lnTo>
                  <a:pt x="742672" y="104775"/>
                </a:lnTo>
                <a:lnTo>
                  <a:pt x="723900" y="104775"/>
                </a:lnTo>
                <a:lnTo>
                  <a:pt x="723900" y="114300"/>
                </a:lnTo>
                <a:lnTo>
                  <a:pt x="573405" y="114300"/>
                </a:lnTo>
                <a:lnTo>
                  <a:pt x="573405" y="104775"/>
                </a:lnTo>
                <a:lnTo>
                  <a:pt x="554355" y="104775"/>
                </a:lnTo>
                <a:lnTo>
                  <a:pt x="554355" y="95250"/>
                </a:lnTo>
                <a:lnTo>
                  <a:pt x="544830" y="95250"/>
                </a:lnTo>
                <a:lnTo>
                  <a:pt x="544830" y="85725"/>
                </a:lnTo>
                <a:lnTo>
                  <a:pt x="535305" y="85725"/>
                </a:lnTo>
                <a:lnTo>
                  <a:pt x="535305" y="76200"/>
                </a:lnTo>
                <a:lnTo>
                  <a:pt x="523597" y="76200"/>
                </a:lnTo>
                <a:lnTo>
                  <a:pt x="514072" y="57150"/>
                </a:lnTo>
                <a:lnTo>
                  <a:pt x="497205" y="57150"/>
                </a:lnTo>
                <a:lnTo>
                  <a:pt x="497205" y="47625"/>
                </a:lnTo>
                <a:lnTo>
                  <a:pt x="487680" y="47625"/>
                </a:lnTo>
                <a:lnTo>
                  <a:pt x="487680" y="38100"/>
                </a:lnTo>
                <a:lnTo>
                  <a:pt x="478155" y="38100"/>
                </a:lnTo>
                <a:lnTo>
                  <a:pt x="478155" y="28575"/>
                </a:lnTo>
                <a:lnTo>
                  <a:pt x="468630" y="28575"/>
                </a:lnTo>
                <a:lnTo>
                  <a:pt x="468630" y="19050"/>
                </a:lnTo>
                <a:lnTo>
                  <a:pt x="456922" y="19050"/>
                </a:lnTo>
                <a:lnTo>
                  <a:pt x="447397" y="0"/>
                </a:lnTo>
                <a:lnTo>
                  <a:pt x="428625" y="0"/>
                </a:lnTo>
                <a:lnTo>
                  <a:pt x="428625" y="9525"/>
                </a:lnTo>
                <a:lnTo>
                  <a:pt x="419100" y="9525"/>
                </a:lnTo>
                <a:lnTo>
                  <a:pt x="419100" y="19050"/>
                </a:lnTo>
                <a:lnTo>
                  <a:pt x="409575" y="19050"/>
                </a:lnTo>
                <a:lnTo>
                  <a:pt x="409575" y="28575"/>
                </a:lnTo>
                <a:lnTo>
                  <a:pt x="400050" y="28575"/>
                </a:lnTo>
                <a:lnTo>
                  <a:pt x="400050" y="40283"/>
                </a:lnTo>
                <a:lnTo>
                  <a:pt x="381000" y="49808"/>
                </a:lnTo>
                <a:lnTo>
                  <a:pt x="381000" y="66675"/>
                </a:lnTo>
                <a:lnTo>
                  <a:pt x="371475" y="66675"/>
                </a:lnTo>
                <a:lnTo>
                  <a:pt x="371475" y="76200"/>
                </a:lnTo>
                <a:lnTo>
                  <a:pt x="361950" y="76200"/>
                </a:lnTo>
                <a:lnTo>
                  <a:pt x="361950" y="85725"/>
                </a:lnTo>
                <a:lnTo>
                  <a:pt x="354608" y="85725"/>
                </a:lnTo>
                <a:lnTo>
                  <a:pt x="345083" y="104775"/>
                </a:lnTo>
                <a:lnTo>
                  <a:pt x="323850" y="104775"/>
                </a:lnTo>
                <a:lnTo>
                  <a:pt x="323850" y="114300"/>
                </a:lnTo>
                <a:lnTo>
                  <a:pt x="306705" y="114300"/>
                </a:lnTo>
                <a:lnTo>
                  <a:pt x="306705" y="104775"/>
                </a:lnTo>
                <a:lnTo>
                  <a:pt x="275947" y="104775"/>
                </a:lnTo>
                <a:lnTo>
                  <a:pt x="266422" y="85725"/>
                </a:lnTo>
                <a:lnTo>
                  <a:pt x="249555" y="85725"/>
                </a:lnTo>
                <a:lnTo>
                  <a:pt x="249555" y="76200"/>
                </a:lnTo>
                <a:lnTo>
                  <a:pt x="240030" y="76200"/>
                </a:lnTo>
                <a:lnTo>
                  <a:pt x="240030" y="66675"/>
                </a:lnTo>
                <a:lnTo>
                  <a:pt x="230505" y="66675"/>
                </a:lnTo>
                <a:lnTo>
                  <a:pt x="230505" y="57150"/>
                </a:lnTo>
                <a:lnTo>
                  <a:pt x="220980" y="57150"/>
                </a:lnTo>
                <a:lnTo>
                  <a:pt x="220980" y="49808"/>
                </a:lnTo>
                <a:lnTo>
                  <a:pt x="201930" y="40283"/>
                </a:lnTo>
                <a:lnTo>
                  <a:pt x="201930" y="19050"/>
                </a:lnTo>
                <a:lnTo>
                  <a:pt x="180975" y="19050"/>
                </a:lnTo>
                <a:lnTo>
                  <a:pt x="180975" y="28575"/>
                </a:lnTo>
                <a:lnTo>
                  <a:pt x="171450" y="28575"/>
                </a:lnTo>
                <a:lnTo>
                  <a:pt x="171450" y="40283"/>
                </a:lnTo>
                <a:lnTo>
                  <a:pt x="152400" y="49808"/>
                </a:lnTo>
                <a:close/>
                <a:moveTo>
                  <a:pt x="615037" y="144780"/>
                </a:moveTo>
                <a:lnTo>
                  <a:pt x="704850" y="144780"/>
                </a:lnTo>
                <a:lnTo>
                  <a:pt x="704850" y="152400"/>
                </a:lnTo>
                <a:lnTo>
                  <a:pt x="618847" y="152400"/>
                </a:lnTo>
                <a:lnTo>
                  <a:pt x="615037" y="144780"/>
                </a:lnTo>
                <a:close/>
                <a:moveTo>
                  <a:pt x="561975" y="133350"/>
                </a:moveTo>
                <a:lnTo>
                  <a:pt x="544830" y="133350"/>
                </a:lnTo>
                <a:lnTo>
                  <a:pt x="544830" y="125730"/>
                </a:lnTo>
                <a:lnTo>
                  <a:pt x="561975" y="125730"/>
                </a:lnTo>
                <a:lnTo>
                  <a:pt x="561975" y="133350"/>
                </a:lnTo>
                <a:close/>
              </a:path>
            </a:pathLst>
          </a:custGeom>
          <a:solidFill xmlns:a="http://schemas.openxmlformats.org/drawingml/2006/main">
            <a:srgbClr val="534488"/>
          </a:solidFill>
          <a:ln xmlns:a="http://schemas.openxmlformats.org/drawingml/2006/main" w="0">
            <a:noFill/>
          </a:ln>
        </p:spPr>
      </p:sp>
      <p:sp>
        <p:nvSpPr>
          <p:cNvPr id="118" name="Projected surface region 37">
            <a:extLst xmlns:a="http://schemas.openxmlformats.org/drawingml/2006/main">
              <a:ext uri="{FF2B5EF4-FFF2-40B4-BE49-F238E27FC236}">
                <a16:creationId xmlns:a16="http://schemas.microsoft.com/office/drawing/2014/main" id="{4362F908-999A-4178-BE2B-0E88BB04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3918585"/>
            <a:ext cx="100687" cy="87630"/>
          </a:xfrm>
          <a:custGeom xmlns:a="http://schemas.openxmlformats.org/drawingml/2006/main">
            <a:pathLst>
              <a:path w="100687" h="87630">
                <a:moveTo>
                  <a:pt x="47625" y="19050"/>
                </a:moveTo>
                <a:lnTo>
                  <a:pt x="19050" y="19050"/>
                </a:lnTo>
                <a:lnTo>
                  <a:pt x="19050" y="28575"/>
                </a:lnTo>
                <a:lnTo>
                  <a:pt x="0" y="28575"/>
                </a:lnTo>
                <a:lnTo>
                  <a:pt x="0" y="87630"/>
                </a:lnTo>
                <a:lnTo>
                  <a:pt x="20955" y="87630"/>
                </a:lnTo>
                <a:lnTo>
                  <a:pt x="20955" y="78105"/>
                </a:lnTo>
                <a:lnTo>
                  <a:pt x="30480" y="78105"/>
                </a:lnTo>
                <a:lnTo>
                  <a:pt x="30480" y="68580"/>
                </a:lnTo>
                <a:lnTo>
                  <a:pt x="40005" y="68580"/>
                </a:lnTo>
                <a:lnTo>
                  <a:pt x="40005" y="59055"/>
                </a:lnTo>
                <a:lnTo>
                  <a:pt x="47347" y="59055"/>
                </a:lnTo>
                <a:lnTo>
                  <a:pt x="56872" y="40005"/>
                </a:lnTo>
                <a:lnTo>
                  <a:pt x="78105" y="40005"/>
                </a:lnTo>
                <a:lnTo>
                  <a:pt x="78105" y="30480"/>
                </a:lnTo>
                <a:lnTo>
                  <a:pt x="85447" y="30480"/>
                </a:lnTo>
                <a:lnTo>
                  <a:pt x="100687" y="0"/>
                </a:lnTo>
                <a:lnTo>
                  <a:pt x="66675" y="0"/>
                </a:lnTo>
                <a:lnTo>
                  <a:pt x="66675" y="9525"/>
                </a:lnTo>
                <a:lnTo>
                  <a:pt x="47625" y="9525"/>
                </a:lnTo>
                <a:lnTo>
                  <a:pt x="47625" y="19050"/>
                </a:lnTo>
                <a:close/>
              </a:path>
            </a:pathLst>
          </a:custGeom>
          <a:solidFill xmlns:a="http://schemas.openxmlformats.org/drawingml/2006/main">
            <a:srgbClr val="534488"/>
          </a:solidFill>
          <a:ln xmlns:a="http://schemas.openxmlformats.org/drawingml/2006/main" w="0">
            <a:noFill/>
          </a:ln>
        </p:spPr>
      </p:sp>
      <p:sp>
        <p:nvSpPr>
          <p:cNvPr id="119" name="Projected surface region 38">
            <a:extLst xmlns:a="http://schemas.openxmlformats.org/drawingml/2006/main">
              <a:ext uri="{FF2B5EF4-FFF2-40B4-BE49-F238E27FC236}">
                <a16:creationId xmlns:a16="http://schemas.microsoft.com/office/drawing/2014/main" id="{5A41A79C-8A7D-457F-90E0-311091AE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310" y="3956685"/>
            <a:ext cx="259080" cy="78105"/>
          </a:xfrm>
          <a:custGeom xmlns:a="http://schemas.openxmlformats.org/drawingml/2006/main">
            <a:pathLst>
              <a:path w="259080" h="78105">
                <a:moveTo>
                  <a:pt x="9525" y="19050"/>
                </a:moveTo>
                <a:lnTo>
                  <a:pt x="0" y="19050"/>
                </a:lnTo>
                <a:lnTo>
                  <a:pt x="0" y="40005"/>
                </a:lnTo>
                <a:lnTo>
                  <a:pt x="19050" y="40005"/>
                </a:lnTo>
                <a:lnTo>
                  <a:pt x="19050" y="49530"/>
                </a:lnTo>
                <a:lnTo>
                  <a:pt x="38100" y="49530"/>
                </a:lnTo>
                <a:lnTo>
                  <a:pt x="38100" y="59055"/>
                </a:lnTo>
                <a:lnTo>
                  <a:pt x="66675" y="59055"/>
                </a:lnTo>
                <a:lnTo>
                  <a:pt x="66675" y="68580"/>
                </a:lnTo>
                <a:lnTo>
                  <a:pt x="95250" y="68580"/>
                </a:lnTo>
                <a:lnTo>
                  <a:pt x="95250" y="78105"/>
                </a:lnTo>
                <a:lnTo>
                  <a:pt x="200025" y="78105"/>
                </a:lnTo>
                <a:lnTo>
                  <a:pt x="201930" y="78105"/>
                </a:lnTo>
                <a:lnTo>
                  <a:pt x="228322" y="78105"/>
                </a:lnTo>
                <a:lnTo>
                  <a:pt x="237847" y="59055"/>
                </a:lnTo>
                <a:lnTo>
                  <a:pt x="259080" y="59055"/>
                </a:lnTo>
                <a:lnTo>
                  <a:pt x="259080" y="38100"/>
                </a:lnTo>
                <a:lnTo>
                  <a:pt x="249555" y="38100"/>
                </a:lnTo>
                <a:lnTo>
                  <a:pt x="249555" y="19050"/>
                </a:lnTo>
                <a:lnTo>
                  <a:pt x="243562" y="19050"/>
                </a:lnTo>
                <a:lnTo>
                  <a:pt x="253087" y="0"/>
                </a:lnTo>
                <a:lnTo>
                  <a:pt x="95250" y="0"/>
                </a:lnTo>
                <a:lnTo>
                  <a:pt x="95250" y="9525"/>
                </a:lnTo>
                <a:lnTo>
                  <a:pt x="9525" y="9525"/>
                </a:lnTo>
                <a:lnTo>
                  <a:pt x="9525" y="19050"/>
                </a:lnTo>
                <a:close/>
              </a:path>
            </a:pathLst>
          </a:custGeom>
          <a:solidFill xmlns:a="http://schemas.openxmlformats.org/drawingml/2006/main">
            <a:srgbClr val="534488"/>
          </a:solidFill>
          <a:ln xmlns:a="http://schemas.openxmlformats.org/drawingml/2006/main" w="0">
            <a:noFill/>
          </a:ln>
        </p:spPr>
      </p:sp>
      <p:sp>
        <p:nvSpPr>
          <p:cNvPr id="120" name="Projected surface region 39">
            <a:extLst xmlns:a="http://schemas.openxmlformats.org/drawingml/2006/main">
              <a:ext uri="{FF2B5EF4-FFF2-40B4-BE49-F238E27FC236}">
                <a16:creationId xmlns:a16="http://schemas.microsoft.com/office/drawing/2014/main" id="{6710C683-6345-4974-B375-539CDA89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860" y="3766185"/>
            <a:ext cx="192405" cy="182880"/>
          </a:xfrm>
          <a:custGeom xmlns:a="http://schemas.openxmlformats.org/drawingml/2006/main">
            <a:pathLst>
              <a:path w="192405" h="182880">
                <a:moveTo>
                  <a:pt x="154583" y="28575"/>
                </a:moveTo>
                <a:lnTo>
                  <a:pt x="145058" y="28575"/>
                </a:lnTo>
                <a:lnTo>
                  <a:pt x="135533" y="47625"/>
                </a:lnTo>
                <a:lnTo>
                  <a:pt x="114300" y="47625"/>
                </a:lnTo>
                <a:lnTo>
                  <a:pt x="114300" y="57150"/>
                </a:lnTo>
                <a:lnTo>
                  <a:pt x="104775" y="57150"/>
                </a:lnTo>
                <a:lnTo>
                  <a:pt x="104775" y="66675"/>
                </a:lnTo>
                <a:lnTo>
                  <a:pt x="95250" y="66675"/>
                </a:lnTo>
                <a:lnTo>
                  <a:pt x="95250" y="76200"/>
                </a:lnTo>
                <a:lnTo>
                  <a:pt x="87908" y="76200"/>
                </a:lnTo>
                <a:lnTo>
                  <a:pt x="78383" y="95250"/>
                </a:lnTo>
                <a:lnTo>
                  <a:pt x="57150" y="95250"/>
                </a:lnTo>
                <a:lnTo>
                  <a:pt x="57150" y="104775"/>
                </a:lnTo>
                <a:lnTo>
                  <a:pt x="47625" y="104775"/>
                </a:lnTo>
                <a:lnTo>
                  <a:pt x="47625" y="114300"/>
                </a:lnTo>
                <a:lnTo>
                  <a:pt x="40283" y="114300"/>
                </a:lnTo>
                <a:lnTo>
                  <a:pt x="30758" y="133350"/>
                </a:lnTo>
                <a:lnTo>
                  <a:pt x="9525" y="133350"/>
                </a:lnTo>
                <a:lnTo>
                  <a:pt x="9525" y="142875"/>
                </a:lnTo>
                <a:lnTo>
                  <a:pt x="0" y="142875"/>
                </a:lnTo>
                <a:lnTo>
                  <a:pt x="0" y="182880"/>
                </a:lnTo>
                <a:lnTo>
                  <a:pt x="49530" y="182880"/>
                </a:lnTo>
                <a:lnTo>
                  <a:pt x="49530" y="173355"/>
                </a:lnTo>
                <a:lnTo>
                  <a:pt x="87630" y="173355"/>
                </a:lnTo>
                <a:lnTo>
                  <a:pt x="87630" y="163830"/>
                </a:lnTo>
                <a:lnTo>
                  <a:pt x="114022" y="163830"/>
                </a:lnTo>
                <a:lnTo>
                  <a:pt x="123547" y="144780"/>
                </a:lnTo>
                <a:lnTo>
                  <a:pt x="144780" y="144780"/>
                </a:lnTo>
                <a:lnTo>
                  <a:pt x="144780" y="135255"/>
                </a:lnTo>
                <a:lnTo>
                  <a:pt x="163830" y="135255"/>
                </a:lnTo>
                <a:lnTo>
                  <a:pt x="163830" y="125730"/>
                </a:lnTo>
                <a:lnTo>
                  <a:pt x="173355" y="125730"/>
                </a:lnTo>
                <a:lnTo>
                  <a:pt x="173355" y="106680"/>
                </a:lnTo>
                <a:lnTo>
                  <a:pt x="182880" y="106680"/>
                </a:lnTo>
                <a:lnTo>
                  <a:pt x="182880" y="49530"/>
                </a:lnTo>
                <a:lnTo>
                  <a:pt x="192405" y="49530"/>
                </a:lnTo>
                <a:lnTo>
                  <a:pt x="192405" y="0"/>
                </a:lnTo>
                <a:lnTo>
                  <a:pt x="171450" y="0"/>
                </a:lnTo>
                <a:lnTo>
                  <a:pt x="171450" y="9525"/>
                </a:lnTo>
                <a:lnTo>
                  <a:pt x="164108" y="9525"/>
                </a:lnTo>
                <a:lnTo>
                  <a:pt x="154583" y="28575"/>
                </a:lnTo>
                <a:close/>
              </a:path>
            </a:pathLst>
          </a:custGeom>
          <a:solidFill xmlns:a="http://schemas.openxmlformats.org/drawingml/2006/main">
            <a:srgbClr val="534488"/>
          </a:solidFill>
          <a:ln xmlns:a="http://schemas.openxmlformats.org/drawingml/2006/main" w="0">
            <a:noFill/>
          </a:ln>
        </p:spPr>
      </p:sp>
      <p:sp>
        <p:nvSpPr>
          <p:cNvPr id="121" name="Projected surface region 40">
            <a:extLst xmlns:a="http://schemas.openxmlformats.org/drawingml/2006/main">
              <a:ext uri="{FF2B5EF4-FFF2-40B4-BE49-F238E27FC236}">
                <a16:creationId xmlns:a16="http://schemas.microsoft.com/office/drawing/2014/main" id="{843A206F-2E27-42C1-81C4-9B40E147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078" y="3289935"/>
            <a:ext cx="110212" cy="173355"/>
          </a:xfrm>
          <a:custGeom xmlns:a="http://schemas.openxmlformats.org/drawingml/2006/main">
            <a:pathLst>
              <a:path w="110212" h="173355">
                <a:moveTo>
                  <a:pt x="72390" y="19050"/>
                </a:moveTo>
                <a:lnTo>
                  <a:pt x="60682" y="19050"/>
                </a:lnTo>
                <a:lnTo>
                  <a:pt x="60682" y="38100"/>
                </a:lnTo>
                <a:lnTo>
                  <a:pt x="51157" y="38100"/>
                </a:lnTo>
                <a:lnTo>
                  <a:pt x="51157" y="47625"/>
                </a:lnTo>
                <a:lnTo>
                  <a:pt x="41632" y="47625"/>
                </a:lnTo>
                <a:lnTo>
                  <a:pt x="41632" y="59333"/>
                </a:lnTo>
                <a:lnTo>
                  <a:pt x="22582" y="68858"/>
                </a:lnTo>
                <a:lnTo>
                  <a:pt x="22582" y="85725"/>
                </a:lnTo>
                <a:lnTo>
                  <a:pt x="15240" y="85725"/>
                </a:lnTo>
                <a:lnTo>
                  <a:pt x="0" y="116205"/>
                </a:lnTo>
                <a:lnTo>
                  <a:pt x="13057" y="116205"/>
                </a:lnTo>
                <a:lnTo>
                  <a:pt x="13057" y="125730"/>
                </a:lnTo>
                <a:lnTo>
                  <a:pt x="32107" y="125730"/>
                </a:lnTo>
                <a:lnTo>
                  <a:pt x="32107" y="135255"/>
                </a:lnTo>
                <a:lnTo>
                  <a:pt x="51157" y="135255"/>
                </a:lnTo>
                <a:lnTo>
                  <a:pt x="51157" y="144780"/>
                </a:lnTo>
                <a:lnTo>
                  <a:pt x="60682" y="144780"/>
                </a:lnTo>
                <a:lnTo>
                  <a:pt x="60682" y="154305"/>
                </a:lnTo>
                <a:lnTo>
                  <a:pt x="72390" y="154305"/>
                </a:lnTo>
                <a:lnTo>
                  <a:pt x="81915" y="173355"/>
                </a:lnTo>
                <a:lnTo>
                  <a:pt x="110212" y="173355"/>
                </a:lnTo>
                <a:lnTo>
                  <a:pt x="110212" y="0"/>
                </a:lnTo>
                <a:lnTo>
                  <a:pt x="81915" y="0"/>
                </a:lnTo>
                <a:lnTo>
                  <a:pt x="72390" y="19050"/>
                </a:lnTo>
                <a:close/>
              </a:path>
            </a:pathLst>
          </a:custGeom>
          <a:solidFill xmlns:a="http://schemas.openxmlformats.org/drawingml/2006/main">
            <a:srgbClr val="6D8CAC"/>
          </a:solidFill>
          <a:ln xmlns:a="http://schemas.openxmlformats.org/drawingml/2006/main" w="0">
            <a:noFill/>
          </a:ln>
        </p:spPr>
      </p:sp>
      <p:sp>
        <p:nvSpPr>
          <p:cNvPr id="122" name="Projected surface region 41">
            <a:extLst xmlns:a="http://schemas.openxmlformats.org/drawingml/2006/main">
              <a:ext uri="{FF2B5EF4-FFF2-40B4-BE49-F238E27FC236}">
                <a16:creationId xmlns:a16="http://schemas.microsoft.com/office/drawing/2014/main" id="{5E0171AA-110C-4736-988D-48208ADF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385" y="3280410"/>
            <a:ext cx="354330" cy="278130"/>
          </a:xfrm>
          <a:custGeom xmlns:a="http://schemas.openxmlformats.org/drawingml/2006/main">
            <a:pathLst>
              <a:path w="354330" h="278130">
                <a:moveTo>
                  <a:pt x="9525" y="9525"/>
                </a:moveTo>
                <a:lnTo>
                  <a:pt x="9525" y="152400"/>
                </a:lnTo>
                <a:lnTo>
                  <a:pt x="0" y="152400"/>
                </a:lnTo>
                <a:lnTo>
                  <a:pt x="0" y="173355"/>
                </a:lnTo>
                <a:lnTo>
                  <a:pt x="37822" y="173355"/>
                </a:lnTo>
                <a:lnTo>
                  <a:pt x="47347" y="154305"/>
                </a:lnTo>
                <a:lnTo>
                  <a:pt x="66397" y="154305"/>
                </a:lnTo>
                <a:lnTo>
                  <a:pt x="75922" y="135255"/>
                </a:lnTo>
                <a:lnTo>
                  <a:pt x="97155" y="135255"/>
                </a:lnTo>
                <a:lnTo>
                  <a:pt x="97155" y="123547"/>
                </a:lnTo>
                <a:lnTo>
                  <a:pt x="104775" y="119737"/>
                </a:lnTo>
                <a:lnTo>
                  <a:pt x="104775" y="125730"/>
                </a:lnTo>
                <a:lnTo>
                  <a:pt x="114300" y="125730"/>
                </a:lnTo>
                <a:lnTo>
                  <a:pt x="114300" y="144780"/>
                </a:lnTo>
                <a:lnTo>
                  <a:pt x="123825" y="144780"/>
                </a:lnTo>
                <a:lnTo>
                  <a:pt x="123825" y="152122"/>
                </a:lnTo>
                <a:lnTo>
                  <a:pt x="142875" y="161647"/>
                </a:lnTo>
                <a:lnTo>
                  <a:pt x="142875" y="182880"/>
                </a:lnTo>
                <a:lnTo>
                  <a:pt x="152400" y="182880"/>
                </a:lnTo>
                <a:lnTo>
                  <a:pt x="152400" y="190222"/>
                </a:lnTo>
                <a:lnTo>
                  <a:pt x="171450" y="199747"/>
                </a:lnTo>
                <a:lnTo>
                  <a:pt x="171450" y="220980"/>
                </a:lnTo>
                <a:lnTo>
                  <a:pt x="180975" y="220980"/>
                </a:lnTo>
                <a:lnTo>
                  <a:pt x="180975" y="240030"/>
                </a:lnTo>
                <a:lnTo>
                  <a:pt x="190500" y="240030"/>
                </a:lnTo>
                <a:lnTo>
                  <a:pt x="190500" y="259080"/>
                </a:lnTo>
                <a:lnTo>
                  <a:pt x="202208" y="259080"/>
                </a:lnTo>
                <a:lnTo>
                  <a:pt x="211733" y="278130"/>
                </a:lnTo>
                <a:lnTo>
                  <a:pt x="230505" y="278130"/>
                </a:lnTo>
                <a:lnTo>
                  <a:pt x="230505" y="268605"/>
                </a:lnTo>
                <a:lnTo>
                  <a:pt x="240030" y="268605"/>
                </a:lnTo>
                <a:lnTo>
                  <a:pt x="240030" y="259080"/>
                </a:lnTo>
                <a:lnTo>
                  <a:pt x="249555" y="259080"/>
                </a:lnTo>
                <a:lnTo>
                  <a:pt x="249555" y="249555"/>
                </a:lnTo>
                <a:lnTo>
                  <a:pt x="259080" y="249555"/>
                </a:lnTo>
                <a:lnTo>
                  <a:pt x="259080" y="240030"/>
                </a:lnTo>
                <a:lnTo>
                  <a:pt x="268605" y="240030"/>
                </a:lnTo>
                <a:lnTo>
                  <a:pt x="268605" y="230505"/>
                </a:lnTo>
                <a:lnTo>
                  <a:pt x="278130" y="230505"/>
                </a:lnTo>
                <a:lnTo>
                  <a:pt x="278130" y="220980"/>
                </a:lnTo>
                <a:lnTo>
                  <a:pt x="287655" y="220980"/>
                </a:lnTo>
                <a:lnTo>
                  <a:pt x="287655" y="211455"/>
                </a:lnTo>
                <a:lnTo>
                  <a:pt x="297180" y="211455"/>
                </a:lnTo>
                <a:lnTo>
                  <a:pt x="297180" y="201930"/>
                </a:lnTo>
                <a:lnTo>
                  <a:pt x="306705" y="201930"/>
                </a:lnTo>
                <a:lnTo>
                  <a:pt x="306705" y="192405"/>
                </a:lnTo>
                <a:lnTo>
                  <a:pt x="316230" y="192405"/>
                </a:lnTo>
                <a:lnTo>
                  <a:pt x="316230" y="182880"/>
                </a:lnTo>
                <a:lnTo>
                  <a:pt x="325755" y="182880"/>
                </a:lnTo>
                <a:lnTo>
                  <a:pt x="325755" y="173355"/>
                </a:lnTo>
                <a:lnTo>
                  <a:pt x="335280" y="173355"/>
                </a:lnTo>
                <a:lnTo>
                  <a:pt x="335280" y="161647"/>
                </a:lnTo>
                <a:lnTo>
                  <a:pt x="354330" y="152122"/>
                </a:lnTo>
                <a:lnTo>
                  <a:pt x="354330" y="135533"/>
                </a:lnTo>
                <a:lnTo>
                  <a:pt x="335280" y="126008"/>
                </a:lnTo>
                <a:lnTo>
                  <a:pt x="335280" y="104775"/>
                </a:lnTo>
                <a:lnTo>
                  <a:pt x="325755" y="104775"/>
                </a:lnTo>
                <a:lnTo>
                  <a:pt x="325755" y="95250"/>
                </a:lnTo>
                <a:lnTo>
                  <a:pt x="316230" y="95250"/>
                </a:lnTo>
                <a:lnTo>
                  <a:pt x="316230" y="87908"/>
                </a:lnTo>
                <a:lnTo>
                  <a:pt x="297180" y="78383"/>
                </a:lnTo>
                <a:lnTo>
                  <a:pt x="297180" y="57150"/>
                </a:lnTo>
                <a:lnTo>
                  <a:pt x="287655" y="57150"/>
                </a:lnTo>
                <a:lnTo>
                  <a:pt x="287655" y="47625"/>
                </a:lnTo>
                <a:lnTo>
                  <a:pt x="278130" y="47625"/>
                </a:lnTo>
                <a:lnTo>
                  <a:pt x="278130" y="38100"/>
                </a:lnTo>
                <a:lnTo>
                  <a:pt x="268605" y="38100"/>
                </a:lnTo>
                <a:lnTo>
                  <a:pt x="268605" y="28575"/>
                </a:lnTo>
                <a:lnTo>
                  <a:pt x="259080" y="28575"/>
                </a:lnTo>
                <a:lnTo>
                  <a:pt x="259080" y="19050"/>
                </a:lnTo>
                <a:lnTo>
                  <a:pt x="247372" y="19050"/>
                </a:lnTo>
                <a:lnTo>
                  <a:pt x="237847" y="0"/>
                </a:lnTo>
                <a:lnTo>
                  <a:pt x="219075" y="0"/>
                </a:lnTo>
                <a:lnTo>
                  <a:pt x="219075" y="19050"/>
                </a:lnTo>
                <a:lnTo>
                  <a:pt x="202208" y="19050"/>
                </a:lnTo>
                <a:lnTo>
                  <a:pt x="192683" y="38100"/>
                </a:lnTo>
                <a:lnTo>
                  <a:pt x="173633" y="38100"/>
                </a:lnTo>
                <a:lnTo>
                  <a:pt x="164108" y="57150"/>
                </a:lnTo>
                <a:lnTo>
                  <a:pt x="142875" y="57150"/>
                </a:lnTo>
                <a:lnTo>
                  <a:pt x="142875" y="66675"/>
                </a:lnTo>
                <a:lnTo>
                  <a:pt x="133350" y="66675"/>
                </a:lnTo>
                <a:lnTo>
                  <a:pt x="133350" y="76200"/>
                </a:lnTo>
                <a:lnTo>
                  <a:pt x="126008" y="76200"/>
                </a:lnTo>
                <a:lnTo>
                  <a:pt x="116483" y="95250"/>
                </a:lnTo>
                <a:lnTo>
                  <a:pt x="106680" y="95250"/>
                </a:lnTo>
                <a:lnTo>
                  <a:pt x="106680" y="85725"/>
                </a:lnTo>
                <a:lnTo>
                  <a:pt x="97155" y="85725"/>
                </a:lnTo>
                <a:lnTo>
                  <a:pt x="97155" y="66675"/>
                </a:lnTo>
                <a:lnTo>
                  <a:pt x="87630" y="66675"/>
                </a:lnTo>
                <a:lnTo>
                  <a:pt x="87630" y="57150"/>
                </a:lnTo>
                <a:lnTo>
                  <a:pt x="78105" y="57150"/>
                </a:lnTo>
                <a:lnTo>
                  <a:pt x="78105" y="47625"/>
                </a:lnTo>
                <a:lnTo>
                  <a:pt x="66397" y="47625"/>
                </a:lnTo>
                <a:lnTo>
                  <a:pt x="56872" y="28575"/>
                </a:lnTo>
                <a:lnTo>
                  <a:pt x="37822" y="28575"/>
                </a:lnTo>
                <a:lnTo>
                  <a:pt x="28297" y="9525"/>
                </a:lnTo>
                <a:lnTo>
                  <a:pt x="9525" y="9525"/>
                </a:lnTo>
                <a:close/>
              </a:path>
            </a:pathLst>
          </a:custGeom>
          <a:solidFill xmlns:a="http://schemas.openxmlformats.org/drawingml/2006/main">
            <a:srgbClr val="6D8CAC"/>
          </a:solidFill>
          <a:ln xmlns:a="http://schemas.openxmlformats.org/drawingml/2006/main" w="0">
            <a:noFill/>
          </a:ln>
        </p:spPr>
      </p:sp>
      <p:sp>
        <p:nvSpPr>
          <p:cNvPr id="123" name="Projected surface region 42">
            <a:extLst xmlns:a="http://schemas.openxmlformats.org/drawingml/2006/main">
              <a:ext uri="{FF2B5EF4-FFF2-40B4-BE49-F238E27FC236}">
                <a16:creationId xmlns:a16="http://schemas.microsoft.com/office/drawing/2014/main" id="{014A4F24-3E84-44A2-83C6-E4661392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385" y="1737360"/>
            <a:ext cx="163830" cy="716280"/>
          </a:xfrm>
          <a:custGeom xmlns:a="http://schemas.openxmlformats.org/drawingml/2006/main">
            <a:pathLst>
              <a:path w="163830" h="716280">
                <a:moveTo>
                  <a:pt x="87630" y="611505"/>
                </a:moveTo>
                <a:lnTo>
                  <a:pt x="87630" y="544830"/>
                </a:lnTo>
                <a:lnTo>
                  <a:pt x="97155" y="544830"/>
                </a:lnTo>
                <a:lnTo>
                  <a:pt x="97155" y="478155"/>
                </a:lnTo>
                <a:lnTo>
                  <a:pt x="106680" y="478155"/>
                </a:lnTo>
                <a:lnTo>
                  <a:pt x="106680" y="421005"/>
                </a:lnTo>
                <a:lnTo>
                  <a:pt x="116205" y="421005"/>
                </a:lnTo>
                <a:lnTo>
                  <a:pt x="116205" y="363855"/>
                </a:lnTo>
                <a:lnTo>
                  <a:pt x="125730" y="363855"/>
                </a:lnTo>
                <a:lnTo>
                  <a:pt x="125730" y="316230"/>
                </a:lnTo>
                <a:lnTo>
                  <a:pt x="135255" y="316230"/>
                </a:lnTo>
                <a:lnTo>
                  <a:pt x="135255" y="259080"/>
                </a:lnTo>
                <a:lnTo>
                  <a:pt x="144780" y="259080"/>
                </a:lnTo>
                <a:lnTo>
                  <a:pt x="144780" y="182880"/>
                </a:lnTo>
                <a:lnTo>
                  <a:pt x="154305" y="182880"/>
                </a:lnTo>
                <a:lnTo>
                  <a:pt x="154305" y="135255"/>
                </a:lnTo>
                <a:lnTo>
                  <a:pt x="163830" y="135255"/>
                </a:lnTo>
                <a:lnTo>
                  <a:pt x="163830" y="114300"/>
                </a:lnTo>
                <a:lnTo>
                  <a:pt x="154305" y="114300"/>
                </a:lnTo>
                <a:lnTo>
                  <a:pt x="154305" y="95250"/>
                </a:lnTo>
                <a:lnTo>
                  <a:pt x="144780" y="95250"/>
                </a:lnTo>
                <a:lnTo>
                  <a:pt x="144780" y="57150"/>
                </a:lnTo>
                <a:lnTo>
                  <a:pt x="135255" y="57150"/>
                </a:lnTo>
                <a:lnTo>
                  <a:pt x="135255" y="9525"/>
                </a:lnTo>
                <a:lnTo>
                  <a:pt x="125730" y="9525"/>
                </a:lnTo>
                <a:lnTo>
                  <a:pt x="125730" y="0"/>
                </a:lnTo>
                <a:lnTo>
                  <a:pt x="104775" y="0"/>
                </a:lnTo>
                <a:lnTo>
                  <a:pt x="104775" y="66675"/>
                </a:lnTo>
                <a:lnTo>
                  <a:pt x="95250" y="66675"/>
                </a:lnTo>
                <a:lnTo>
                  <a:pt x="95250" y="114300"/>
                </a:lnTo>
                <a:lnTo>
                  <a:pt x="85725" y="114300"/>
                </a:lnTo>
                <a:lnTo>
                  <a:pt x="85725" y="161925"/>
                </a:lnTo>
                <a:lnTo>
                  <a:pt x="76200" y="161925"/>
                </a:lnTo>
                <a:lnTo>
                  <a:pt x="76200" y="209550"/>
                </a:lnTo>
                <a:lnTo>
                  <a:pt x="66675" y="209550"/>
                </a:lnTo>
                <a:lnTo>
                  <a:pt x="66675" y="266700"/>
                </a:lnTo>
                <a:lnTo>
                  <a:pt x="57150" y="266700"/>
                </a:lnTo>
                <a:lnTo>
                  <a:pt x="57150" y="323850"/>
                </a:lnTo>
                <a:lnTo>
                  <a:pt x="47625" y="323850"/>
                </a:lnTo>
                <a:lnTo>
                  <a:pt x="47625" y="371475"/>
                </a:lnTo>
                <a:lnTo>
                  <a:pt x="38100" y="371475"/>
                </a:lnTo>
                <a:lnTo>
                  <a:pt x="38100" y="438150"/>
                </a:lnTo>
                <a:lnTo>
                  <a:pt x="28575" y="438150"/>
                </a:lnTo>
                <a:lnTo>
                  <a:pt x="28575" y="485775"/>
                </a:lnTo>
                <a:lnTo>
                  <a:pt x="19050" y="485775"/>
                </a:lnTo>
                <a:lnTo>
                  <a:pt x="19050" y="533400"/>
                </a:lnTo>
                <a:lnTo>
                  <a:pt x="9525" y="533400"/>
                </a:lnTo>
                <a:lnTo>
                  <a:pt x="9525" y="581025"/>
                </a:lnTo>
                <a:lnTo>
                  <a:pt x="0" y="581025"/>
                </a:lnTo>
                <a:lnTo>
                  <a:pt x="0" y="611505"/>
                </a:lnTo>
                <a:lnTo>
                  <a:pt x="9525" y="611505"/>
                </a:lnTo>
                <a:lnTo>
                  <a:pt x="9525" y="630555"/>
                </a:lnTo>
                <a:lnTo>
                  <a:pt x="19050" y="630555"/>
                </a:lnTo>
                <a:lnTo>
                  <a:pt x="19050" y="649605"/>
                </a:lnTo>
                <a:lnTo>
                  <a:pt x="28575" y="649605"/>
                </a:lnTo>
                <a:lnTo>
                  <a:pt x="28575" y="678180"/>
                </a:lnTo>
                <a:lnTo>
                  <a:pt x="38100" y="678180"/>
                </a:lnTo>
                <a:lnTo>
                  <a:pt x="38100" y="697230"/>
                </a:lnTo>
                <a:lnTo>
                  <a:pt x="47625" y="697230"/>
                </a:lnTo>
                <a:lnTo>
                  <a:pt x="47625" y="716280"/>
                </a:lnTo>
                <a:lnTo>
                  <a:pt x="68580" y="716280"/>
                </a:lnTo>
                <a:lnTo>
                  <a:pt x="68580" y="678180"/>
                </a:lnTo>
                <a:lnTo>
                  <a:pt x="78105" y="678180"/>
                </a:lnTo>
                <a:lnTo>
                  <a:pt x="78105" y="611505"/>
                </a:lnTo>
                <a:lnTo>
                  <a:pt x="87630" y="611505"/>
                </a:lnTo>
                <a:close/>
              </a:path>
            </a:pathLst>
          </a:custGeom>
          <a:solidFill xmlns:a="http://schemas.openxmlformats.org/drawingml/2006/main">
            <a:srgbClr val="5CC474"/>
          </a:solidFill>
          <a:ln xmlns:a="http://schemas.openxmlformats.org/drawingml/2006/main" w="0">
            <a:noFill/>
          </a:ln>
        </p:spPr>
      </p:sp>
      <p:sp>
        <p:nvSpPr>
          <p:cNvPr id="124" name="Projected surface region 43">
            <a:extLst xmlns:a="http://schemas.openxmlformats.org/drawingml/2006/main">
              <a:ext uri="{FF2B5EF4-FFF2-40B4-BE49-F238E27FC236}">
                <a16:creationId xmlns:a16="http://schemas.microsoft.com/office/drawing/2014/main" id="{0278E869-9FFB-470E-BDA2-385150CF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85" y="2299335"/>
            <a:ext cx="40005" cy="100687"/>
          </a:xfrm>
          <a:custGeom xmlns:a="http://schemas.openxmlformats.org/drawingml/2006/main">
            <a:pathLst>
              <a:path w="40005" h="100687">
                <a:moveTo>
                  <a:pt x="9525" y="0"/>
                </a:moveTo>
                <a:lnTo>
                  <a:pt x="9525" y="66675"/>
                </a:lnTo>
                <a:lnTo>
                  <a:pt x="0" y="66675"/>
                </a:lnTo>
                <a:lnTo>
                  <a:pt x="0" y="100687"/>
                </a:lnTo>
                <a:lnTo>
                  <a:pt x="30480" y="85447"/>
                </a:lnTo>
                <a:lnTo>
                  <a:pt x="30480" y="59055"/>
                </a:lnTo>
                <a:lnTo>
                  <a:pt x="40005" y="59055"/>
                </a:lnTo>
                <a:lnTo>
                  <a:pt x="40005" y="38100"/>
                </a:lnTo>
                <a:lnTo>
                  <a:pt x="30480" y="38100"/>
                </a:lnTo>
                <a:lnTo>
                  <a:pt x="30480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5CC474"/>
          </a:solidFill>
          <a:ln xmlns:a="http://schemas.openxmlformats.org/drawingml/2006/main" w="0">
            <a:noFill/>
          </a:ln>
        </p:spPr>
      </p:sp>
      <p:sp>
        <p:nvSpPr>
          <p:cNvPr id="125" name="Projected surface region 44">
            <a:extLst xmlns:a="http://schemas.openxmlformats.org/drawingml/2006/main">
              <a:ext uri="{FF2B5EF4-FFF2-40B4-BE49-F238E27FC236}">
                <a16:creationId xmlns:a16="http://schemas.microsoft.com/office/drawing/2014/main" id="{9808CF0E-B347-4F83-9B98-D271D601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935" y="2108835"/>
            <a:ext cx="125730" cy="497205"/>
          </a:xfrm>
          <a:custGeom xmlns:a="http://schemas.openxmlformats.org/drawingml/2006/main">
            <a:pathLst>
              <a:path w="125730" h="497205">
                <a:moveTo>
                  <a:pt x="19050" y="47625"/>
                </a:moveTo>
                <a:lnTo>
                  <a:pt x="9525" y="47625"/>
                </a:lnTo>
                <a:lnTo>
                  <a:pt x="9525" y="66675"/>
                </a:lnTo>
                <a:lnTo>
                  <a:pt x="0" y="66675"/>
                </a:lnTo>
                <a:lnTo>
                  <a:pt x="0" y="87630"/>
                </a:lnTo>
                <a:lnTo>
                  <a:pt x="9525" y="87630"/>
                </a:lnTo>
                <a:lnTo>
                  <a:pt x="9525" y="135255"/>
                </a:lnTo>
                <a:lnTo>
                  <a:pt x="19050" y="135255"/>
                </a:lnTo>
                <a:lnTo>
                  <a:pt x="19050" y="201930"/>
                </a:lnTo>
                <a:lnTo>
                  <a:pt x="28575" y="201930"/>
                </a:lnTo>
                <a:lnTo>
                  <a:pt x="28575" y="278130"/>
                </a:lnTo>
                <a:lnTo>
                  <a:pt x="38100" y="278130"/>
                </a:lnTo>
                <a:lnTo>
                  <a:pt x="38100" y="335280"/>
                </a:lnTo>
                <a:lnTo>
                  <a:pt x="47625" y="335280"/>
                </a:lnTo>
                <a:lnTo>
                  <a:pt x="47625" y="392430"/>
                </a:lnTo>
                <a:lnTo>
                  <a:pt x="57150" y="392430"/>
                </a:lnTo>
                <a:lnTo>
                  <a:pt x="57150" y="440055"/>
                </a:lnTo>
                <a:lnTo>
                  <a:pt x="66675" y="440055"/>
                </a:lnTo>
                <a:lnTo>
                  <a:pt x="66675" y="497205"/>
                </a:lnTo>
                <a:lnTo>
                  <a:pt x="87630" y="497205"/>
                </a:lnTo>
                <a:lnTo>
                  <a:pt x="87630" y="459105"/>
                </a:lnTo>
                <a:lnTo>
                  <a:pt x="97155" y="459105"/>
                </a:lnTo>
                <a:lnTo>
                  <a:pt x="97155" y="421005"/>
                </a:lnTo>
                <a:lnTo>
                  <a:pt x="106680" y="421005"/>
                </a:lnTo>
                <a:lnTo>
                  <a:pt x="106680" y="363855"/>
                </a:lnTo>
                <a:lnTo>
                  <a:pt x="116205" y="363855"/>
                </a:lnTo>
                <a:lnTo>
                  <a:pt x="116205" y="335280"/>
                </a:lnTo>
                <a:lnTo>
                  <a:pt x="125730" y="335280"/>
                </a:lnTo>
                <a:lnTo>
                  <a:pt x="125730" y="314325"/>
                </a:lnTo>
                <a:lnTo>
                  <a:pt x="106680" y="314325"/>
                </a:lnTo>
                <a:lnTo>
                  <a:pt x="106680" y="266700"/>
                </a:lnTo>
                <a:lnTo>
                  <a:pt x="97155" y="266700"/>
                </a:lnTo>
                <a:lnTo>
                  <a:pt x="97155" y="228600"/>
                </a:lnTo>
                <a:lnTo>
                  <a:pt x="87630" y="228600"/>
                </a:lnTo>
                <a:lnTo>
                  <a:pt x="87630" y="180975"/>
                </a:lnTo>
                <a:lnTo>
                  <a:pt x="78105" y="180975"/>
                </a:lnTo>
                <a:lnTo>
                  <a:pt x="78105" y="133350"/>
                </a:lnTo>
                <a:lnTo>
                  <a:pt x="68580" y="133350"/>
                </a:lnTo>
                <a:lnTo>
                  <a:pt x="68580" y="85725"/>
                </a:lnTo>
                <a:lnTo>
                  <a:pt x="59055" y="85725"/>
                </a:lnTo>
                <a:lnTo>
                  <a:pt x="59055" y="38100"/>
                </a:lnTo>
                <a:lnTo>
                  <a:pt x="49530" y="38100"/>
                </a:lnTo>
                <a:lnTo>
                  <a:pt x="49530" y="0"/>
                </a:lnTo>
                <a:lnTo>
                  <a:pt x="19050" y="0"/>
                </a:lnTo>
                <a:lnTo>
                  <a:pt x="19050" y="47625"/>
                </a:lnTo>
                <a:close/>
              </a:path>
            </a:pathLst>
          </a:custGeom>
          <a:solidFill xmlns:a="http://schemas.openxmlformats.org/drawingml/2006/main">
            <a:srgbClr val="5CC474"/>
          </a:solidFill>
          <a:ln xmlns:a="http://schemas.openxmlformats.org/drawingml/2006/main" w="0">
            <a:noFill/>
          </a:ln>
        </p:spPr>
      </p:sp>
      <p:sp>
        <p:nvSpPr>
          <p:cNvPr id="126" name="Projected surface region 45">
            <a:extLst xmlns:a="http://schemas.openxmlformats.org/drawingml/2006/main">
              <a:ext uri="{FF2B5EF4-FFF2-40B4-BE49-F238E27FC236}">
                <a16:creationId xmlns:a16="http://schemas.microsoft.com/office/drawing/2014/main" id="{9412246A-6009-4C0C-A4CD-BCE4F5F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910" y="2057678"/>
            <a:ext cx="459105" cy="589994"/>
          </a:xfrm>
          <a:custGeom xmlns:a="http://schemas.openxmlformats.org/drawingml/2006/main">
            <a:pathLst>
              <a:path w="459105" h="589994">
                <a:moveTo>
                  <a:pt x="59055" y="348337"/>
                </a:moveTo>
                <a:lnTo>
                  <a:pt x="59055" y="319762"/>
                </a:lnTo>
                <a:lnTo>
                  <a:pt x="68580" y="319762"/>
                </a:lnTo>
                <a:lnTo>
                  <a:pt x="68580" y="300712"/>
                </a:lnTo>
                <a:lnTo>
                  <a:pt x="78105" y="300712"/>
                </a:lnTo>
                <a:lnTo>
                  <a:pt x="78105" y="281662"/>
                </a:lnTo>
                <a:lnTo>
                  <a:pt x="87630" y="281662"/>
                </a:lnTo>
                <a:lnTo>
                  <a:pt x="87630" y="262612"/>
                </a:lnTo>
                <a:lnTo>
                  <a:pt x="97155" y="262612"/>
                </a:lnTo>
                <a:lnTo>
                  <a:pt x="97155" y="253087"/>
                </a:lnTo>
                <a:lnTo>
                  <a:pt x="106680" y="253087"/>
                </a:lnTo>
                <a:lnTo>
                  <a:pt x="106680" y="243562"/>
                </a:lnTo>
                <a:lnTo>
                  <a:pt x="116205" y="243562"/>
                </a:lnTo>
                <a:lnTo>
                  <a:pt x="116205" y="231854"/>
                </a:lnTo>
                <a:lnTo>
                  <a:pt x="135255" y="222329"/>
                </a:lnTo>
                <a:lnTo>
                  <a:pt x="135255" y="205462"/>
                </a:lnTo>
                <a:lnTo>
                  <a:pt x="144780" y="205462"/>
                </a:lnTo>
                <a:lnTo>
                  <a:pt x="144780" y="195937"/>
                </a:lnTo>
                <a:lnTo>
                  <a:pt x="152400" y="195937"/>
                </a:lnTo>
                <a:lnTo>
                  <a:pt x="152400" y="234037"/>
                </a:lnTo>
                <a:lnTo>
                  <a:pt x="161925" y="234037"/>
                </a:lnTo>
                <a:lnTo>
                  <a:pt x="161925" y="281662"/>
                </a:lnTo>
                <a:lnTo>
                  <a:pt x="171450" y="281662"/>
                </a:lnTo>
                <a:lnTo>
                  <a:pt x="171450" y="338812"/>
                </a:lnTo>
                <a:lnTo>
                  <a:pt x="180975" y="338812"/>
                </a:lnTo>
                <a:lnTo>
                  <a:pt x="180975" y="367387"/>
                </a:lnTo>
                <a:lnTo>
                  <a:pt x="190500" y="367387"/>
                </a:lnTo>
                <a:lnTo>
                  <a:pt x="190500" y="415012"/>
                </a:lnTo>
                <a:lnTo>
                  <a:pt x="200025" y="415012"/>
                </a:lnTo>
                <a:lnTo>
                  <a:pt x="200025" y="453112"/>
                </a:lnTo>
                <a:lnTo>
                  <a:pt x="209550" y="453112"/>
                </a:lnTo>
                <a:lnTo>
                  <a:pt x="209550" y="491212"/>
                </a:lnTo>
                <a:lnTo>
                  <a:pt x="219075" y="491212"/>
                </a:lnTo>
                <a:lnTo>
                  <a:pt x="219075" y="538837"/>
                </a:lnTo>
                <a:lnTo>
                  <a:pt x="228600" y="538837"/>
                </a:lnTo>
                <a:lnTo>
                  <a:pt x="228600" y="576937"/>
                </a:lnTo>
                <a:lnTo>
                  <a:pt x="238125" y="576937"/>
                </a:lnTo>
                <a:lnTo>
                  <a:pt x="238125" y="589994"/>
                </a:lnTo>
                <a:lnTo>
                  <a:pt x="268605" y="574754"/>
                </a:lnTo>
                <a:lnTo>
                  <a:pt x="268605" y="557887"/>
                </a:lnTo>
                <a:lnTo>
                  <a:pt x="278130" y="557887"/>
                </a:lnTo>
                <a:lnTo>
                  <a:pt x="278130" y="538837"/>
                </a:lnTo>
                <a:lnTo>
                  <a:pt x="287655" y="538837"/>
                </a:lnTo>
                <a:lnTo>
                  <a:pt x="287655" y="519787"/>
                </a:lnTo>
                <a:lnTo>
                  <a:pt x="297180" y="519787"/>
                </a:lnTo>
                <a:lnTo>
                  <a:pt x="297180" y="510262"/>
                </a:lnTo>
                <a:lnTo>
                  <a:pt x="306705" y="510262"/>
                </a:lnTo>
                <a:lnTo>
                  <a:pt x="306705" y="500737"/>
                </a:lnTo>
                <a:lnTo>
                  <a:pt x="316230" y="500737"/>
                </a:lnTo>
                <a:lnTo>
                  <a:pt x="316230" y="491212"/>
                </a:lnTo>
                <a:lnTo>
                  <a:pt x="325755" y="491212"/>
                </a:lnTo>
                <a:lnTo>
                  <a:pt x="325755" y="481687"/>
                </a:lnTo>
                <a:lnTo>
                  <a:pt x="335280" y="481687"/>
                </a:lnTo>
                <a:lnTo>
                  <a:pt x="335280" y="472162"/>
                </a:lnTo>
                <a:lnTo>
                  <a:pt x="344805" y="472162"/>
                </a:lnTo>
                <a:lnTo>
                  <a:pt x="344805" y="462637"/>
                </a:lnTo>
                <a:lnTo>
                  <a:pt x="352147" y="462637"/>
                </a:lnTo>
                <a:lnTo>
                  <a:pt x="361672" y="443587"/>
                </a:lnTo>
                <a:lnTo>
                  <a:pt x="382905" y="443587"/>
                </a:lnTo>
                <a:lnTo>
                  <a:pt x="382905" y="434062"/>
                </a:lnTo>
                <a:lnTo>
                  <a:pt x="401955" y="434062"/>
                </a:lnTo>
                <a:lnTo>
                  <a:pt x="401955" y="424537"/>
                </a:lnTo>
                <a:lnTo>
                  <a:pt x="419100" y="424537"/>
                </a:lnTo>
                <a:lnTo>
                  <a:pt x="419100" y="434062"/>
                </a:lnTo>
                <a:lnTo>
                  <a:pt x="459105" y="434062"/>
                </a:lnTo>
                <a:lnTo>
                  <a:pt x="459105" y="413107"/>
                </a:lnTo>
                <a:lnTo>
                  <a:pt x="449580" y="413107"/>
                </a:lnTo>
                <a:lnTo>
                  <a:pt x="449580" y="394057"/>
                </a:lnTo>
                <a:lnTo>
                  <a:pt x="440055" y="394057"/>
                </a:lnTo>
                <a:lnTo>
                  <a:pt x="440055" y="375007"/>
                </a:lnTo>
                <a:lnTo>
                  <a:pt x="430530" y="375007"/>
                </a:lnTo>
                <a:lnTo>
                  <a:pt x="430530" y="355957"/>
                </a:lnTo>
                <a:lnTo>
                  <a:pt x="421005" y="355957"/>
                </a:lnTo>
                <a:lnTo>
                  <a:pt x="421005" y="346432"/>
                </a:lnTo>
                <a:lnTo>
                  <a:pt x="411480" y="346432"/>
                </a:lnTo>
                <a:lnTo>
                  <a:pt x="411480" y="329565"/>
                </a:lnTo>
                <a:lnTo>
                  <a:pt x="392430" y="320040"/>
                </a:lnTo>
                <a:lnTo>
                  <a:pt x="392430" y="298807"/>
                </a:lnTo>
                <a:lnTo>
                  <a:pt x="382905" y="298807"/>
                </a:lnTo>
                <a:lnTo>
                  <a:pt x="382905" y="291465"/>
                </a:lnTo>
                <a:lnTo>
                  <a:pt x="363855" y="281940"/>
                </a:lnTo>
                <a:lnTo>
                  <a:pt x="363855" y="260707"/>
                </a:lnTo>
                <a:lnTo>
                  <a:pt x="354330" y="260707"/>
                </a:lnTo>
                <a:lnTo>
                  <a:pt x="354330" y="253365"/>
                </a:lnTo>
                <a:lnTo>
                  <a:pt x="335280" y="243840"/>
                </a:lnTo>
                <a:lnTo>
                  <a:pt x="335280" y="222607"/>
                </a:lnTo>
                <a:lnTo>
                  <a:pt x="325755" y="222607"/>
                </a:lnTo>
                <a:lnTo>
                  <a:pt x="325755" y="213082"/>
                </a:lnTo>
                <a:lnTo>
                  <a:pt x="316230" y="213082"/>
                </a:lnTo>
                <a:lnTo>
                  <a:pt x="316230" y="203557"/>
                </a:lnTo>
                <a:lnTo>
                  <a:pt x="306705" y="203557"/>
                </a:lnTo>
                <a:lnTo>
                  <a:pt x="306705" y="194032"/>
                </a:lnTo>
                <a:lnTo>
                  <a:pt x="294997" y="194032"/>
                </a:lnTo>
                <a:lnTo>
                  <a:pt x="285472" y="174982"/>
                </a:lnTo>
                <a:lnTo>
                  <a:pt x="259080" y="174982"/>
                </a:lnTo>
                <a:lnTo>
                  <a:pt x="259080" y="165457"/>
                </a:lnTo>
                <a:lnTo>
                  <a:pt x="230505" y="165457"/>
                </a:lnTo>
                <a:lnTo>
                  <a:pt x="230505" y="155932"/>
                </a:lnTo>
                <a:lnTo>
                  <a:pt x="190500" y="155932"/>
                </a:lnTo>
                <a:lnTo>
                  <a:pt x="190500" y="165457"/>
                </a:lnTo>
                <a:lnTo>
                  <a:pt x="161925" y="165457"/>
                </a:lnTo>
                <a:lnTo>
                  <a:pt x="161925" y="171450"/>
                </a:lnTo>
                <a:lnTo>
                  <a:pt x="154305" y="167640"/>
                </a:lnTo>
                <a:lnTo>
                  <a:pt x="154305" y="127357"/>
                </a:lnTo>
                <a:lnTo>
                  <a:pt x="144780" y="127357"/>
                </a:lnTo>
                <a:lnTo>
                  <a:pt x="144780" y="89257"/>
                </a:lnTo>
                <a:lnTo>
                  <a:pt x="135255" y="89257"/>
                </a:lnTo>
                <a:lnTo>
                  <a:pt x="135255" y="41632"/>
                </a:lnTo>
                <a:lnTo>
                  <a:pt x="125730" y="41632"/>
                </a:lnTo>
                <a:lnTo>
                  <a:pt x="125730" y="0"/>
                </a:lnTo>
                <a:lnTo>
                  <a:pt x="57150" y="34290"/>
                </a:lnTo>
                <a:lnTo>
                  <a:pt x="57150" y="51157"/>
                </a:lnTo>
                <a:lnTo>
                  <a:pt x="47625" y="51157"/>
                </a:lnTo>
                <a:lnTo>
                  <a:pt x="47625" y="72390"/>
                </a:lnTo>
                <a:lnTo>
                  <a:pt x="28575" y="81915"/>
                </a:lnTo>
                <a:lnTo>
                  <a:pt x="28575" y="98782"/>
                </a:lnTo>
                <a:lnTo>
                  <a:pt x="19050" y="98782"/>
                </a:lnTo>
                <a:lnTo>
                  <a:pt x="19050" y="127357"/>
                </a:lnTo>
                <a:lnTo>
                  <a:pt x="9525" y="127357"/>
                </a:lnTo>
                <a:lnTo>
                  <a:pt x="9525" y="146407"/>
                </a:lnTo>
                <a:lnTo>
                  <a:pt x="0" y="146407"/>
                </a:lnTo>
                <a:lnTo>
                  <a:pt x="0" y="167362"/>
                </a:lnTo>
                <a:lnTo>
                  <a:pt x="9525" y="167362"/>
                </a:lnTo>
                <a:lnTo>
                  <a:pt x="9525" y="234037"/>
                </a:lnTo>
                <a:lnTo>
                  <a:pt x="19050" y="234037"/>
                </a:lnTo>
                <a:lnTo>
                  <a:pt x="19050" y="291187"/>
                </a:lnTo>
                <a:lnTo>
                  <a:pt x="28575" y="291187"/>
                </a:lnTo>
                <a:lnTo>
                  <a:pt x="28575" y="348337"/>
                </a:lnTo>
                <a:lnTo>
                  <a:pt x="59055" y="348337"/>
                </a:lnTo>
                <a:close/>
              </a:path>
            </a:pathLst>
          </a:custGeom>
          <a:solidFill xmlns:a="http://schemas.openxmlformats.org/drawingml/2006/main">
            <a:srgbClr val="3DB487"/>
          </a:solidFill>
          <a:ln xmlns:a="http://schemas.openxmlformats.org/drawingml/2006/main" w="0">
            <a:noFill/>
          </a:ln>
        </p:spPr>
      </p:sp>
      <p:sp>
        <p:nvSpPr>
          <p:cNvPr id="127" name="Projected surface region 46">
            <a:extLst xmlns:a="http://schemas.openxmlformats.org/drawingml/2006/main">
              <a:ext uri="{FF2B5EF4-FFF2-40B4-BE49-F238E27FC236}">
                <a16:creationId xmlns:a16="http://schemas.microsoft.com/office/drawing/2014/main" id="{74BB6FC9-5509-40D5-A689-ECF3D55A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385" y="3032760"/>
            <a:ext cx="163830" cy="329287"/>
          </a:xfrm>
          <a:custGeom xmlns:a="http://schemas.openxmlformats.org/drawingml/2006/main">
            <a:pathLst>
              <a:path w="163830" h="329287">
                <a:moveTo>
                  <a:pt x="9525" y="40005"/>
                </a:moveTo>
                <a:lnTo>
                  <a:pt x="9525" y="78105"/>
                </a:lnTo>
                <a:lnTo>
                  <a:pt x="19050" y="78105"/>
                </a:lnTo>
                <a:lnTo>
                  <a:pt x="19050" y="116205"/>
                </a:lnTo>
                <a:lnTo>
                  <a:pt x="28575" y="116205"/>
                </a:lnTo>
                <a:lnTo>
                  <a:pt x="28575" y="154305"/>
                </a:lnTo>
                <a:lnTo>
                  <a:pt x="38100" y="154305"/>
                </a:lnTo>
                <a:lnTo>
                  <a:pt x="38100" y="171450"/>
                </a:lnTo>
                <a:lnTo>
                  <a:pt x="28575" y="171450"/>
                </a:lnTo>
                <a:lnTo>
                  <a:pt x="28575" y="192405"/>
                </a:lnTo>
                <a:lnTo>
                  <a:pt x="38100" y="192405"/>
                </a:lnTo>
                <a:lnTo>
                  <a:pt x="38100" y="211455"/>
                </a:lnTo>
                <a:lnTo>
                  <a:pt x="47625" y="211455"/>
                </a:lnTo>
                <a:lnTo>
                  <a:pt x="47625" y="218797"/>
                </a:lnTo>
                <a:lnTo>
                  <a:pt x="66675" y="228322"/>
                </a:lnTo>
                <a:lnTo>
                  <a:pt x="66675" y="249555"/>
                </a:lnTo>
                <a:lnTo>
                  <a:pt x="76200" y="249555"/>
                </a:lnTo>
                <a:lnTo>
                  <a:pt x="76200" y="256897"/>
                </a:lnTo>
                <a:lnTo>
                  <a:pt x="95250" y="266422"/>
                </a:lnTo>
                <a:lnTo>
                  <a:pt x="95250" y="287655"/>
                </a:lnTo>
                <a:lnTo>
                  <a:pt x="104775" y="287655"/>
                </a:lnTo>
                <a:lnTo>
                  <a:pt x="104775" y="297180"/>
                </a:lnTo>
                <a:lnTo>
                  <a:pt x="123825" y="297180"/>
                </a:lnTo>
                <a:lnTo>
                  <a:pt x="123825" y="306705"/>
                </a:lnTo>
                <a:lnTo>
                  <a:pt x="133350" y="306705"/>
                </a:lnTo>
                <a:lnTo>
                  <a:pt x="133350" y="314047"/>
                </a:lnTo>
                <a:lnTo>
                  <a:pt x="163830" y="329287"/>
                </a:lnTo>
                <a:lnTo>
                  <a:pt x="163830" y="295275"/>
                </a:lnTo>
                <a:lnTo>
                  <a:pt x="154305" y="295275"/>
                </a:lnTo>
                <a:lnTo>
                  <a:pt x="154305" y="276225"/>
                </a:lnTo>
                <a:lnTo>
                  <a:pt x="144780" y="276225"/>
                </a:lnTo>
                <a:lnTo>
                  <a:pt x="144780" y="257175"/>
                </a:lnTo>
                <a:lnTo>
                  <a:pt x="135255" y="257175"/>
                </a:lnTo>
                <a:lnTo>
                  <a:pt x="135255" y="240308"/>
                </a:lnTo>
                <a:lnTo>
                  <a:pt x="116205" y="230783"/>
                </a:lnTo>
                <a:lnTo>
                  <a:pt x="116205" y="200025"/>
                </a:lnTo>
                <a:lnTo>
                  <a:pt x="106680" y="200025"/>
                </a:lnTo>
                <a:lnTo>
                  <a:pt x="106680" y="180975"/>
                </a:lnTo>
                <a:lnTo>
                  <a:pt x="97155" y="180975"/>
                </a:lnTo>
                <a:lnTo>
                  <a:pt x="97155" y="161925"/>
                </a:lnTo>
                <a:lnTo>
                  <a:pt x="87630" y="161925"/>
                </a:lnTo>
                <a:lnTo>
                  <a:pt x="87630" y="133350"/>
                </a:lnTo>
                <a:lnTo>
                  <a:pt x="78105" y="133350"/>
                </a:lnTo>
                <a:lnTo>
                  <a:pt x="78105" y="114300"/>
                </a:lnTo>
                <a:lnTo>
                  <a:pt x="68580" y="114300"/>
                </a:lnTo>
                <a:lnTo>
                  <a:pt x="68580" y="95250"/>
                </a:lnTo>
                <a:lnTo>
                  <a:pt x="59055" y="95250"/>
                </a:lnTo>
                <a:lnTo>
                  <a:pt x="59055" y="76200"/>
                </a:lnTo>
                <a:lnTo>
                  <a:pt x="49530" y="76200"/>
                </a:lnTo>
                <a:lnTo>
                  <a:pt x="49530" y="57150"/>
                </a:lnTo>
                <a:lnTo>
                  <a:pt x="40005" y="57150"/>
                </a:lnTo>
                <a:lnTo>
                  <a:pt x="40005" y="38100"/>
                </a:lnTo>
                <a:lnTo>
                  <a:pt x="30480" y="38100"/>
                </a:lnTo>
                <a:lnTo>
                  <a:pt x="30480" y="19050"/>
                </a:lnTo>
                <a:lnTo>
                  <a:pt x="20955" y="19050"/>
                </a:lnTo>
                <a:lnTo>
                  <a:pt x="20955" y="0"/>
                </a:lnTo>
                <a:lnTo>
                  <a:pt x="0" y="0"/>
                </a:lnTo>
                <a:lnTo>
                  <a:pt x="0" y="40005"/>
                </a:lnTo>
                <a:lnTo>
                  <a:pt x="9525" y="40005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28" name="Projected surface region 47">
            <a:extLst xmlns:a="http://schemas.openxmlformats.org/drawingml/2006/main">
              <a:ext uri="{FF2B5EF4-FFF2-40B4-BE49-F238E27FC236}">
                <a16:creationId xmlns:a16="http://schemas.microsoft.com/office/drawing/2014/main" id="{F317BA27-8A61-4B3C-9065-0777504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436" y="3166110"/>
            <a:ext cx="50804" cy="68580"/>
          </a:xfrm>
          <a:custGeom xmlns:a="http://schemas.openxmlformats.org/drawingml/2006/main">
            <a:pathLst>
              <a:path w="50804" h="68580">
                <a:moveTo>
                  <a:pt x="0" y="31395"/>
                </a:moveTo>
                <a:lnTo>
                  <a:pt x="12395" y="68580"/>
                </a:lnTo>
                <a:lnTo>
                  <a:pt x="31754" y="68580"/>
                </a:lnTo>
                <a:lnTo>
                  <a:pt x="31754" y="49530"/>
                </a:lnTo>
                <a:lnTo>
                  <a:pt x="41279" y="49530"/>
                </a:lnTo>
                <a:lnTo>
                  <a:pt x="41279" y="30480"/>
                </a:lnTo>
                <a:lnTo>
                  <a:pt x="50804" y="30480"/>
                </a:lnTo>
                <a:lnTo>
                  <a:pt x="50804" y="0"/>
                </a:lnTo>
                <a:lnTo>
                  <a:pt x="29849" y="0"/>
                </a:lnTo>
                <a:lnTo>
                  <a:pt x="29849" y="9525"/>
                </a:lnTo>
                <a:lnTo>
                  <a:pt x="20324" y="9525"/>
                </a:lnTo>
                <a:lnTo>
                  <a:pt x="20324" y="21233"/>
                </a:lnTo>
                <a:lnTo>
                  <a:pt x="0" y="31395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29" name="Projected surface region 48">
            <a:extLst xmlns:a="http://schemas.openxmlformats.org/drawingml/2006/main">
              <a:ext uri="{FF2B5EF4-FFF2-40B4-BE49-F238E27FC236}">
                <a16:creationId xmlns:a16="http://schemas.microsoft.com/office/drawing/2014/main" id="{84A85805-2022-4055-A476-36F76D3D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478" y="3042285"/>
            <a:ext cx="176887" cy="144780"/>
          </a:xfrm>
          <a:custGeom xmlns:a="http://schemas.openxmlformats.org/drawingml/2006/main">
            <a:pathLst>
              <a:path w="176887" h="144780">
                <a:moveTo>
                  <a:pt x="60682" y="19050"/>
                </a:moveTo>
                <a:lnTo>
                  <a:pt x="60682" y="38100"/>
                </a:lnTo>
                <a:lnTo>
                  <a:pt x="51157" y="38100"/>
                </a:lnTo>
                <a:lnTo>
                  <a:pt x="51157" y="47625"/>
                </a:lnTo>
                <a:lnTo>
                  <a:pt x="41632" y="47625"/>
                </a:lnTo>
                <a:lnTo>
                  <a:pt x="41632" y="57150"/>
                </a:lnTo>
                <a:lnTo>
                  <a:pt x="32107" y="57150"/>
                </a:lnTo>
                <a:lnTo>
                  <a:pt x="32107" y="66675"/>
                </a:lnTo>
                <a:lnTo>
                  <a:pt x="22582" y="66675"/>
                </a:lnTo>
                <a:lnTo>
                  <a:pt x="22582" y="76200"/>
                </a:lnTo>
                <a:lnTo>
                  <a:pt x="15240" y="76200"/>
                </a:lnTo>
                <a:lnTo>
                  <a:pt x="0" y="106680"/>
                </a:lnTo>
                <a:lnTo>
                  <a:pt x="13057" y="106680"/>
                </a:lnTo>
                <a:lnTo>
                  <a:pt x="13057" y="116205"/>
                </a:lnTo>
                <a:lnTo>
                  <a:pt x="51157" y="116205"/>
                </a:lnTo>
                <a:lnTo>
                  <a:pt x="51157" y="125730"/>
                </a:lnTo>
                <a:lnTo>
                  <a:pt x="72390" y="125730"/>
                </a:lnTo>
                <a:lnTo>
                  <a:pt x="81915" y="144780"/>
                </a:lnTo>
                <a:lnTo>
                  <a:pt x="110212" y="144780"/>
                </a:lnTo>
                <a:lnTo>
                  <a:pt x="110212" y="125730"/>
                </a:lnTo>
                <a:lnTo>
                  <a:pt x="119737" y="125730"/>
                </a:lnTo>
                <a:lnTo>
                  <a:pt x="119737" y="106680"/>
                </a:lnTo>
                <a:lnTo>
                  <a:pt x="129262" y="106680"/>
                </a:lnTo>
                <a:lnTo>
                  <a:pt x="129262" y="78105"/>
                </a:lnTo>
                <a:lnTo>
                  <a:pt x="138787" y="78105"/>
                </a:lnTo>
                <a:lnTo>
                  <a:pt x="138787" y="59055"/>
                </a:lnTo>
                <a:lnTo>
                  <a:pt x="148312" y="59055"/>
                </a:lnTo>
                <a:lnTo>
                  <a:pt x="148312" y="40005"/>
                </a:lnTo>
                <a:lnTo>
                  <a:pt x="157837" y="40005"/>
                </a:lnTo>
                <a:lnTo>
                  <a:pt x="157837" y="30480"/>
                </a:lnTo>
                <a:lnTo>
                  <a:pt x="176887" y="30480"/>
                </a:lnTo>
                <a:lnTo>
                  <a:pt x="176887" y="9525"/>
                </a:lnTo>
                <a:lnTo>
                  <a:pt x="157837" y="9525"/>
                </a:lnTo>
                <a:lnTo>
                  <a:pt x="157837" y="0"/>
                </a:lnTo>
                <a:lnTo>
                  <a:pt x="108307" y="0"/>
                </a:lnTo>
                <a:lnTo>
                  <a:pt x="108307" y="9525"/>
                </a:lnTo>
                <a:lnTo>
                  <a:pt x="70207" y="9525"/>
                </a:lnTo>
                <a:lnTo>
                  <a:pt x="70207" y="19050"/>
                </a:lnTo>
                <a:lnTo>
                  <a:pt x="60682" y="1905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0" name="Projected surface region 49">
            <a:extLst xmlns:a="http://schemas.openxmlformats.org/drawingml/2006/main">
              <a:ext uri="{FF2B5EF4-FFF2-40B4-BE49-F238E27FC236}">
                <a16:creationId xmlns:a16="http://schemas.microsoft.com/office/drawing/2014/main" id="{4D8062DC-1A25-42E8-9E30-B17EFDED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335" y="3070860"/>
            <a:ext cx="40005" cy="91162"/>
          </a:xfrm>
          <a:custGeom xmlns:a="http://schemas.openxmlformats.org/drawingml/2006/main">
            <a:pathLst>
              <a:path w="40005" h="91162">
                <a:moveTo>
                  <a:pt x="9525" y="19050"/>
                </a:moveTo>
                <a:lnTo>
                  <a:pt x="9525" y="47625"/>
                </a:lnTo>
                <a:lnTo>
                  <a:pt x="0" y="47625"/>
                </a:lnTo>
                <a:lnTo>
                  <a:pt x="0" y="75922"/>
                </a:lnTo>
                <a:lnTo>
                  <a:pt x="30480" y="91162"/>
                </a:lnTo>
                <a:lnTo>
                  <a:pt x="30480" y="49530"/>
                </a:lnTo>
                <a:lnTo>
                  <a:pt x="40005" y="49530"/>
                </a:lnTo>
                <a:lnTo>
                  <a:pt x="40005" y="0"/>
                </a:lnTo>
                <a:lnTo>
                  <a:pt x="19050" y="0"/>
                </a:lnTo>
                <a:lnTo>
                  <a:pt x="19050" y="19050"/>
                </a:lnTo>
                <a:lnTo>
                  <a:pt x="9525" y="1905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1" name="Projected surface region 50">
            <a:extLst xmlns:a="http://schemas.openxmlformats.org/drawingml/2006/main">
              <a:ext uri="{FF2B5EF4-FFF2-40B4-BE49-F238E27FC236}">
                <a16:creationId xmlns:a16="http://schemas.microsoft.com/office/drawing/2014/main" id="{377302DD-865A-48D1-9DCA-4D2D1F86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760" y="3200678"/>
            <a:ext cx="49530" cy="100687"/>
          </a:xfrm>
          <a:custGeom xmlns:a="http://schemas.openxmlformats.org/drawingml/2006/main">
            <a:pathLst>
              <a:path w="49530" h="100687">
                <a:moveTo>
                  <a:pt x="19050" y="0"/>
                </a:moveTo>
                <a:lnTo>
                  <a:pt x="19050" y="32107"/>
                </a:lnTo>
                <a:lnTo>
                  <a:pt x="9525" y="32107"/>
                </a:lnTo>
                <a:lnTo>
                  <a:pt x="9525" y="60682"/>
                </a:lnTo>
                <a:lnTo>
                  <a:pt x="0" y="60682"/>
                </a:lnTo>
                <a:lnTo>
                  <a:pt x="0" y="100687"/>
                </a:lnTo>
                <a:lnTo>
                  <a:pt x="20955" y="100687"/>
                </a:lnTo>
                <a:lnTo>
                  <a:pt x="20955" y="81637"/>
                </a:lnTo>
                <a:lnTo>
                  <a:pt x="30480" y="81637"/>
                </a:lnTo>
                <a:lnTo>
                  <a:pt x="30480" y="62587"/>
                </a:lnTo>
                <a:lnTo>
                  <a:pt x="40005" y="62587"/>
                </a:lnTo>
                <a:lnTo>
                  <a:pt x="40005" y="34012"/>
                </a:lnTo>
                <a:lnTo>
                  <a:pt x="49530" y="34012"/>
                </a:lnTo>
                <a:lnTo>
                  <a:pt x="49530" y="1524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2" name="Projected surface region 51">
            <a:extLst xmlns:a="http://schemas.openxmlformats.org/drawingml/2006/main">
              <a:ext uri="{FF2B5EF4-FFF2-40B4-BE49-F238E27FC236}">
                <a16:creationId xmlns:a16="http://schemas.microsoft.com/office/drawing/2014/main" id="{E76B6629-8AD9-4528-ABDA-88BFCD39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2861310"/>
            <a:ext cx="20955" cy="154305"/>
          </a:xfrm>
          <a:custGeom xmlns:a="http://schemas.openxmlformats.org/drawingml/2006/main">
            <a:pathLst>
              <a:path w="20955" h="154305">
                <a:moveTo>
                  <a:pt x="0" y="0"/>
                </a:moveTo>
                <a:lnTo>
                  <a:pt x="0" y="154305"/>
                </a:lnTo>
                <a:lnTo>
                  <a:pt x="20955" y="154305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3" name="Projected surface region 52">
            <a:extLst xmlns:a="http://schemas.openxmlformats.org/drawingml/2006/main">
              <a:ext uri="{FF2B5EF4-FFF2-40B4-BE49-F238E27FC236}">
                <a16:creationId xmlns:a16="http://schemas.microsoft.com/office/drawing/2014/main" id="{4227A21E-9C4A-4A9C-B8CB-A7C9EA1F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910" y="3013710"/>
            <a:ext cx="68580" cy="192405"/>
          </a:xfrm>
          <a:custGeom xmlns:a="http://schemas.openxmlformats.org/drawingml/2006/main">
            <a:pathLst>
              <a:path w="68580" h="192405">
                <a:moveTo>
                  <a:pt x="0" y="0"/>
                </a:moveTo>
                <a:lnTo>
                  <a:pt x="0" y="20955"/>
                </a:lnTo>
                <a:lnTo>
                  <a:pt x="47625" y="20955"/>
                </a:lnTo>
                <a:lnTo>
                  <a:pt x="47625" y="192405"/>
                </a:lnTo>
                <a:lnTo>
                  <a:pt x="68580" y="192405"/>
                </a:lnTo>
                <a:lnTo>
                  <a:pt x="6858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4" name="Projected surface region 53">
            <a:extLst xmlns:a="http://schemas.openxmlformats.org/drawingml/2006/main">
              <a:ext uri="{FF2B5EF4-FFF2-40B4-BE49-F238E27FC236}">
                <a16:creationId xmlns:a16="http://schemas.microsoft.com/office/drawing/2014/main" id="{41B74458-7B6D-42F0-BE2F-FFE7045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660" y="3023235"/>
            <a:ext cx="154305" cy="259080"/>
          </a:xfrm>
          <a:custGeom xmlns:a="http://schemas.openxmlformats.org/drawingml/2006/main">
            <a:pathLst>
              <a:path w="154305" h="259080">
                <a:moveTo>
                  <a:pt x="47625" y="0"/>
                </a:moveTo>
                <a:lnTo>
                  <a:pt x="47625" y="19050"/>
                </a:lnTo>
                <a:lnTo>
                  <a:pt x="38100" y="19050"/>
                </a:lnTo>
                <a:lnTo>
                  <a:pt x="38100" y="57150"/>
                </a:lnTo>
                <a:lnTo>
                  <a:pt x="28575" y="57150"/>
                </a:lnTo>
                <a:lnTo>
                  <a:pt x="28575" y="114300"/>
                </a:lnTo>
                <a:lnTo>
                  <a:pt x="19050" y="114300"/>
                </a:lnTo>
                <a:lnTo>
                  <a:pt x="19050" y="142875"/>
                </a:lnTo>
                <a:lnTo>
                  <a:pt x="0" y="142875"/>
                </a:lnTo>
                <a:lnTo>
                  <a:pt x="0" y="163830"/>
                </a:lnTo>
                <a:lnTo>
                  <a:pt x="9525" y="163830"/>
                </a:lnTo>
                <a:lnTo>
                  <a:pt x="9525" y="171172"/>
                </a:lnTo>
                <a:lnTo>
                  <a:pt x="28575" y="180697"/>
                </a:lnTo>
                <a:lnTo>
                  <a:pt x="28575" y="201930"/>
                </a:lnTo>
                <a:lnTo>
                  <a:pt x="38100" y="201930"/>
                </a:lnTo>
                <a:lnTo>
                  <a:pt x="38100" y="220980"/>
                </a:lnTo>
                <a:lnTo>
                  <a:pt x="47625" y="220980"/>
                </a:lnTo>
                <a:lnTo>
                  <a:pt x="47625" y="240030"/>
                </a:lnTo>
                <a:lnTo>
                  <a:pt x="57150" y="240030"/>
                </a:lnTo>
                <a:lnTo>
                  <a:pt x="57150" y="259080"/>
                </a:lnTo>
                <a:lnTo>
                  <a:pt x="94972" y="259080"/>
                </a:lnTo>
                <a:lnTo>
                  <a:pt x="104497" y="240030"/>
                </a:lnTo>
                <a:lnTo>
                  <a:pt x="125730" y="240030"/>
                </a:lnTo>
                <a:lnTo>
                  <a:pt x="125730" y="218797"/>
                </a:lnTo>
                <a:lnTo>
                  <a:pt x="144780" y="209272"/>
                </a:lnTo>
                <a:lnTo>
                  <a:pt x="144780" y="192405"/>
                </a:lnTo>
                <a:lnTo>
                  <a:pt x="154305" y="192405"/>
                </a:lnTo>
                <a:lnTo>
                  <a:pt x="154305" y="171450"/>
                </a:lnTo>
                <a:lnTo>
                  <a:pt x="144780" y="171450"/>
                </a:lnTo>
                <a:lnTo>
                  <a:pt x="144780" y="152400"/>
                </a:lnTo>
                <a:lnTo>
                  <a:pt x="135255" y="152400"/>
                </a:lnTo>
                <a:lnTo>
                  <a:pt x="135255" y="133350"/>
                </a:lnTo>
                <a:lnTo>
                  <a:pt x="125730" y="133350"/>
                </a:lnTo>
                <a:lnTo>
                  <a:pt x="125730" y="114300"/>
                </a:lnTo>
                <a:lnTo>
                  <a:pt x="116205" y="114300"/>
                </a:lnTo>
                <a:lnTo>
                  <a:pt x="116205" y="87908"/>
                </a:lnTo>
                <a:lnTo>
                  <a:pt x="97155" y="78383"/>
                </a:lnTo>
                <a:lnTo>
                  <a:pt x="97155" y="49808"/>
                </a:lnTo>
                <a:lnTo>
                  <a:pt x="78105" y="40283"/>
                </a:lnTo>
                <a:lnTo>
                  <a:pt x="78105" y="19050"/>
                </a:lnTo>
                <a:lnTo>
                  <a:pt x="68580" y="19050"/>
                </a:lnTo>
                <a:lnTo>
                  <a:pt x="68580" y="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5" name="Projected surface region 54">
            <a:extLst xmlns:a="http://schemas.openxmlformats.org/drawingml/2006/main">
              <a:ext uri="{FF2B5EF4-FFF2-40B4-BE49-F238E27FC236}">
                <a16:creationId xmlns:a16="http://schemas.microsoft.com/office/drawing/2014/main" id="{DFE62943-3472-40F3-9B48-AFF2CB8F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585" y="2804160"/>
            <a:ext cx="20955" cy="211455"/>
          </a:xfrm>
          <a:custGeom xmlns:a="http://schemas.openxmlformats.org/drawingml/2006/main">
            <a:pathLst>
              <a:path w="20955" h="211455">
                <a:moveTo>
                  <a:pt x="0" y="0"/>
                </a:moveTo>
                <a:lnTo>
                  <a:pt x="0" y="211455"/>
                </a:lnTo>
                <a:lnTo>
                  <a:pt x="20955" y="211455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6" name="Projected surface region 55">
            <a:extLst xmlns:a="http://schemas.openxmlformats.org/drawingml/2006/main">
              <a:ext uri="{FF2B5EF4-FFF2-40B4-BE49-F238E27FC236}">
                <a16:creationId xmlns:a16="http://schemas.microsoft.com/office/drawing/2014/main" id="{3A8BD9F2-2C10-4AB7-AFF3-8BBD5CEB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585" y="3004185"/>
            <a:ext cx="68580" cy="163830"/>
          </a:xfrm>
          <a:custGeom xmlns:a="http://schemas.openxmlformats.org/drawingml/2006/main">
            <a:pathLst>
              <a:path w="68580" h="163830">
                <a:moveTo>
                  <a:pt x="0" y="9525"/>
                </a:moveTo>
                <a:lnTo>
                  <a:pt x="0" y="163830"/>
                </a:lnTo>
                <a:lnTo>
                  <a:pt x="20955" y="163830"/>
                </a:lnTo>
                <a:lnTo>
                  <a:pt x="20955" y="154305"/>
                </a:lnTo>
                <a:lnTo>
                  <a:pt x="30480" y="154305"/>
                </a:lnTo>
                <a:lnTo>
                  <a:pt x="30480" y="133350"/>
                </a:lnTo>
                <a:lnTo>
                  <a:pt x="20955" y="133350"/>
                </a:lnTo>
                <a:lnTo>
                  <a:pt x="20955" y="30480"/>
                </a:lnTo>
                <a:lnTo>
                  <a:pt x="68580" y="30480"/>
                </a:lnTo>
                <a:lnTo>
                  <a:pt x="68580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7" name="Projected surface region 56">
            <a:extLst xmlns:a="http://schemas.openxmlformats.org/drawingml/2006/main">
              <a:ext uri="{FF2B5EF4-FFF2-40B4-BE49-F238E27FC236}">
                <a16:creationId xmlns:a16="http://schemas.microsoft.com/office/drawing/2014/main" id="{01F46B61-4A16-4876-BD4D-BDD12F34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035" y="2781578"/>
            <a:ext cx="78105" cy="176887"/>
          </a:xfrm>
          <a:custGeom xmlns:a="http://schemas.openxmlformats.org/drawingml/2006/main">
            <a:pathLst>
              <a:path w="78105" h="176887">
                <a:moveTo>
                  <a:pt x="38100" y="15240"/>
                </a:moveTo>
                <a:lnTo>
                  <a:pt x="38100" y="41632"/>
                </a:lnTo>
                <a:lnTo>
                  <a:pt x="28575" y="41632"/>
                </a:lnTo>
                <a:lnTo>
                  <a:pt x="28575" y="79732"/>
                </a:lnTo>
                <a:lnTo>
                  <a:pt x="19050" y="79732"/>
                </a:lnTo>
                <a:lnTo>
                  <a:pt x="19050" y="108307"/>
                </a:lnTo>
                <a:lnTo>
                  <a:pt x="9525" y="108307"/>
                </a:lnTo>
                <a:lnTo>
                  <a:pt x="9525" y="146407"/>
                </a:lnTo>
                <a:lnTo>
                  <a:pt x="0" y="146407"/>
                </a:lnTo>
                <a:lnTo>
                  <a:pt x="0" y="176887"/>
                </a:lnTo>
                <a:lnTo>
                  <a:pt x="20955" y="176887"/>
                </a:lnTo>
                <a:lnTo>
                  <a:pt x="20955" y="165179"/>
                </a:lnTo>
                <a:lnTo>
                  <a:pt x="40005" y="155654"/>
                </a:lnTo>
                <a:lnTo>
                  <a:pt x="40005" y="138787"/>
                </a:lnTo>
                <a:lnTo>
                  <a:pt x="49530" y="138787"/>
                </a:lnTo>
                <a:lnTo>
                  <a:pt x="49530" y="129262"/>
                </a:lnTo>
                <a:lnTo>
                  <a:pt x="59055" y="129262"/>
                </a:lnTo>
                <a:lnTo>
                  <a:pt x="59055" y="117554"/>
                </a:lnTo>
                <a:lnTo>
                  <a:pt x="78105" y="108029"/>
                </a:lnTo>
                <a:lnTo>
                  <a:pt x="78105" y="60682"/>
                </a:lnTo>
                <a:lnTo>
                  <a:pt x="68580" y="60682"/>
                </a:lnTo>
                <a:lnTo>
                  <a:pt x="68580" y="0"/>
                </a:lnTo>
                <a:lnTo>
                  <a:pt x="38100" y="1524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8" name="Projected surface region 57">
            <a:extLst xmlns:a="http://schemas.openxmlformats.org/drawingml/2006/main">
              <a:ext uri="{FF2B5EF4-FFF2-40B4-BE49-F238E27FC236}">
                <a16:creationId xmlns:a16="http://schemas.microsoft.com/office/drawing/2014/main" id="{56724033-C42A-48B9-8A9D-81E0FE9B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975610"/>
            <a:ext cx="144780" cy="335280"/>
          </a:xfrm>
          <a:custGeom xmlns:a="http://schemas.openxmlformats.org/drawingml/2006/main">
            <a:pathLst>
              <a:path w="144780" h="335280">
                <a:moveTo>
                  <a:pt x="0" y="0"/>
                </a:moveTo>
                <a:lnTo>
                  <a:pt x="0" y="49530"/>
                </a:lnTo>
                <a:lnTo>
                  <a:pt x="9525" y="49530"/>
                </a:lnTo>
                <a:lnTo>
                  <a:pt x="9525" y="78105"/>
                </a:lnTo>
                <a:lnTo>
                  <a:pt x="19050" y="78105"/>
                </a:lnTo>
                <a:lnTo>
                  <a:pt x="19050" y="106680"/>
                </a:lnTo>
                <a:lnTo>
                  <a:pt x="28575" y="106680"/>
                </a:lnTo>
                <a:lnTo>
                  <a:pt x="28575" y="135255"/>
                </a:lnTo>
                <a:lnTo>
                  <a:pt x="38100" y="135255"/>
                </a:lnTo>
                <a:lnTo>
                  <a:pt x="38100" y="154305"/>
                </a:lnTo>
                <a:lnTo>
                  <a:pt x="47625" y="154305"/>
                </a:lnTo>
                <a:lnTo>
                  <a:pt x="47625" y="192405"/>
                </a:lnTo>
                <a:lnTo>
                  <a:pt x="57150" y="192405"/>
                </a:lnTo>
                <a:lnTo>
                  <a:pt x="57150" y="209550"/>
                </a:lnTo>
                <a:lnTo>
                  <a:pt x="47625" y="209550"/>
                </a:lnTo>
                <a:lnTo>
                  <a:pt x="47625" y="240030"/>
                </a:lnTo>
                <a:lnTo>
                  <a:pt x="57150" y="240030"/>
                </a:lnTo>
                <a:lnTo>
                  <a:pt x="57150" y="249555"/>
                </a:lnTo>
                <a:lnTo>
                  <a:pt x="66675" y="249555"/>
                </a:lnTo>
                <a:lnTo>
                  <a:pt x="66675" y="268605"/>
                </a:lnTo>
                <a:lnTo>
                  <a:pt x="76200" y="268605"/>
                </a:lnTo>
                <a:lnTo>
                  <a:pt x="76200" y="278130"/>
                </a:lnTo>
                <a:lnTo>
                  <a:pt x="85725" y="278130"/>
                </a:lnTo>
                <a:lnTo>
                  <a:pt x="85725" y="285472"/>
                </a:lnTo>
                <a:lnTo>
                  <a:pt x="104775" y="294997"/>
                </a:lnTo>
                <a:lnTo>
                  <a:pt x="104775" y="316230"/>
                </a:lnTo>
                <a:lnTo>
                  <a:pt x="114300" y="316230"/>
                </a:lnTo>
                <a:lnTo>
                  <a:pt x="114300" y="335280"/>
                </a:lnTo>
                <a:lnTo>
                  <a:pt x="144780" y="335280"/>
                </a:lnTo>
                <a:lnTo>
                  <a:pt x="144780" y="304800"/>
                </a:lnTo>
                <a:lnTo>
                  <a:pt x="135255" y="304800"/>
                </a:lnTo>
                <a:lnTo>
                  <a:pt x="135255" y="285750"/>
                </a:lnTo>
                <a:lnTo>
                  <a:pt x="125730" y="285750"/>
                </a:lnTo>
                <a:lnTo>
                  <a:pt x="125730" y="257175"/>
                </a:lnTo>
                <a:lnTo>
                  <a:pt x="116205" y="257175"/>
                </a:lnTo>
                <a:lnTo>
                  <a:pt x="116205" y="200025"/>
                </a:lnTo>
                <a:lnTo>
                  <a:pt x="106680" y="200025"/>
                </a:lnTo>
                <a:lnTo>
                  <a:pt x="106680" y="180975"/>
                </a:lnTo>
                <a:lnTo>
                  <a:pt x="97155" y="180975"/>
                </a:lnTo>
                <a:lnTo>
                  <a:pt x="97155" y="154305"/>
                </a:lnTo>
                <a:lnTo>
                  <a:pt x="97155" y="152400"/>
                </a:lnTo>
                <a:lnTo>
                  <a:pt x="97155" y="123825"/>
                </a:lnTo>
                <a:lnTo>
                  <a:pt x="87630" y="123825"/>
                </a:lnTo>
                <a:lnTo>
                  <a:pt x="87630" y="104775"/>
                </a:lnTo>
                <a:lnTo>
                  <a:pt x="78105" y="104775"/>
                </a:lnTo>
                <a:lnTo>
                  <a:pt x="78105" y="97433"/>
                </a:lnTo>
                <a:lnTo>
                  <a:pt x="59055" y="87908"/>
                </a:lnTo>
                <a:lnTo>
                  <a:pt x="59055" y="66675"/>
                </a:lnTo>
                <a:lnTo>
                  <a:pt x="49530" y="66675"/>
                </a:lnTo>
                <a:lnTo>
                  <a:pt x="49530" y="47625"/>
                </a:lnTo>
                <a:lnTo>
                  <a:pt x="40005" y="47625"/>
                </a:lnTo>
                <a:lnTo>
                  <a:pt x="40005" y="28575"/>
                </a:lnTo>
                <a:lnTo>
                  <a:pt x="30480" y="28575"/>
                </a:lnTo>
                <a:lnTo>
                  <a:pt x="30480" y="19050"/>
                </a:lnTo>
                <a:lnTo>
                  <a:pt x="20955" y="19050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39" name="Projected surface region 58">
            <a:extLst xmlns:a="http://schemas.openxmlformats.org/drawingml/2006/main">
              <a:ext uri="{FF2B5EF4-FFF2-40B4-BE49-F238E27FC236}">
                <a16:creationId xmlns:a16="http://schemas.microsoft.com/office/drawing/2014/main" id="{76B523B4-1358-4207-A975-C0226CBB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0" y="3032760"/>
            <a:ext cx="259080" cy="262612"/>
          </a:xfrm>
          <a:custGeom xmlns:a="http://schemas.openxmlformats.org/drawingml/2006/main">
            <a:pathLst>
              <a:path w="259080" h="262612">
                <a:moveTo>
                  <a:pt x="66675" y="0"/>
                </a:moveTo>
                <a:lnTo>
                  <a:pt x="66675" y="9525"/>
                </a:lnTo>
                <a:lnTo>
                  <a:pt x="59333" y="9525"/>
                </a:lnTo>
                <a:lnTo>
                  <a:pt x="49808" y="28575"/>
                </a:lnTo>
                <a:lnTo>
                  <a:pt x="28575" y="28575"/>
                </a:lnTo>
                <a:lnTo>
                  <a:pt x="28575" y="38100"/>
                </a:lnTo>
                <a:lnTo>
                  <a:pt x="19050" y="38100"/>
                </a:lnTo>
                <a:lnTo>
                  <a:pt x="19050" y="59333"/>
                </a:lnTo>
                <a:lnTo>
                  <a:pt x="0" y="68858"/>
                </a:lnTo>
                <a:lnTo>
                  <a:pt x="0" y="106680"/>
                </a:lnTo>
                <a:lnTo>
                  <a:pt x="9525" y="106680"/>
                </a:lnTo>
                <a:lnTo>
                  <a:pt x="9525" y="135255"/>
                </a:lnTo>
                <a:lnTo>
                  <a:pt x="19050" y="135255"/>
                </a:lnTo>
                <a:lnTo>
                  <a:pt x="19050" y="163830"/>
                </a:lnTo>
                <a:lnTo>
                  <a:pt x="28575" y="163830"/>
                </a:lnTo>
                <a:lnTo>
                  <a:pt x="28575" y="192405"/>
                </a:lnTo>
                <a:lnTo>
                  <a:pt x="38100" y="192405"/>
                </a:lnTo>
                <a:lnTo>
                  <a:pt x="38100" y="211455"/>
                </a:lnTo>
                <a:lnTo>
                  <a:pt x="47625" y="211455"/>
                </a:lnTo>
                <a:lnTo>
                  <a:pt x="47625" y="230505"/>
                </a:lnTo>
                <a:lnTo>
                  <a:pt x="57150" y="230505"/>
                </a:lnTo>
                <a:lnTo>
                  <a:pt x="57150" y="240030"/>
                </a:lnTo>
                <a:lnTo>
                  <a:pt x="76200" y="240030"/>
                </a:lnTo>
                <a:lnTo>
                  <a:pt x="76200" y="247372"/>
                </a:lnTo>
                <a:lnTo>
                  <a:pt x="106680" y="262612"/>
                </a:lnTo>
                <a:lnTo>
                  <a:pt x="106680" y="249555"/>
                </a:lnTo>
                <a:lnTo>
                  <a:pt x="114022" y="249555"/>
                </a:lnTo>
                <a:lnTo>
                  <a:pt x="123547" y="230505"/>
                </a:lnTo>
                <a:lnTo>
                  <a:pt x="142597" y="230505"/>
                </a:lnTo>
                <a:lnTo>
                  <a:pt x="152122" y="211455"/>
                </a:lnTo>
                <a:lnTo>
                  <a:pt x="209550" y="211455"/>
                </a:lnTo>
                <a:lnTo>
                  <a:pt x="209550" y="220980"/>
                </a:lnTo>
                <a:lnTo>
                  <a:pt x="249555" y="220980"/>
                </a:lnTo>
                <a:lnTo>
                  <a:pt x="249555" y="211455"/>
                </a:lnTo>
                <a:lnTo>
                  <a:pt x="259080" y="211455"/>
                </a:lnTo>
                <a:lnTo>
                  <a:pt x="259080" y="171450"/>
                </a:lnTo>
                <a:lnTo>
                  <a:pt x="249555" y="171450"/>
                </a:lnTo>
                <a:lnTo>
                  <a:pt x="249555" y="152400"/>
                </a:lnTo>
                <a:lnTo>
                  <a:pt x="240030" y="152400"/>
                </a:lnTo>
                <a:lnTo>
                  <a:pt x="240030" y="133350"/>
                </a:lnTo>
                <a:lnTo>
                  <a:pt x="230505" y="133350"/>
                </a:lnTo>
                <a:lnTo>
                  <a:pt x="230505" y="114300"/>
                </a:lnTo>
                <a:lnTo>
                  <a:pt x="220980" y="114300"/>
                </a:lnTo>
                <a:lnTo>
                  <a:pt x="220980" y="106680"/>
                </a:lnTo>
                <a:lnTo>
                  <a:pt x="230505" y="106680"/>
                </a:lnTo>
                <a:lnTo>
                  <a:pt x="230505" y="78383"/>
                </a:lnTo>
                <a:lnTo>
                  <a:pt x="211455" y="68858"/>
                </a:lnTo>
                <a:lnTo>
                  <a:pt x="211455" y="47625"/>
                </a:lnTo>
                <a:lnTo>
                  <a:pt x="201930" y="47625"/>
                </a:lnTo>
                <a:lnTo>
                  <a:pt x="201930" y="38100"/>
                </a:lnTo>
                <a:lnTo>
                  <a:pt x="182880" y="38100"/>
                </a:lnTo>
                <a:lnTo>
                  <a:pt x="182880" y="28575"/>
                </a:lnTo>
                <a:lnTo>
                  <a:pt x="171172" y="28575"/>
                </a:lnTo>
                <a:lnTo>
                  <a:pt x="161647" y="9525"/>
                </a:lnTo>
                <a:lnTo>
                  <a:pt x="144780" y="9525"/>
                </a:lnTo>
                <a:lnTo>
                  <a:pt x="144780" y="0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3C7D94"/>
          </a:solidFill>
          <a:ln xmlns:a="http://schemas.openxmlformats.org/drawingml/2006/main" w="0">
            <a:noFill/>
          </a:ln>
        </p:spPr>
      </p:sp>
      <p:sp>
        <p:nvSpPr>
          <p:cNvPr id="140" name="Projected surface region 59">
            <a:extLst xmlns:a="http://schemas.openxmlformats.org/drawingml/2006/main">
              <a:ext uri="{FF2B5EF4-FFF2-40B4-BE49-F238E27FC236}">
                <a16:creationId xmlns:a16="http://schemas.microsoft.com/office/drawing/2014/main" id="{0561D841-F952-48E6-AE19-7A662DAE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135" y="3566160"/>
            <a:ext cx="163830" cy="157837"/>
          </a:xfrm>
          <a:custGeom xmlns:a="http://schemas.openxmlformats.org/drawingml/2006/main">
            <a:pathLst>
              <a:path w="163830" h="157837">
                <a:moveTo>
                  <a:pt x="9525" y="49530"/>
                </a:moveTo>
                <a:lnTo>
                  <a:pt x="19050" y="49530"/>
                </a:lnTo>
                <a:lnTo>
                  <a:pt x="19050" y="68580"/>
                </a:lnTo>
                <a:lnTo>
                  <a:pt x="38100" y="68580"/>
                </a:lnTo>
                <a:lnTo>
                  <a:pt x="38100" y="87630"/>
                </a:lnTo>
                <a:lnTo>
                  <a:pt x="47625" y="87630"/>
                </a:lnTo>
                <a:lnTo>
                  <a:pt x="47625" y="106680"/>
                </a:lnTo>
                <a:lnTo>
                  <a:pt x="66675" y="106680"/>
                </a:lnTo>
                <a:lnTo>
                  <a:pt x="66675" y="116205"/>
                </a:lnTo>
                <a:lnTo>
                  <a:pt x="76200" y="116205"/>
                </a:lnTo>
                <a:lnTo>
                  <a:pt x="76200" y="135255"/>
                </a:lnTo>
                <a:lnTo>
                  <a:pt x="104775" y="135255"/>
                </a:lnTo>
                <a:lnTo>
                  <a:pt x="106680" y="135255"/>
                </a:lnTo>
                <a:lnTo>
                  <a:pt x="123825" y="135255"/>
                </a:lnTo>
                <a:lnTo>
                  <a:pt x="123825" y="142597"/>
                </a:lnTo>
                <a:lnTo>
                  <a:pt x="154305" y="157837"/>
                </a:lnTo>
                <a:lnTo>
                  <a:pt x="154305" y="123825"/>
                </a:lnTo>
                <a:lnTo>
                  <a:pt x="142597" y="123825"/>
                </a:lnTo>
                <a:lnTo>
                  <a:pt x="138787" y="116205"/>
                </a:lnTo>
                <a:lnTo>
                  <a:pt x="163830" y="116205"/>
                </a:lnTo>
                <a:lnTo>
                  <a:pt x="163830" y="95250"/>
                </a:lnTo>
                <a:lnTo>
                  <a:pt x="123547" y="95250"/>
                </a:lnTo>
                <a:lnTo>
                  <a:pt x="114022" y="76200"/>
                </a:lnTo>
                <a:lnTo>
                  <a:pt x="94972" y="76200"/>
                </a:lnTo>
                <a:lnTo>
                  <a:pt x="85447" y="57150"/>
                </a:lnTo>
                <a:lnTo>
                  <a:pt x="68580" y="57150"/>
                </a:lnTo>
                <a:lnTo>
                  <a:pt x="68580" y="47625"/>
                </a:lnTo>
                <a:lnTo>
                  <a:pt x="59055" y="47625"/>
                </a:lnTo>
                <a:lnTo>
                  <a:pt x="59055" y="40283"/>
                </a:lnTo>
                <a:lnTo>
                  <a:pt x="40005" y="30758"/>
                </a:lnTo>
                <a:lnTo>
                  <a:pt x="40005" y="9525"/>
                </a:lnTo>
                <a:lnTo>
                  <a:pt x="30480" y="9525"/>
                </a:lnTo>
                <a:lnTo>
                  <a:pt x="30480" y="0"/>
                </a:lnTo>
                <a:lnTo>
                  <a:pt x="0" y="0"/>
                </a:lnTo>
                <a:lnTo>
                  <a:pt x="0" y="30480"/>
                </a:lnTo>
                <a:lnTo>
                  <a:pt x="9525" y="30480"/>
                </a:lnTo>
                <a:lnTo>
                  <a:pt x="9525" y="49530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1" name="Projected surface region 60">
            <a:extLst xmlns:a="http://schemas.openxmlformats.org/drawingml/2006/main">
              <a:ext uri="{FF2B5EF4-FFF2-40B4-BE49-F238E27FC236}">
                <a16:creationId xmlns:a16="http://schemas.microsoft.com/office/drawing/2014/main" id="{11A90F60-27A5-44E5-9CC8-72996559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10" y="3604260"/>
            <a:ext cx="230505" cy="97155"/>
          </a:xfrm>
          <a:custGeom xmlns:a="http://schemas.openxmlformats.org/drawingml/2006/main">
            <a:pathLst>
              <a:path w="230505" h="97155">
                <a:moveTo>
                  <a:pt x="152400" y="19050"/>
                </a:moveTo>
                <a:lnTo>
                  <a:pt x="66675" y="19050"/>
                </a:lnTo>
                <a:lnTo>
                  <a:pt x="66675" y="28575"/>
                </a:lnTo>
                <a:lnTo>
                  <a:pt x="49530" y="28575"/>
                </a:lnTo>
                <a:lnTo>
                  <a:pt x="49530" y="19050"/>
                </a:lnTo>
                <a:lnTo>
                  <a:pt x="30480" y="19050"/>
                </a:lnTo>
                <a:lnTo>
                  <a:pt x="30480" y="9525"/>
                </a:lnTo>
                <a:lnTo>
                  <a:pt x="9525" y="9525"/>
                </a:lnTo>
                <a:lnTo>
                  <a:pt x="9525" y="76200"/>
                </a:lnTo>
                <a:lnTo>
                  <a:pt x="0" y="76200"/>
                </a:lnTo>
                <a:lnTo>
                  <a:pt x="0" y="97155"/>
                </a:lnTo>
                <a:lnTo>
                  <a:pt x="30480" y="97155"/>
                </a:lnTo>
                <a:lnTo>
                  <a:pt x="30480" y="87630"/>
                </a:lnTo>
                <a:lnTo>
                  <a:pt x="37822" y="87630"/>
                </a:lnTo>
                <a:lnTo>
                  <a:pt x="47347" y="68580"/>
                </a:lnTo>
                <a:lnTo>
                  <a:pt x="47625" y="68580"/>
                </a:lnTo>
                <a:lnTo>
                  <a:pt x="47625" y="78105"/>
                </a:lnTo>
                <a:lnTo>
                  <a:pt x="104775" y="78105"/>
                </a:lnTo>
                <a:lnTo>
                  <a:pt x="104775" y="87630"/>
                </a:lnTo>
                <a:lnTo>
                  <a:pt x="142875" y="87630"/>
                </a:lnTo>
                <a:lnTo>
                  <a:pt x="142875" y="97155"/>
                </a:lnTo>
                <a:lnTo>
                  <a:pt x="182880" y="97155"/>
                </a:lnTo>
                <a:lnTo>
                  <a:pt x="182880" y="87630"/>
                </a:lnTo>
                <a:lnTo>
                  <a:pt x="190222" y="87630"/>
                </a:lnTo>
                <a:lnTo>
                  <a:pt x="199747" y="68580"/>
                </a:lnTo>
                <a:lnTo>
                  <a:pt x="220980" y="68580"/>
                </a:lnTo>
                <a:lnTo>
                  <a:pt x="220980" y="59055"/>
                </a:lnTo>
                <a:lnTo>
                  <a:pt x="230505" y="59055"/>
                </a:lnTo>
                <a:lnTo>
                  <a:pt x="230505" y="28575"/>
                </a:lnTo>
                <a:lnTo>
                  <a:pt x="220980" y="28575"/>
                </a:lnTo>
                <a:lnTo>
                  <a:pt x="220980" y="0"/>
                </a:lnTo>
                <a:lnTo>
                  <a:pt x="180975" y="0"/>
                </a:lnTo>
                <a:lnTo>
                  <a:pt x="180975" y="9525"/>
                </a:lnTo>
                <a:lnTo>
                  <a:pt x="152400" y="9525"/>
                </a:lnTo>
                <a:lnTo>
                  <a:pt x="152400" y="19050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2" name="Projected surface region 61">
            <a:extLst xmlns:a="http://schemas.openxmlformats.org/drawingml/2006/main">
              <a:ext uri="{FF2B5EF4-FFF2-40B4-BE49-F238E27FC236}">
                <a16:creationId xmlns:a16="http://schemas.microsoft.com/office/drawing/2014/main" id="{A3C1E1C0-650A-4AA8-9BB2-96B546FD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035" y="3613785"/>
            <a:ext cx="125730" cy="116205"/>
          </a:xfrm>
          <a:custGeom xmlns:a="http://schemas.openxmlformats.org/drawingml/2006/main">
            <a:pathLst>
              <a:path w="125730" h="116205">
                <a:moveTo>
                  <a:pt x="0" y="21233"/>
                </a:moveTo>
                <a:lnTo>
                  <a:pt x="0" y="40005"/>
                </a:lnTo>
                <a:lnTo>
                  <a:pt x="9525" y="40005"/>
                </a:lnTo>
                <a:lnTo>
                  <a:pt x="9525" y="59055"/>
                </a:lnTo>
                <a:lnTo>
                  <a:pt x="28575" y="59055"/>
                </a:lnTo>
                <a:lnTo>
                  <a:pt x="28575" y="78105"/>
                </a:lnTo>
                <a:lnTo>
                  <a:pt x="47625" y="78105"/>
                </a:lnTo>
                <a:lnTo>
                  <a:pt x="47625" y="97155"/>
                </a:lnTo>
                <a:lnTo>
                  <a:pt x="59333" y="97155"/>
                </a:lnTo>
                <a:lnTo>
                  <a:pt x="68858" y="116205"/>
                </a:lnTo>
                <a:lnTo>
                  <a:pt x="97155" y="116205"/>
                </a:lnTo>
                <a:lnTo>
                  <a:pt x="97155" y="106680"/>
                </a:lnTo>
                <a:lnTo>
                  <a:pt x="125730" y="106680"/>
                </a:lnTo>
                <a:lnTo>
                  <a:pt x="125730" y="76200"/>
                </a:lnTo>
                <a:lnTo>
                  <a:pt x="106680" y="76200"/>
                </a:lnTo>
                <a:lnTo>
                  <a:pt x="106680" y="66675"/>
                </a:lnTo>
                <a:lnTo>
                  <a:pt x="94972" y="66675"/>
                </a:lnTo>
                <a:lnTo>
                  <a:pt x="85447" y="47625"/>
                </a:lnTo>
                <a:lnTo>
                  <a:pt x="68580" y="47625"/>
                </a:lnTo>
                <a:lnTo>
                  <a:pt x="68580" y="38100"/>
                </a:lnTo>
                <a:lnTo>
                  <a:pt x="59055" y="38100"/>
                </a:lnTo>
                <a:lnTo>
                  <a:pt x="59055" y="19050"/>
                </a:lnTo>
                <a:lnTo>
                  <a:pt x="47347" y="19050"/>
                </a:lnTo>
                <a:lnTo>
                  <a:pt x="37822" y="0"/>
                </a:lnTo>
                <a:lnTo>
                  <a:pt x="19050" y="0"/>
                </a:lnTo>
                <a:lnTo>
                  <a:pt x="19050" y="11708"/>
                </a:lnTo>
                <a:lnTo>
                  <a:pt x="0" y="21233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3" name="Projected surface region 62">
            <a:extLst xmlns:a="http://schemas.openxmlformats.org/drawingml/2006/main">
              <a:ext uri="{FF2B5EF4-FFF2-40B4-BE49-F238E27FC236}">
                <a16:creationId xmlns:a16="http://schemas.microsoft.com/office/drawing/2014/main" id="{263CC73B-2BBA-4955-9056-38840D12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489960"/>
            <a:ext cx="297180" cy="278130"/>
          </a:xfrm>
          <a:custGeom xmlns:a="http://schemas.openxmlformats.org/drawingml/2006/main">
            <a:pathLst>
              <a:path w="297180" h="278130">
                <a:moveTo>
                  <a:pt x="97433" y="38100"/>
                </a:moveTo>
                <a:lnTo>
                  <a:pt x="85725" y="38100"/>
                </a:lnTo>
                <a:lnTo>
                  <a:pt x="85725" y="47625"/>
                </a:lnTo>
                <a:lnTo>
                  <a:pt x="76200" y="47625"/>
                </a:lnTo>
                <a:lnTo>
                  <a:pt x="76200" y="59333"/>
                </a:lnTo>
                <a:lnTo>
                  <a:pt x="57150" y="68858"/>
                </a:lnTo>
                <a:lnTo>
                  <a:pt x="57150" y="85725"/>
                </a:lnTo>
                <a:lnTo>
                  <a:pt x="47625" y="85725"/>
                </a:lnTo>
                <a:lnTo>
                  <a:pt x="47625" y="95250"/>
                </a:lnTo>
                <a:lnTo>
                  <a:pt x="28575" y="95250"/>
                </a:lnTo>
                <a:lnTo>
                  <a:pt x="28575" y="114300"/>
                </a:lnTo>
                <a:lnTo>
                  <a:pt x="19050" y="114300"/>
                </a:lnTo>
                <a:lnTo>
                  <a:pt x="19050" y="123825"/>
                </a:lnTo>
                <a:lnTo>
                  <a:pt x="0" y="123825"/>
                </a:lnTo>
                <a:lnTo>
                  <a:pt x="0" y="144780"/>
                </a:lnTo>
                <a:lnTo>
                  <a:pt x="9525" y="144780"/>
                </a:lnTo>
                <a:lnTo>
                  <a:pt x="9525" y="152122"/>
                </a:lnTo>
                <a:lnTo>
                  <a:pt x="28575" y="161647"/>
                </a:lnTo>
                <a:lnTo>
                  <a:pt x="28575" y="182880"/>
                </a:lnTo>
                <a:lnTo>
                  <a:pt x="38100" y="182880"/>
                </a:lnTo>
                <a:lnTo>
                  <a:pt x="38100" y="199747"/>
                </a:lnTo>
                <a:lnTo>
                  <a:pt x="57150" y="209272"/>
                </a:lnTo>
                <a:lnTo>
                  <a:pt x="57150" y="230505"/>
                </a:lnTo>
                <a:lnTo>
                  <a:pt x="66675" y="230505"/>
                </a:lnTo>
                <a:lnTo>
                  <a:pt x="66675" y="240030"/>
                </a:lnTo>
                <a:lnTo>
                  <a:pt x="78383" y="240030"/>
                </a:lnTo>
                <a:lnTo>
                  <a:pt x="87908" y="259080"/>
                </a:lnTo>
                <a:lnTo>
                  <a:pt x="106958" y="259080"/>
                </a:lnTo>
                <a:lnTo>
                  <a:pt x="116483" y="278130"/>
                </a:lnTo>
                <a:lnTo>
                  <a:pt x="154305" y="278130"/>
                </a:lnTo>
                <a:lnTo>
                  <a:pt x="154305" y="268605"/>
                </a:lnTo>
                <a:lnTo>
                  <a:pt x="173355" y="268605"/>
                </a:lnTo>
                <a:lnTo>
                  <a:pt x="173355" y="259080"/>
                </a:lnTo>
                <a:lnTo>
                  <a:pt x="201930" y="259080"/>
                </a:lnTo>
                <a:lnTo>
                  <a:pt x="201930" y="249555"/>
                </a:lnTo>
                <a:lnTo>
                  <a:pt x="220980" y="249555"/>
                </a:lnTo>
                <a:lnTo>
                  <a:pt x="220980" y="240030"/>
                </a:lnTo>
                <a:lnTo>
                  <a:pt x="230505" y="240030"/>
                </a:lnTo>
                <a:lnTo>
                  <a:pt x="230505" y="230505"/>
                </a:lnTo>
                <a:lnTo>
                  <a:pt x="247372" y="230505"/>
                </a:lnTo>
                <a:lnTo>
                  <a:pt x="256897" y="211455"/>
                </a:lnTo>
                <a:lnTo>
                  <a:pt x="287655" y="211455"/>
                </a:lnTo>
                <a:lnTo>
                  <a:pt x="287655" y="201930"/>
                </a:lnTo>
                <a:lnTo>
                  <a:pt x="297180" y="201930"/>
                </a:lnTo>
                <a:lnTo>
                  <a:pt x="297180" y="180975"/>
                </a:lnTo>
                <a:lnTo>
                  <a:pt x="266700" y="180975"/>
                </a:lnTo>
                <a:lnTo>
                  <a:pt x="266700" y="190500"/>
                </a:lnTo>
                <a:lnTo>
                  <a:pt x="259080" y="190500"/>
                </a:lnTo>
                <a:lnTo>
                  <a:pt x="259080" y="180975"/>
                </a:lnTo>
                <a:lnTo>
                  <a:pt x="249555" y="180975"/>
                </a:lnTo>
                <a:lnTo>
                  <a:pt x="249555" y="164108"/>
                </a:lnTo>
                <a:lnTo>
                  <a:pt x="230505" y="154583"/>
                </a:lnTo>
                <a:lnTo>
                  <a:pt x="230505" y="133350"/>
                </a:lnTo>
                <a:lnTo>
                  <a:pt x="220980" y="133350"/>
                </a:lnTo>
                <a:lnTo>
                  <a:pt x="220980" y="123825"/>
                </a:lnTo>
                <a:lnTo>
                  <a:pt x="211455" y="123825"/>
                </a:lnTo>
                <a:lnTo>
                  <a:pt x="211455" y="106958"/>
                </a:lnTo>
                <a:lnTo>
                  <a:pt x="192405" y="97433"/>
                </a:lnTo>
                <a:lnTo>
                  <a:pt x="192405" y="76200"/>
                </a:lnTo>
                <a:lnTo>
                  <a:pt x="182880" y="76200"/>
                </a:lnTo>
                <a:lnTo>
                  <a:pt x="182880" y="47625"/>
                </a:lnTo>
                <a:lnTo>
                  <a:pt x="173355" y="47625"/>
                </a:lnTo>
                <a:lnTo>
                  <a:pt x="173355" y="19050"/>
                </a:lnTo>
                <a:lnTo>
                  <a:pt x="161647" y="19050"/>
                </a:lnTo>
                <a:lnTo>
                  <a:pt x="152122" y="0"/>
                </a:lnTo>
                <a:lnTo>
                  <a:pt x="114300" y="0"/>
                </a:lnTo>
                <a:lnTo>
                  <a:pt x="114300" y="19050"/>
                </a:lnTo>
                <a:lnTo>
                  <a:pt x="106958" y="19050"/>
                </a:lnTo>
                <a:lnTo>
                  <a:pt x="97433" y="38100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4" name="Projected surface region 63">
            <a:extLst xmlns:a="http://schemas.openxmlformats.org/drawingml/2006/main">
              <a:ext uri="{FF2B5EF4-FFF2-40B4-BE49-F238E27FC236}">
                <a16:creationId xmlns:a16="http://schemas.microsoft.com/office/drawing/2014/main" id="{815BD45E-67E2-4B85-AC92-19E4E3DD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635" y="3509010"/>
            <a:ext cx="497205" cy="325755"/>
          </a:xfrm>
          <a:custGeom xmlns:a="http://schemas.openxmlformats.org/drawingml/2006/main">
            <a:pathLst>
              <a:path w="497205" h="325755">
                <a:moveTo>
                  <a:pt x="0" y="135255"/>
                </a:moveTo>
                <a:lnTo>
                  <a:pt x="9525" y="135255"/>
                </a:lnTo>
                <a:lnTo>
                  <a:pt x="9525" y="173355"/>
                </a:lnTo>
                <a:lnTo>
                  <a:pt x="19050" y="173355"/>
                </a:lnTo>
                <a:lnTo>
                  <a:pt x="19050" y="180697"/>
                </a:lnTo>
                <a:lnTo>
                  <a:pt x="38100" y="190222"/>
                </a:lnTo>
                <a:lnTo>
                  <a:pt x="38100" y="214987"/>
                </a:lnTo>
                <a:lnTo>
                  <a:pt x="57150" y="205462"/>
                </a:lnTo>
                <a:lnTo>
                  <a:pt x="57150" y="211455"/>
                </a:lnTo>
                <a:lnTo>
                  <a:pt x="66675" y="211455"/>
                </a:lnTo>
                <a:lnTo>
                  <a:pt x="66675" y="218797"/>
                </a:lnTo>
                <a:lnTo>
                  <a:pt x="85725" y="228322"/>
                </a:lnTo>
                <a:lnTo>
                  <a:pt x="85725" y="249555"/>
                </a:lnTo>
                <a:lnTo>
                  <a:pt x="163830" y="249555"/>
                </a:lnTo>
                <a:lnTo>
                  <a:pt x="163830" y="240030"/>
                </a:lnTo>
                <a:lnTo>
                  <a:pt x="182880" y="240030"/>
                </a:lnTo>
                <a:lnTo>
                  <a:pt x="182880" y="228322"/>
                </a:lnTo>
                <a:lnTo>
                  <a:pt x="201930" y="218797"/>
                </a:lnTo>
                <a:lnTo>
                  <a:pt x="201930" y="201930"/>
                </a:lnTo>
                <a:lnTo>
                  <a:pt x="209272" y="201930"/>
                </a:lnTo>
                <a:lnTo>
                  <a:pt x="218797" y="182880"/>
                </a:lnTo>
                <a:lnTo>
                  <a:pt x="228600" y="182880"/>
                </a:lnTo>
                <a:lnTo>
                  <a:pt x="228600" y="201930"/>
                </a:lnTo>
                <a:lnTo>
                  <a:pt x="238125" y="201930"/>
                </a:lnTo>
                <a:lnTo>
                  <a:pt x="238125" y="220980"/>
                </a:lnTo>
                <a:lnTo>
                  <a:pt x="247650" y="220980"/>
                </a:lnTo>
                <a:lnTo>
                  <a:pt x="247650" y="240030"/>
                </a:lnTo>
                <a:lnTo>
                  <a:pt x="257175" y="240030"/>
                </a:lnTo>
                <a:lnTo>
                  <a:pt x="257175" y="259080"/>
                </a:lnTo>
                <a:lnTo>
                  <a:pt x="266700" y="259080"/>
                </a:lnTo>
                <a:lnTo>
                  <a:pt x="266700" y="278130"/>
                </a:lnTo>
                <a:lnTo>
                  <a:pt x="276225" y="278130"/>
                </a:lnTo>
                <a:lnTo>
                  <a:pt x="276225" y="287655"/>
                </a:lnTo>
                <a:lnTo>
                  <a:pt x="287933" y="287655"/>
                </a:lnTo>
                <a:lnTo>
                  <a:pt x="297458" y="306705"/>
                </a:lnTo>
                <a:lnTo>
                  <a:pt x="316508" y="306705"/>
                </a:lnTo>
                <a:lnTo>
                  <a:pt x="326033" y="325755"/>
                </a:lnTo>
                <a:lnTo>
                  <a:pt x="363855" y="325755"/>
                </a:lnTo>
                <a:lnTo>
                  <a:pt x="363855" y="316230"/>
                </a:lnTo>
                <a:lnTo>
                  <a:pt x="382905" y="316230"/>
                </a:lnTo>
                <a:lnTo>
                  <a:pt x="382905" y="306705"/>
                </a:lnTo>
                <a:lnTo>
                  <a:pt x="392430" y="306705"/>
                </a:lnTo>
                <a:lnTo>
                  <a:pt x="392430" y="297180"/>
                </a:lnTo>
                <a:lnTo>
                  <a:pt x="399772" y="297180"/>
                </a:lnTo>
                <a:lnTo>
                  <a:pt x="409297" y="278130"/>
                </a:lnTo>
                <a:lnTo>
                  <a:pt x="430530" y="278130"/>
                </a:lnTo>
                <a:lnTo>
                  <a:pt x="430530" y="259080"/>
                </a:lnTo>
                <a:lnTo>
                  <a:pt x="449580" y="259080"/>
                </a:lnTo>
                <a:lnTo>
                  <a:pt x="449580" y="249555"/>
                </a:lnTo>
                <a:lnTo>
                  <a:pt x="466447" y="249555"/>
                </a:lnTo>
                <a:lnTo>
                  <a:pt x="475972" y="230505"/>
                </a:lnTo>
                <a:lnTo>
                  <a:pt x="497205" y="230505"/>
                </a:lnTo>
                <a:lnTo>
                  <a:pt x="497205" y="209550"/>
                </a:lnTo>
                <a:lnTo>
                  <a:pt x="478155" y="209550"/>
                </a:lnTo>
                <a:lnTo>
                  <a:pt x="478155" y="190500"/>
                </a:lnTo>
                <a:lnTo>
                  <a:pt x="468630" y="190500"/>
                </a:lnTo>
                <a:lnTo>
                  <a:pt x="468630" y="183158"/>
                </a:lnTo>
                <a:lnTo>
                  <a:pt x="449580" y="173633"/>
                </a:lnTo>
                <a:lnTo>
                  <a:pt x="449580" y="152400"/>
                </a:lnTo>
                <a:lnTo>
                  <a:pt x="440055" y="152400"/>
                </a:lnTo>
                <a:lnTo>
                  <a:pt x="440055" y="135533"/>
                </a:lnTo>
                <a:lnTo>
                  <a:pt x="421005" y="126008"/>
                </a:lnTo>
                <a:lnTo>
                  <a:pt x="421005" y="95250"/>
                </a:lnTo>
                <a:lnTo>
                  <a:pt x="411480" y="95250"/>
                </a:lnTo>
                <a:lnTo>
                  <a:pt x="411480" y="66675"/>
                </a:lnTo>
                <a:lnTo>
                  <a:pt x="401955" y="66675"/>
                </a:lnTo>
                <a:lnTo>
                  <a:pt x="401955" y="47625"/>
                </a:lnTo>
                <a:lnTo>
                  <a:pt x="392430" y="47625"/>
                </a:lnTo>
                <a:lnTo>
                  <a:pt x="392430" y="38100"/>
                </a:lnTo>
                <a:lnTo>
                  <a:pt x="363855" y="38100"/>
                </a:lnTo>
                <a:lnTo>
                  <a:pt x="363855" y="28575"/>
                </a:lnTo>
                <a:lnTo>
                  <a:pt x="343575" y="28575"/>
                </a:lnTo>
                <a:lnTo>
                  <a:pt x="357862" y="0"/>
                </a:lnTo>
                <a:lnTo>
                  <a:pt x="323850" y="0"/>
                </a:lnTo>
                <a:lnTo>
                  <a:pt x="323850" y="9525"/>
                </a:lnTo>
                <a:lnTo>
                  <a:pt x="314325" y="9525"/>
                </a:lnTo>
                <a:lnTo>
                  <a:pt x="314325" y="30758"/>
                </a:lnTo>
                <a:lnTo>
                  <a:pt x="295275" y="40283"/>
                </a:lnTo>
                <a:lnTo>
                  <a:pt x="295275" y="66675"/>
                </a:lnTo>
                <a:lnTo>
                  <a:pt x="285750" y="66675"/>
                </a:lnTo>
                <a:lnTo>
                  <a:pt x="285750" y="78383"/>
                </a:lnTo>
                <a:lnTo>
                  <a:pt x="266700" y="87908"/>
                </a:lnTo>
                <a:lnTo>
                  <a:pt x="266700" y="104775"/>
                </a:lnTo>
                <a:lnTo>
                  <a:pt x="257175" y="104775"/>
                </a:lnTo>
                <a:lnTo>
                  <a:pt x="257175" y="126008"/>
                </a:lnTo>
                <a:lnTo>
                  <a:pt x="238125" y="135533"/>
                </a:lnTo>
                <a:lnTo>
                  <a:pt x="238125" y="152400"/>
                </a:lnTo>
                <a:lnTo>
                  <a:pt x="228600" y="152400"/>
                </a:lnTo>
                <a:lnTo>
                  <a:pt x="228600" y="161925"/>
                </a:lnTo>
                <a:lnTo>
                  <a:pt x="220980" y="161925"/>
                </a:lnTo>
                <a:lnTo>
                  <a:pt x="220980" y="133350"/>
                </a:lnTo>
                <a:lnTo>
                  <a:pt x="180975" y="133350"/>
                </a:lnTo>
                <a:lnTo>
                  <a:pt x="180975" y="142875"/>
                </a:lnTo>
                <a:lnTo>
                  <a:pt x="152400" y="142875"/>
                </a:lnTo>
                <a:lnTo>
                  <a:pt x="152400" y="152400"/>
                </a:lnTo>
                <a:lnTo>
                  <a:pt x="116205" y="152400"/>
                </a:lnTo>
                <a:lnTo>
                  <a:pt x="116205" y="142875"/>
                </a:lnTo>
                <a:lnTo>
                  <a:pt x="87630" y="142875"/>
                </a:lnTo>
                <a:lnTo>
                  <a:pt x="87630" y="133350"/>
                </a:lnTo>
                <a:lnTo>
                  <a:pt x="78105" y="133350"/>
                </a:lnTo>
                <a:lnTo>
                  <a:pt x="78105" y="123825"/>
                </a:lnTo>
                <a:lnTo>
                  <a:pt x="66397" y="123825"/>
                </a:lnTo>
                <a:lnTo>
                  <a:pt x="56872" y="104775"/>
                </a:lnTo>
                <a:lnTo>
                  <a:pt x="28297" y="104775"/>
                </a:lnTo>
                <a:lnTo>
                  <a:pt x="18772" y="85725"/>
                </a:lnTo>
                <a:lnTo>
                  <a:pt x="0" y="85725"/>
                </a:lnTo>
                <a:lnTo>
                  <a:pt x="0" y="135255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5" name="Projected surface region 64">
            <a:extLst xmlns:a="http://schemas.openxmlformats.org/drawingml/2006/main">
              <a:ext uri="{FF2B5EF4-FFF2-40B4-BE49-F238E27FC236}">
                <a16:creationId xmlns:a16="http://schemas.microsoft.com/office/drawing/2014/main" id="{E59137F3-6FF2-4121-96F5-9F39276D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878" y="3604260"/>
            <a:ext cx="338812" cy="135255"/>
          </a:xfrm>
          <a:custGeom xmlns:a="http://schemas.openxmlformats.org/drawingml/2006/main">
            <a:pathLst>
              <a:path w="338812" h="135255">
                <a:moveTo>
                  <a:pt x="272415" y="38100"/>
                </a:moveTo>
                <a:lnTo>
                  <a:pt x="250904" y="38100"/>
                </a:lnTo>
                <a:lnTo>
                  <a:pt x="241379" y="19050"/>
                </a:lnTo>
                <a:lnTo>
                  <a:pt x="203557" y="19050"/>
                </a:lnTo>
                <a:lnTo>
                  <a:pt x="203557" y="28575"/>
                </a:lnTo>
                <a:lnTo>
                  <a:pt x="174982" y="28575"/>
                </a:lnTo>
                <a:lnTo>
                  <a:pt x="174982" y="38100"/>
                </a:lnTo>
                <a:lnTo>
                  <a:pt x="167362" y="38100"/>
                </a:lnTo>
                <a:lnTo>
                  <a:pt x="167362" y="28575"/>
                </a:lnTo>
                <a:lnTo>
                  <a:pt x="148312" y="28575"/>
                </a:lnTo>
                <a:lnTo>
                  <a:pt x="148312" y="19050"/>
                </a:lnTo>
                <a:lnTo>
                  <a:pt x="110490" y="19050"/>
                </a:lnTo>
                <a:lnTo>
                  <a:pt x="100965" y="38100"/>
                </a:lnTo>
                <a:lnTo>
                  <a:pt x="81915" y="38100"/>
                </a:lnTo>
                <a:lnTo>
                  <a:pt x="72390" y="57150"/>
                </a:lnTo>
                <a:lnTo>
                  <a:pt x="51157" y="57150"/>
                </a:lnTo>
                <a:lnTo>
                  <a:pt x="51157" y="66675"/>
                </a:lnTo>
                <a:lnTo>
                  <a:pt x="41632" y="66675"/>
                </a:lnTo>
                <a:lnTo>
                  <a:pt x="41632" y="76200"/>
                </a:lnTo>
                <a:lnTo>
                  <a:pt x="32107" y="76200"/>
                </a:lnTo>
                <a:lnTo>
                  <a:pt x="32107" y="85725"/>
                </a:lnTo>
                <a:lnTo>
                  <a:pt x="22582" y="85725"/>
                </a:lnTo>
                <a:lnTo>
                  <a:pt x="22582" y="95250"/>
                </a:lnTo>
                <a:lnTo>
                  <a:pt x="15240" y="95250"/>
                </a:lnTo>
                <a:lnTo>
                  <a:pt x="0" y="125730"/>
                </a:lnTo>
                <a:lnTo>
                  <a:pt x="22582" y="125730"/>
                </a:lnTo>
                <a:lnTo>
                  <a:pt x="22582" y="135255"/>
                </a:lnTo>
                <a:lnTo>
                  <a:pt x="62587" y="135255"/>
                </a:lnTo>
                <a:lnTo>
                  <a:pt x="62587" y="125730"/>
                </a:lnTo>
                <a:lnTo>
                  <a:pt x="72112" y="125730"/>
                </a:lnTo>
                <a:lnTo>
                  <a:pt x="72112" y="116205"/>
                </a:lnTo>
                <a:lnTo>
                  <a:pt x="81637" y="116205"/>
                </a:lnTo>
                <a:lnTo>
                  <a:pt x="81637" y="104497"/>
                </a:lnTo>
                <a:lnTo>
                  <a:pt x="100687" y="94972"/>
                </a:lnTo>
                <a:lnTo>
                  <a:pt x="100687" y="78105"/>
                </a:lnTo>
                <a:lnTo>
                  <a:pt x="110212" y="78105"/>
                </a:lnTo>
                <a:lnTo>
                  <a:pt x="110212" y="68580"/>
                </a:lnTo>
                <a:lnTo>
                  <a:pt x="129262" y="68580"/>
                </a:lnTo>
                <a:lnTo>
                  <a:pt x="129262" y="59055"/>
                </a:lnTo>
                <a:lnTo>
                  <a:pt x="155932" y="59055"/>
                </a:lnTo>
                <a:lnTo>
                  <a:pt x="155932" y="68580"/>
                </a:lnTo>
                <a:lnTo>
                  <a:pt x="165457" y="68580"/>
                </a:lnTo>
                <a:lnTo>
                  <a:pt x="165457" y="78105"/>
                </a:lnTo>
                <a:lnTo>
                  <a:pt x="184507" y="78105"/>
                </a:lnTo>
                <a:lnTo>
                  <a:pt x="184507" y="87630"/>
                </a:lnTo>
                <a:lnTo>
                  <a:pt x="194032" y="87630"/>
                </a:lnTo>
                <a:lnTo>
                  <a:pt x="194032" y="97155"/>
                </a:lnTo>
                <a:lnTo>
                  <a:pt x="205740" y="97155"/>
                </a:lnTo>
                <a:lnTo>
                  <a:pt x="215265" y="116205"/>
                </a:lnTo>
                <a:lnTo>
                  <a:pt x="243562" y="116205"/>
                </a:lnTo>
                <a:lnTo>
                  <a:pt x="243562" y="97155"/>
                </a:lnTo>
                <a:lnTo>
                  <a:pt x="253087" y="97155"/>
                </a:lnTo>
                <a:lnTo>
                  <a:pt x="253087" y="87630"/>
                </a:lnTo>
                <a:lnTo>
                  <a:pt x="260429" y="87630"/>
                </a:lnTo>
                <a:lnTo>
                  <a:pt x="269954" y="68580"/>
                </a:lnTo>
                <a:lnTo>
                  <a:pt x="270232" y="68580"/>
                </a:lnTo>
                <a:lnTo>
                  <a:pt x="270232" y="78105"/>
                </a:lnTo>
                <a:lnTo>
                  <a:pt x="319762" y="78105"/>
                </a:lnTo>
                <a:lnTo>
                  <a:pt x="319762" y="68580"/>
                </a:lnTo>
                <a:lnTo>
                  <a:pt x="338812" y="68580"/>
                </a:lnTo>
                <a:lnTo>
                  <a:pt x="338812" y="38100"/>
                </a:lnTo>
                <a:lnTo>
                  <a:pt x="329287" y="38100"/>
                </a:lnTo>
                <a:lnTo>
                  <a:pt x="329287" y="19050"/>
                </a:lnTo>
                <a:lnTo>
                  <a:pt x="319762" y="19050"/>
                </a:lnTo>
                <a:lnTo>
                  <a:pt x="319762" y="0"/>
                </a:lnTo>
                <a:lnTo>
                  <a:pt x="289282" y="0"/>
                </a:lnTo>
                <a:lnTo>
                  <a:pt x="289282" y="19050"/>
                </a:lnTo>
                <a:lnTo>
                  <a:pt x="281940" y="19050"/>
                </a:lnTo>
                <a:lnTo>
                  <a:pt x="272415" y="38100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6" name="Projected surface region 65">
            <a:extLst xmlns:a="http://schemas.openxmlformats.org/drawingml/2006/main">
              <a:ext uri="{FF2B5EF4-FFF2-40B4-BE49-F238E27FC236}">
                <a16:creationId xmlns:a16="http://schemas.microsoft.com/office/drawing/2014/main" id="{D96FEFB4-ADA0-48B7-A8BD-0AC8DD9D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10" y="3556635"/>
            <a:ext cx="53062" cy="201930"/>
          </a:xfrm>
          <a:custGeom xmlns:a="http://schemas.openxmlformats.org/drawingml/2006/main">
            <a:pathLst>
              <a:path w="53062" h="201930">
                <a:moveTo>
                  <a:pt x="0" y="0"/>
                </a:moveTo>
                <a:lnTo>
                  <a:pt x="0" y="201930"/>
                </a:lnTo>
                <a:lnTo>
                  <a:pt x="20955" y="201930"/>
                </a:lnTo>
                <a:lnTo>
                  <a:pt x="20955" y="182880"/>
                </a:lnTo>
                <a:lnTo>
                  <a:pt x="30480" y="182880"/>
                </a:lnTo>
                <a:lnTo>
                  <a:pt x="30480" y="163830"/>
                </a:lnTo>
                <a:lnTo>
                  <a:pt x="37822" y="163830"/>
                </a:lnTo>
                <a:lnTo>
                  <a:pt x="53062" y="133350"/>
                </a:lnTo>
                <a:lnTo>
                  <a:pt x="40005" y="133350"/>
                </a:lnTo>
                <a:lnTo>
                  <a:pt x="40005" y="19050"/>
                </a:lnTo>
                <a:lnTo>
                  <a:pt x="30480" y="19050"/>
                </a:lnTo>
                <a:lnTo>
                  <a:pt x="3048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7" name="Projected surface region 66">
            <a:extLst xmlns:a="http://schemas.openxmlformats.org/drawingml/2006/main">
              <a:ext uri="{FF2B5EF4-FFF2-40B4-BE49-F238E27FC236}">
                <a16:creationId xmlns:a16="http://schemas.microsoft.com/office/drawing/2014/main" id="{AE6112D9-FC56-4EE9-B0C0-77E9E15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660" y="3699510"/>
            <a:ext cx="89582" cy="125730"/>
          </a:xfrm>
          <a:custGeom xmlns:a="http://schemas.openxmlformats.org/drawingml/2006/main">
            <a:pathLst>
              <a:path w="89582" h="125730">
                <a:moveTo>
                  <a:pt x="40005" y="9525"/>
                </a:moveTo>
                <a:lnTo>
                  <a:pt x="40005" y="0"/>
                </a:lnTo>
                <a:lnTo>
                  <a:pt x="19050" y="0"/>
                </a:lnTo>
                <a:lnTo>
                  <a:pt x="19050" y="28575"/>
                </a:lnTo>
                <a:lnTo>
                  <a:pt x="9525" y="28575"/>
                </a:lnTo>
                <a:lnTo>
                  <a:pt x="9525" y="47625"/>
                </a:lnTo>
                <a:lnTo>
                  <a:pt x="0" y="47625"/>
                </a:lnTo>
                <a:lnTo>
                  <a:pt x="0" y="97155"/>
                </a:lnTo>
                <a:lnTo>
                  <a:pt x="9525" y="97155"/>
                </a:lnTo>
                <a:lnTo>
                  <a:pt x="9525" y="106680"/>
                </a:lnTo>
                <a:lnTo>
                  <a:pt x="21233" y="106680"/>
                </a:lnTo>
                <a:lnTo>
                  <a:pt x="30758" y="125730"/>
                </a:lnTo>
                <a:lnTo>
                  <a:pt x="59055" y="125730"/>
                </a:lnTo>
                <a:lnTo>
                  <a:pt x="59055" y="116205"/>
                </a:lnTo>
                <a:lnTo>
                  <a:pt x="68580" y="116205"/>
                </a:lnTo>
                <a:lnTo>
                  <a:pt x="68580" y="106680"/>
                </a:lnTo>
                <a:lnTo>
                  <a:pt x="75922" y="106680"/>
                </a:lnTo>
                <a:lnTo>
                  <a:pt x="89582" y="79359"/>
                </a:lnTo>
                <a:lnTo>
                  <a:pt x="68580" y="68858"/>
                </a:lnTo>
                <a:lnTo>
                  <a:pt x="68580" y="38100"/>
                </a:lnTo>
                <a:lnTo>
                  <a:pt x="59055" y="38100"/>
                </a:lnTo>
                <a:lnTo>
                  <a:pt x="59055" y="28575"/>
                </a:lnTo>
                <a:lnTo>
                  <a:pt x="49530" y="28575"/>
                </a:lnTo>
                <a:lnTo>
                  <a:pt x="49530" y="9525"/>
                </a:lnTo>
                <a:lnTo>
                  <a:pt x="40005" y="9525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8" name="Projected surface region 67">
            <a:extLst xmlns:a="http://schemas.openxmlformats.org/drawingml/2006/main">
              <a:ext uri="{FF2B5EF4-FFF2-40B4-BE49-F238E27FC236}">
                <a16:creationId xmlns:a16="http://schemas.microsoft.com/office/drawing/2014/main" id="{56160CE8-7D39-4657-8D71-795BFF25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3623310"/>
            <a:ext cx="97155" cy="78105"/>
          </a:xfrm>
          <a:custGeom xmlns:a="http://schemas.openxmlformats.org/drawingml/2006/main">
            <a:pathLst>
              <a:path w="97155" h="78105">
                <a:moveTo>
                  <a:pt x="47625" y="9525"/>
                </a:moveTo>
                <a:lnTo>
                  <a:pt x="38100" y="9525"/>
                </a:lnTo>
                <a:lnTo>
                  <a:pt x="38100" y="19050"/>
                </a:lnTo>
                <a:lnTo>
                  <a:pt x="19050" y="19050"/>
                </a:lnTo>
                <a:lnTo>
                  <a:pt x="19050" y="30758"/>
                </a:lnTo>
                <a:lnTo>
                  <a:pt x="0" y="40283"/>
                </a:lnTo>
                <a:lnTo>
                  <a:pt x="0" y="59055"/>
                </a:lnTo>
                <a:lnTo>
                  <a:pt x="11708" y="59055"/>
                </a:lnTo>
                <a:lnTo>
                  <a:pt x="21233" y="78105"/>
                </a:lnTo>
                <a:lnTo>
                  <a:pt x="40005" y="78105"/>
                </a:lnTo>
                <a:lnTo>
                  <a:pt x="40005" y="68580"/>
                </a:lnTo>
                <a:lnTo>
                  <a:pt x="97155" y="68580"/>
                </a:lnTo>
                <a:lnTo>
                  <a:pt x="97155" y="49808"/>
                </a:lnTo>
                <a:lnTo>
                  <a:pt x="78105" y="40283"/>
                </a:lnTo>
                <a:lnTo>
                  <a:pt x="78105" y="19050"/>
                </a:lnTo>
                <a:lnTo>
                  <a:pt x="68580" y="19050"/>
                </a:lnTo>
                <a:lnTo>
                  <a:pt x="68580" y="0"/>
                </a:lnTo>
                <a:lnTo>
                  <a:pt x="47625" y="0"/>
                </a:lnTo>
                <a:lnTo>
                  <a:pt x="47625" y="9525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49" name="Projected surface region 68">
            <a:extLst xmlns:a="http://schemas.openxmlformats.org/drawingml/2006/main">
              <a:ext uri="{FF2B5EF4-FFF2-40B4-BE49-F238E27FC236}">
                <a16:creationId xmlns:a16="http://schemas.microsoft.com/office/drawing/2014/main" id="{D8660345-2660-45F5-A787-20294D56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699510"/>
            <a:ext cx="68580" cy="49530"/>
          </a:xfrm>
          <a:custGeom xmlns:a="http://schemas.openxmlformats.org/drawingml/2006/main">
            <a:pathLst>
              <a:path w="68580" h="49530">
                <a:moveTo>
                  <a:pt x="68580" y="49530"/>
                </a:moveTo>
                <a:lnTo>
                  <a:pt x="68580" y="30758"/>
                </a:lnTo>
                <a:lnTo>
                  <a:pt x="49530" y="21233"/>
                </a:lnTo>
                <a:lnTo>
                  <a:pt x="49530" y="0"/>
                </a:lnTo>
                <a:lnTo>
                  <a:pt x="19050" y="0"/>
                </a:lnTo>
                <a:lnTo>
                  <a:pt x="19050" y="19050"/>
                </a:lnTo>
                <a:lnTo>
                  <a:pt x="0" y="19050"/>
                </a:lnTo>
                <a:lnTo>
                  <a:pt x="0" y="40005"/>
                </a:lnTo>
                <a:lnTo>
                  <a:pt x="38100" y="40005"/>
                </a:lnTo>
                <a:lnTo>
                  <a:pt x="38100" y="49530"/>
                </a:lnTo>
                <a:lnTo>
                  <a:pt x="68580" y="49530"/>
                </a:lnTo>
                <a:close/>
              </a:path>
            </a:pathLst>
          </a:custGeom>
          <a:solidFill xmlns:a="http://schemas.openxmlformats.org/drawingml/2006/main">
            <a:srgbClr val="3E4B88"/>
          </a:solidFill>
          <a:ln xmlns:a="http://schemas.openxmlformats.org/drawingml/2006/main" w="0">
            <a:noFill/>
          </a:ln>
        </p:spPr>
      </p:sp>
      <p:sp>
        <p:nvSpPr>
          <p:cNvPr id="150" name="Projected surface region 69">
            <a:extLst xmlns:a="http://schemas.openxmlformats.org/drawingml/2006/main">
              <a:ext uri="{FF2B5EF4-FFF2-40B4-BE49-F238E27FC236}">
                <a16:creationId xmlns:a16="http://schemas.microsoft.com/office/drawing/2014/main" id="{17211F89-670B-4C7A-8F6E-18AB6BBF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883" y="4011883"/>
            <a:ext cx="74065" cy="51482"/>
          </a:xfrm>
          <a:custGeom xmlns:a="http://schemas.openxmlformats.org/drawingml/2006/main">
            <a:pathLst>
              <a:path w="74065" h="51482">
                <a:moveTo>
                  <a:pt x="0" y="24162"/>
                </a:moveTo>
                <a:lnTo>
                  <a:pt x="13660" y="51482"/>
                </a:lnTo>
                <a:lnTo>
                  <a:pt x="74065" y="51482"/>
                </a:lnTo>
                <a:lnTo>
                  <a:pt x="48323" y="0"/>
                </a:lnTo>
                <a:lnTo>
                  <a:pt x="0" y="24162"/>
                </a:lnTo>
                <a:close/>
              </a:path>
            </a:pathLst>
          </a:custGeom>
          <a:solidFill xmlns:a="http://schemas.openxmlformats.org/drawingml/2006/main">
            <a:srgbClr val="7C5691"/>
          </a:solidFill>
          <a:ln xmlns:a="http://schemas.openxmlformats.org/drawingml/2006/main" w="0">
            <a:noFill/>
          </a:ln>
        </p:spPr>
      </p:sp>
      <p:sp>
        <p:nvSpPr>
          <p:cNvPr id="151" name="Projected surface region 70">
            <a:extLst xmlns:a="http://schemas.openxmlformats.org/drawingml/2006/main">
              <a:ext uri="{FF2B5EF4-FFF2-40B4-BE49-F238E27FC236}">
                <a16:creationId xmlns:a16="http://schemas.microsoft.com/office/drawing/2014/main" id="{255B18EB-3F7C-49A8-8BD6-6CBD9784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4080510"/>
            <a:ext cx="344805" cy="224512"/>
          </a:xfrm>
          <a:custGeom xmlns:a="http://schemas.openxmlformats.org/drawingml/2006/main">
            <a:pathLst>
              <a:path w="344805" h="224512">
                <a:moveTo>
                  <a:pt x="0" y="9525"/>
                </a:moveTo>
                <a:lnTo>
                  <a:pt x="0" y="40005"/>
                </a:lnTo>
                <a:lnTo>
                  <a:pt x="9525" y="40005"/>
                </a:lnTo>
                <a:lnTo>
                  <a:pt x="9525" y="68580"/>
                </a:lnTo>
                <a:lnTo>
                  <a:pt x="19050" y="68580"/>
                </a:lnTo>
                <a:lnTo>
                  <a:pt x="19050" y="78105"/>
                </a:lnTo>
                <a:lnTo>
                  <a:pt x="28575" y="78105"/>
                </a:lnTo>
                <a:lnTo>
                  <a:pt x="28575" y="87630"/>
                </a:lnTo>
                <a:lnTo>
                  <a:pt x="40283" y="87630"/>
                </a:lnTo>
                <a:lnTo>
                  <a:pt x="49808" y="106680"/>
                </a:lnTo>
                <a:lnTo>
                  <a:pt x="66675" y="106680"/>
                </a:lnTo>
                <a:lnTo>
                  <a:pt x="66675" y="116205"/>
                </a:lnTo>
                <a:lnTo>
                  <a:pt x="76200" y="116205"/>
                </a:lnTo>
                <a:lnTo>
                  <a:pt x="76200" y="125730"/>
                </a:lnTo>
                <a:lnTo>
                  <a:pt x="85725" y="125730"/>
                </a:lnTo>
                <a:lnTo>
                  <a:pt x="85725" y="135255"/>
                </a:lnTo>
                <a:lnTo>
                  <a:pt x="97433" y="135255"/>
                </a:lnTo>
                <a:lnTo>
                  <a:pt x="106958" y="154305"/>
                </a:lnTo>
                <a:lnTo>
                  <a:pt x="123825" y="154305"/>
                </a:lnTo>
                <a:lnTo>
                  <a:pt x="123825" y="163830"/>
                </a:lnTo>
                <a:lnTo>
                  <a:pt x="133350" y="163830"/>
                </a:lnTo>
                <a:lnTo>
                  <a:pt x="133350" y="173355"/>
                </a:lnTo>
                <a:lnTo>
                  <a:pt x="145058" y="173355"/>
                </a:lnTo>
                <a:lnTo>
                  <a:pt x="154583" y="192405"/>
                </a:lnTo>
                <a:lnTo>
                  <a:pt x="171450" y="192405"/>
                </a:lnTo>
                <a:lnTo>
                  <a:pt x="171450" y="201930"/>
                </a:lnTo>
                <a:lnTo>
                  <a:pt x="183158" y="201930"/>
                </a:lnTo>
                <a:lnTo>
                  <a:pt x="192683" y="220980"/>
                </a:lnTo>
                <a:lnTo>
                  <a:pt x="249555" y="220980"/>
                </a:lnTo>
                <a:lnTo>
                  <a:pt x="249555" y="214987"/>
                </a:lnTo>
                <a:lnTo>
                  <a:pt x="268605" y="224512"/>
                </a:lnTo>
                <a:lnTo>
                  <a:pt x="268605" y="201930"/>
                </a:lnTo>
                <a:lnTo>
                  <a:pt x="306705" y="201930"/>
                </a:lnTo>
                <a:lnTo>
                  <a:pt x="306705" y="192405"/>
                </a:lnTo>
                <a:lnTo>
                  <a:pt x="325755" y="192405"/>
                </a:lnTo>
                <a:lnTo>
                  <a:pt x="325755" y="182880"/>
                </a:lnTo>
                <a:lnTo>
                  <a:pt x="344805" y="182880"/>
                </a:lnTo>
                <a:lnTo>
                  <a:pt x="344805" y="161925"/>
                </a:lnTo>
                <a:lnTo>
                  <a:pt x="325755" y="161925"/>
                </a:lnTo>
                <a:lnTo>
                  <a:pt x="325755" y="152400"/>
                </a:lnTo>
                <a:lnTo>
                  <a:pt x="316230" y="152400"/>
                </a:lnTo>
                <a:lnTo>
                  <a:pt x="316230" y="123825"/>
                </a:lnTo>
                <a:lnTo>
                  <a:pt x="306705" y="123825"/>
                </a:lnTo>
                <a:lnTo>
                  <a:pt x="306705" y="104775"/>
                </a:lnTo>
                <a:lnTo>
                  <a:pt x="297180" y="104775"/>
                </a:lnTo>
                <a:lnTo>
                  <a:pt x="297180" y="66675"/>
                </a:lnTo>
                <a:lnTo>
                  <a:pt x="287655" y="66675"/>
                </a:lnTo>
                <a:lnTo>
                  <a:pt x="287655" y="57150"/>
                </a:lnTo>
                <a:lnTo>
                  <a:pt x="278130" y="57150"/>
                </a:lnTo>
                <a:lnTo>
                  <a:pt x="278130" y="38100"/>
                </a:lnTo>
                <a:lnTo>
                  <a:pt x="268605" y="38100"/>
                </a:lnTo>
                <a:lnTo>
                  <a:pt x="268605" y="0"/>
                </a:lnTo>
                <a:lnTo>
                  <a:pt x="238125" y="0"/>
                </a:lnTo>
                <a:lnTo>
                  <a:pt x="238125" y="9525"/>
                </a:lnTo>
                <a:lnTo>
                  <a:pt x="142875" y="9525"/>
                </a:lnTo>
                <a:lnTo>
                  <a:pt x="142875" y="19050"/>
                </a:lnTo>
                <a:lnTo>
                  <a:pt x="68580" y="19050"/>
                </a:lnTo>
                <a:lnTo>
                  <a:pt x="6858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7C5691"/>
          </a:solidFill>
          <a:ln xmlns:a="http://schemas.openxmlformats.org/drawingml/2006/main" w="0">
            <a:noFill/>
          </a:ln>
        </p:spPr>
      </p:sp>
      <p:sp>
        <p:nvSpPr>
          <p:cNvPr id="152" name="Projected surface region 71">
            <a:extLst xmlns:a="http://schemas.openxmlformats.org/drawingml/2006/main">
              <a:ext uri="{FF2B5EF4-FFF2-40B4-BE49-F238E27FC236}">
                <a16:creationId xmlns:a16="http://schemas.microsoft.com/office/drawing/2014/main" id="{48C167AF-42A2-4CF5-96CE-8F5FC95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935" y="4147185"/>
            <a:ext cx="173355" cy="106680"/>
          </a:xfrm>
          <a:custGeom xmlns:a="http://schemas.openxmlformats.org/drawingml/2006/main">
            <a:pathLst>
              <a:path w="173355" h="106680">
                <a:moveTo>
                  <a:pt x="76200" y="21233"/>
                </a:moveTo>
                <a:lnTo>
                  <a:pt x="76200" y="28575"/>
                </a:lnTo>
                <a:lnTo>
                  <a:pt x="66675" y="28575"/>
                </a:lnTo>
                <a:lnTo>
                  <a:pt x="66675" y="38100"/>
                </a:lnTo>
                <a:lnTo>
                  <a:pt x="57150" y="38100"/>
                </a:lnTo>
                <a:lnTo>
                  <a:pt x="57150" y="47625"/>
                </a:lnTo>
                <a:lnTo>
                  <a:pt x="47625" y="47625"/>
                </a:lnTo>
                <a:lnTo>
                  <a:pt x="47625" y="57150"/>
                </a:lnTo>
                <a:lnTo>
                  <a:pt x="38100" y="57150"/>
                </a:lnTo>
                <a:lnTo>
                  <a:pt x="38100" y="66675"/>
                </a:lnTo>
                <a:lnTo>
                  <a:pt x="30758" y="66675"/>
                </a:lnTo>
                <a:lnTo>
                  <a:pt x="21233" y="85725"/>
                </a:lnTo>
                <a:lnTo>
                  <a:pt x="0" y="85725"/>
                </a:lnTo>
                <a:lnTo>
                  <a:pt x="0" y="106680"/>
                </a:lnTo>
                <a:lnTo>
                  <a:pt x="49530" y="106680"/>
                </a:lnTo>
                <a:lnTo>
                  <a:pt x="49530" y="97155"/>
                </a:lnTo>
                <a:lnTo>
                  <a:pt x="87630" y="97155"/>
                </a:lnTo>
                <a:lnTo>
                  <a:pt x="87630" y="87630"/>
                </a:lnTo>
                <a:lnTo>
                  <a:pt x="116205" y="87630"/>
                </a:lnTo>
                <a:lnTo>
                  <a:pt x="116205" y="78105"/>
                </a:lnTo>
                <a:lnTo>
                  <a:pt x="144780" y="78105"/>
                </a:lnTo>
                <a:lnTo>
                  <a:pt x="144780" y="68580"/>
                </a:lnTo>
                <a:lnTo>
                  <a:pt x="173355" y="68580"/>
                </a:lnTo>
                <a:lnTo>
                  <a:pt x="173355" y="47625"/>
                </a:lnTo>
                <a:lnTo>
                  <a:pt x="163830" y="47625"/>
                </a:lnTo>
                <a:lnTo>
                  <a:pt x="163830" y="38100"/>
                </a:lnTo>
                <a:lnTo>
                  <a:pt x="154305" y="38100"/>
                </a:lnTo>
                <a:lnTo>
                  <a:pt x="154305" y="28575"/>
                </a:lnTo>
                <a:lnTo>
                  <a:pt x="144780" y="28575"/>
                </a:lnTo>
                <a:lnTo>
                  <a:pt x="144780" y="19050"/>
                </a:lnTo>
                <a:lnTo>
                  <a:pt x="133072" y="19050"/>
                </a:lnTo>
                <a:lnTo>
                  <a:pt x="123547" y="0"/>
                </a:lnTo>
                <a:lnTo>
                  <a:pt x="95250" y="0"/>
                </a:lnTo>
                <a:lnTo>
                  <a:pt x="95250" y="11708"/>
                </a:lnTo>
                <a:lnTo>
                  <a:pt x="76200" y="21233"/>
                </a:lnTo>
                <a:close/>
              </a:path>
            </a:pathLst>
          </a:custGeom>
          <a:solidFill xmlns:a="http://schemas.openxmlformats.org/drawingml/2006/main">
            <a:srgbClr val="7C5691"/>
          </a:solidFill>
          <a:ln xmlns:a="http://schemas.openxmlformats.org/drawingml/2006/main" w="0">
            <a:noFill/>
          </a:ln>
        </p:spPr>
      </p:sp>
      <p:sp>
        <p:nvSpPr>
          <p:cNvPr id="153" name="Projected surface region 72">
            <a:extLst xmlns:a="http://schemas.openxmlformats.org/drawingml/2006/main">
              <a:ext uri="{FF2B5EF4-FFF2-40B4-BE49-F238E27FC236}">
                <a16:creationId xmlns:a16="http://schemas.microsoft.com/office/drawing/2014/main" id="{AF0502AB-C1D3-4969-A415-469468F9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1642110"/>
            <a:ext cx="182880" cy="487680"/>
          </a:xfrm>
          <a:custGeom xmlns:a="http://schemas.openxmlformats.org/drawingml/2006/main">
            <a:pathLst>
              <a:path w="182880" h="487680">
                <a:moveTo>
                  <a:pt x="135255" y="144780"/>
                </a:moveTo>
                <a:lnTo>
                  <a:pt x="154305" y="144780"/>
                </a:lnTo>
                <a:lnTo>
                  <a:pt x="154305" y="95250"/>
                </a:lnTo>
                <a:lnTo>
                  <a:pt x="144780" y="95250"/>
                </a:lnTo>
                <a:lnTo>
                  <a:pt x="144780" y="66675"/>
                </a:lnTo>
                <a:lnTo>
                  <a:pt x="135255" y="66675"/>
                </a:lnTo>
                <a:lnTo>
                  <a:pt x="135255" y="28575"/>
                </a:lnTo>
                <a:lnTo>
                  <a:pt x="125730" y="28575"/>
                </a:lnTo>
                <a:lnTo>
                  <a:pt x="125730" y="0"/>
                </a:lnTo>
                <a:lnTo>
                  <a:pt x="104775" y="0"/>
                </a:lnTo>
                <a:lnTo>
                  <a:pt x="104775" y="49530"/>
                </a:lnTo>
                <a:lnTo>
                  <a:pt x="114300" y="49530"/>
                </a:lnTo>
                <a:lnTo>
                  <a:pt x="114300" y="87630"/>
                </a:lnTo>
                <a:lnTo>
                  <a:pt x="123825" y="87630"/>
                </a:lnTo>
                <a:lnTo>
                  <a:pt x="123825" y="95250"/>
                </a:lnTo>
                <a:lnTo>
                  <a:pt x="114022" y="95250"/>
                </a:lnTo>
                <a:lnTo>
                  <a:pt x="104497" y="76200"/>
                </a:lnTo>
                <a:lnTo>
                  <a:pt x="76200" y="76200"/>
                </a:lnTo>
                <a:lnTo>
                  <a:pt x="76200" y="85725"/>
                </a:lnTo>
                <a:lnTo>
                  <a:pt x="47625" y="85725"/>
                </a:lnTo>
                <a:lnTo>
                  <a:pt x="47625" y="95250"/>
                </a:lnTo>
                <a:lnTo>
                  <a:pt x="28575" y="95250"/>
                </a:lnTo>
                <a:lnTo>
                  <a:pt x="28575" y="114300"/>
                </a:lnTo>
                <a:lnTo>
                  <a:pt x="19050" y="114300"/>
                </a:lnTo>
                <a:lnTo>
                  <a:pt x="19050" y="135533"/>
                </a:lnTo>
                <a:lnTo>
                  <a:pt x="0" y="145058"/>
                </a:lnTo>
                <a:lnTo>
                  <a:pt x="0" y="173355"/>
                </a:lnTo>
                <a:lnTo>
                  <a:pt x="9525" y="173355"/>
                </a:lnTo>
                <a:lnTo>
                  <a:pt x="9525" y="201930"/>
                </a:lnTo>
                <a:lnTo>
                  <a:pt x="19050" y="201930"/>
                </a:lnTo>
                <a:lnTo>
                  <a:pt x="19050" y="297180"/>
                </a:lnTo>
                <a:lnTo>
                  <a:pt x="28575" y="297180"/>
                </a:lnTo>
                <a:lnTo>
                  <a:pt x="28575" y="354330"/>
                </a:lnTo>
                <a:lnTo>
                  <a:pt x="38100" y="354330"/>
                </a:lnTo>
                <a:lnTo>
                  <a:pt x="38100" y="411480"/>
                </a:lnTo>
                <a:lnTo>
                  <a:pt x="47625" y="411480"/>
                </a:lnTo>
                <a:lnTo>
                  <a:pt x="47625" y="478155"/>
                </a:lnTo>
                <a:lnTo>
                  <a:pt x="57150" y="478155"/>
                </a:lnTo>
                <a:lnTo>
                  <a:pt x="57150" y="487680"/>
                </a:lnTo>
                <a:lnTo>
                  <a:pt x="78105" y="487680"/>
                </a:lnTo>
                <a:lnTo>
                  <a:pt x="78105" y="478155"/>
                </a:lnTo>
                <a:lnTo>
                  <a:pt x="104497" y="478155"/>
                </a:lnTo>
                <a:lnTo>
                  <a:pt x="123547" y="440055"/>
                </a:lnTo>
                <a:lnTo>
                  <a:pt x="142597" y="440055"/>
                </a:lnTo>
                <a:lnTo>
                  <a:pt x="152122" y="421005"/>
                </a:lnTo>
                <a:lnTo>
                  <a:pt x="173355" y="421005"/>
                </a:lnTo>
                <a:lnTo>
                  <a:pt x="173355" y="411480"/>
                </a:lnTo>
                <a:lnTo>
                  <a:pt x="182880" y="411480"/>
                </a:lnTo>
                <a:lnTo>
                  <a:pt x="182880" y="381000"/>
                </a:lnTo>
                <a:lnTo>
                  <a:pt x="173355" y="381000"/>
                </a:lnTo>
                <a:lnTo>
                  <a:pt x="173355" y="323850"/>
                </a:lnTo>
                <a:lnTo>
                  <a:pt x="163830" y="323850"/>
                </a:lnTo>
                <a:lnTo>
                  <a:pt x="163830" y="276225"/>
                </a:lnTo>
                <a:lnTo>
                  <a:pt x="154305" y="276225"/>
                </a:lnTo>
                <a:lnTo>
                  <a:pt x="154305" y="228600"/>
                </a:lnTo>
                <a:lnTo>
                  <a:pt x="144780" y="228600"/>
                </a:lnTo>
                <a:lnTo>
                  <a:pt x="144780" y="180975"/>
                </a:lnTo>
                <a:lnTo>
                  <a:pt x="135255" y="180975"/>
                </a:lnTo>
                <a:lnTo>
                  <a:pt x="135255" y="144780"/>
                </a:lnTo>
                <a:close/>
                <a:moveTo>
                  <a:pt x="125730" y="125730"/>
                </a:moveTo>
                <a:lnTo>
                  <a:pt x="133350" y="125730"/>
                </a:lnTo>
                <a:lnTo>
                  <a:pt x="133350" y="133350"/>
                </a:lnTo>
                <a:lnTo>
                  <a:pt x="125730" y="133350"/>
                </a:lnTo>
                <a:lnTo>
                  <a:pt x="125730" y="125730"/>
                </a:lnTo>
                <a:close/>
              </a:path>
            </a:pathLst>
          </a:custGeom>
          <a:solidFill xmlns:a="http://schemas.openxmlformats.org/drawingml/2006/main">
            <a:srgbClr val="8CD459"/>
          </a:solidFill>
          <a:ln xmlns:a="http://schemas.openxmlformats.org/drawingml/2006/main" w="0">
            <a:noFill/>
          </a:ln>
        </p:spPr>
      </p:sp>
      <p:sp>
        <p:nvSpPr>
          <p:cNvPr id="154" name="Projected surface region 73">
            <a:extLst xmlns:a="http://schemas.openxmlformats.org/drawingml/2006/main">
              <a:ext uri="{FF2B5EF4-FFF2-40B4-BE49-F238E27FC236}">
                <a16:creationId xmlns:a16="http://schemas.microsoft.com/office/drawing/2014/main" id="{468BE4A3-C7A6-4FD4-AFFE-EAB442EA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710" y="2737485"/>
            <a:ext cx="487680" cy="401955"/>
          </a:xfrm>
          <a:custGeom xmlns:a="http://schemas.openxmlformats.org/drawingml/2006/main">
            <a:pathLst>
              <a:path w="487680" h="401955">
                <a:moveTo>
                  <a:pt x="57150" y="68858"/>
                </a:moveTo>
                <a:lnTo>
                  <a:pt x="57150" y="76200"/>
                </a:lnTo>
                <a:lnTo>
                  <a:pt x="47625" y="76200"/>
                </a:lnTo>
                <a:lnTo>
                  <a:pt x="47625" y="85725"/>
                </a:lnTo>
                <a:lnTo>
                  <a:pt x="38100" y="85725"/>
                </a:lnTo>
                <a:lnTo>
                  <a:pt x="38100" y="95250"/>
                </a:lnTo>
                <a:lnTo>
                  <a:pt x="28575" y="95250"/>
                </a:lnTo>
                <a:lnTo>
                  <a:pt x="28575" y="106958"/>
                </a:lnTo>
                <a:lnTo>
                  <a:pt x="9525" y="116483"/>
                </a:lnTo>
                <a:lnTo>
                  <a:pt x="9525" y="133350"/>
                </a:lnTo>
                <a:lnTo>
                  <a:pt x="0" y="133350"/>
                </a:lnTo>
                <a:lnTo>
                  <a:pt x="0" y="154305"/>
                </a:lnTo>
                <a:lnTo>
                  <a:pt x="9525" y="154305"/>
                </a:lnTo>
                <a:lnTo>
                  <a:pt x="9525" y="240030"/>
                </a:lnTo>
                <a:lnTo>
                  <a:pt x="19050" y="240030"/>
                </a:lnTo>
                <a:lnTo>
                  <a:pt x="19050" y="278130"/>
                </a:lnTo>
                <a:lnTo>
                  <a:pt x="28575" y="278130"/>
                </a:lnTo>
                <a:lnTo>
                  <a:pt x="28575" y="325755"/>
                </a:lnTo>
                <a:lnTo>
                  <a:pt x="38100" y="325755"/>
                </a:lnTo>
                <a:lnTo>
                  <a:pt x="38100" y="354330"/>
                </a:lnTo>
                <a:lnTo>
                  <a:pt x="49808" y="354330"/>
                </a:lnTo>
                <a:lnTo>
                  <a:pt x="59333" y="373380"/>
                </a:lnTo>
                <a:lnTo>
                  <a:pt x="85725" y="373380"/>
                </a:lnTo>
                <a:lnTo>
                  <a:pt x="85725" y="382905"/>
                </a:lnTo>
                <a:lnTo>
                  <a:pt x="97433" y="382905"/>
                </a:lnTo>
                <a:lnTo>
                  <a:pt x="106958" y="401955"/>
                </a:lnTo>
                <a:lnTo>
                  <a:pt x="135255" y="401955"/>
                </a:lnTo>
                <a:lnTo>
                  <a:pt x="135255" y="363855"/>
                </a:lnTo>
                <a:lnTo>
                  <a:pt x="144780" y="363855"/>
                </a:lnTo>
                <a:lnTo>
                  <a:pt x="144780" y="335280"/>
                </a:lnTo>
                <a:lnTo>
                  <a:pt x="152400" y="335280"/>
                </a:lnTo>
                <a:lnTo>
                  <a:pt x="152400" y="354330"/>
                </a:lnTo>
                <a:lnTo>
                  <a:pt x="173355" y="354330"/>
                </a:lnTo>
                <a:lnTo>
                  <a:pt x="173355" y="316230"/>
                </a:lnTo>
                <a:lnTo>
                  <a:pt x="182880" y="316230"/>
                </a:lnTo>
                <a:lnTo>
                  <a:pt x="182880" y="278130"/>
                </a:lnTo>
                <a:lnTo>
                  <a:pt x="192405" y="278130"/>
                </a:lnTo>
                <a:lnTo>
                  <a:pt x="192405" y="259080"/>
                </a:lnTo>
                <a:lnTo>
                  <a:pt x="201930" y="259080"/>
                </a:lnTo>
                <a:lnTo>
                  <a:pt x="201930" y="228322"/>
                </a:lnTo>
                <a:lnTo>
                  <a:pt x="220980" y="218797"/>
                </a:lnTo>
                <a:lnTo>
                  <a:pt x="220980" y="192405"/>
                </a:lnTo>
                <a:lnTo>
                  <a:pt x="230505" y="192405"/>
                </a:lnTo>
                <a:lnTo>
                  <a:pt x="230505" y="163830"/>
                </a:lnTo>
                <a:lnTo>
                  <a:pt x="240030" y="163830"/>
                </a:lnTo>
                <a:lnTo>
                  <a:pt x="240030" y="154305"/>
                </a:lnTo>
                <a:lnTo>
                  <a:pt x="247650" y="154305"/>
                </a:lnTo>
                <a:lnTo>
                  <a:pt x="247650" y="163830"/>
                </a:lnTo>
                <a:lnTo>
                  <a:pt x="257175" y="163830"/>
                </a:lnTo>
                <a:lnTo>
                  <a:pt x="257175" y="173355"/>
                </a:lnTo>
                <a:lnTo>
                  <a:pt x="266700" y="173355"/>
                </a:lnTo>
                <a:lnTo>
                  <a:pt x="266700" y="182880"/>
                </a:lnTo>
                <a:lnTo>
                  <a:pt x="276225" y="182880"/>
                </a:lnTo>
                <a:lnTo>
                  <a:pt x="276225" y="192405"/>
                </a:lnTo>
                <a:lnTo>
                  <a:pt x="287933" y="192405"/>
                </a:lnTo>
                <a:lnTo>
                  <a:pt x="297458" y="211455"/>
                </a:lnTo>
                <a:lnTo>
                  <a:pt x="314325" y="211455"/>
                </a:lnTo>
                <a:lnTo>
                  <a:pt x="314325" y="220980"/>
                </a:lnTo>
                <a:lnTo>
                  <a:pt x="323850" y="220980"/>
                </a:lnTo>
                <a:lnTo>
                  <a:pt x="323850" y="230505"/>
                </a:lnTo>
                <a:lnTo>
                  <a:pt x="333375" y="230505"/>
                </a:lnTo>
                <a:lnTo>
                  <a:pt x="333375" y="240030"/>
                </a:lnTo>
                <a:lnTo>
                  <a:pt x="342900" y="240030"/>
                </a:lnTo>
                <a:lnTo>
                  <a:pt x="342900" y="249555"/>
                </a:lnTo>
                <a:lnTo>
                  <a:pt x="352425" y="249555"/>
                </a:lnTo>
                <a:lnTo>
                  <a:pt x="352425" y="259080"/>
                </a:lnTo>
                <a:lnTo>
                  <a:pt x="361950" y="259080"/>
                </a:lnTo>
                <a:lnTo>
                  <a:pt x="361950" y="268605"/>
                </a:lnTo>
                <a:lnTo>
                  <a:pt x="371475" y="268605"/>
                </a:lnTo>
                <a:lnTo>
                  <a:pt x="371475" y="278130"/>
                </a:lnTo>
                <a:lnTo>
                  <a:pt x="381000" y="278130"/>
                </a:lnTo>
                <a:lnTo>
                  <a:pt x="381000" y="285472"/>
                </a:lnTo>
                <a:lnTo>
                  <a:pt x="400050" y="294997"/>
                </a:lnTo>
                <a:lnTo>
                  <a:pt x="400050" y="316230"/>
                </a:lnTo>
                <a:lnTo>
                  <a:pt x="409575" y="316230"/>
                </a:lnTo>
                <a:lnTo>
                  <a:pt x="409575" y="325755"/>
                </a:lnTo>
                <a:lnTo>
                  <a:pt x="430530" y="325755"/>
                </a:lnTo>
                <a:lnTo>
                  <a:pt x="430530" y="306705"/>
                </a:lnTo>
                <a:lnTo>
                  <a:pt x="440055" y="306705"/>
                </a:lnTo>
                <a:lnTo>
                  <a:pt x="440055" y="278130"/>
                </a:lnTo>
                <a:lnTo>
                  <a:pt x="449580" y="278130"/>
                </a:lnTo>
                <a:lnTo>
                  <a:pt x="449580" y="268605"/>
                </a:lnTo>
                <a:lnTo>
                  <a:pt x="459105" y="268605"/>
                </a:lnTo>
                <a:lnTo>
                  <a:pt x="459105" y="256897"/>
                </a:lnTo>
                <a:lnTo>
                  <a:pt x="478155" y="247372"/>
                </a:lnTo>
                <a:lnTo>
                  <a:pt x="478155" y="220980"/>
                </a:lnTo>
                <a:lnTo>
                  <a:pt x="487680" y="220980"/>
                </a:lnTo>
                <a:lnTo>
                  <a:pt x="487680" y="180975"/>
                </a:lnTo>
                <a:lnTo>
                  <a:pt x="478155" y="180975"/>
                </a:lnTo>
                <a:lnTo>
                  <a:pt x="478155" y="171450"/>
                </a:lnTo>
                <a:lnTo>
                  <a:pt x="468630" y="171450"/>
                </a:lnTo>
                <a:lnTo>
                  <a:pt x="468630" y="161925"/>
                </a:lnTo>
                <a:lnTo>
                  <a:pt x="459105" y="161925"/>
                </a:lnTo>
                <a:lnTo>
                  <a:pt x="459105" y="152400"/>
                </a:lnTo>
                <a:lnTo>
                  <a:pt x="449580" y="152400"/>
                </a:lnTo>
                <a:lnTo>
                  <a:pt x="449580" y="145058"/>
                </a:lnTo>
                <a:lnTo>
                  <a:pt x="430530" y="135533"/>
                </a:lnTo>
                <a:lnTo>
                  <a:pt x="430530" y="114300"/>
                </a:lnTo>
                <a:lnTo>
                  <a:pt x="421005" y="114300"/>
                </a:lnTo>
                <a:lnTo>
                  <a:pt x="421005" y="104775"/>
                </a:lnTo>
                <a:lnTo>
                  <a:pt x="409297" y="104775"/>
                </a:lnTo>
                <a:lnTo>
                  <a:pt x="399772" y="85725"/>
                </a:lnTo>
                <a:lnTo>
                  <a:pt x="382905" y="85725"/>
                </a:lnTo>
                <a:lnTo>
                  <a:pt x="382905" y="66675"/>
                </a:lnTo>
                <a:lnTo>
                  <a:pt x="371197" y="66675"/>
                </a:lnTo>
                <a:lnTo>
                  <a:pt x="361672" y="47625"/>
                </a:lnTo>
                <a:lnTo>
                  <a:pt x="344805" y="47625"/>
                </a:lnTo>
                <a:lnTo>
                  <a:pt x="344805" y="38100"/>
                </a:lnTo>
                <a:lnTo>
                  <a:pt x="333097" y="38100"/>
                </a:lnTo>
                <a:lnTo>
                  <a:pt x="323572" y="19050"/>
                </a:lnTo>
                <a:lnTo>
                  <a:pt x="304522" y="19050"/>
                </a:lnTo>
                <a:lnTo>
                  <a:pt x="294997" y="0"/>
                </a:lnTo>
                <a:lnTo>
                  <a:pt x="276225" y="0"/>
                </a:lnTo>
                <a:lnTo>
                  <a:pt x="276225" y="19050"/>
                </a:lnTo>
                <a:lnTo>
                  <a:pt x="266700" y="19050"/>
                </a:lnTo>
                <a:lnTo>
                  <a:pt x="266700" y="38100"/>
                </a:lnTo>
                <a:lnTo>
                  <a:pt x="257175" y="38100"/>
                </a:lnTo>
                <a:lnTo>
                  <a:pt x="257175" y="66675"/>
                </a:lnTo>
                <a:lnTo>
                  <a:pt x="247650" y="66675"/>
                </a:lnTo>
                <a:lnTo>
                  <a:pt x="247650" y="95250"/>
                </a:lnTo>
                <a:lnTo>
                  <a:pt x="238125" y="95250"/>
                </a:lnTo>
                <a:lnTo>
                  <a:pt x="238125" y="123825"/>
                </a:lnTo>
                <a:lnTo>
                  <a:pt x="220980" y="123825"/>
                </a:lnTo>
                <a:lnTo>
                  <a:pt x="220980" y="114300"/>
                </a:lnTo>
                <a:lnTo>
                  <a:pt x="201930" y="114300"/>
                </a:lnTo>
                <a:lnTo>
                  <a:pt x="201930" y="104775"/>
                </a:lnTo>
                <a:lnTo>
                  <a:pt x="182880" y="104775"/>
                </a:lnTo>
                <a:lnTo>
                  <a:pt x="182880" y="95250"/>
                </a:lnTo>
                <a:lnTo>
                  <a:pt x="163830" y="95250"/>
                </a:lnTo>
                <a:lnTo>
                  <a:pt x="163830" y="85725"/>
                </a:lnTo>
                <a:lnTo>
                  <a:pt x="87630" y="85725"/>
                </a:lnTo>
                <a:lnTo>
                  <a:pt x="87630" y="78105"/>
                </a:lnTo>
                <a:lnTo>
                  <a:pt x="97155" y="78105"/>
                </a:lnTo>
                <a:lnTo>
                  <a:pt x="97155" y="47625"/>
                </a:lnTo>
                <a:lnTo>
                  <a:pt x="76200" y="47625"/>
                </a:lnTo>
                <a:lnTo>
                  <a:pt x="76200" y="59333"/>
                </a:lnTo>
                <a:lnTo>
                  <a:pt x="57150" y="68858"/>
                </a:lnTo>
                <a:close/>
                <a:moveTo>
                  <a:pt x="129262" y="285750"/>
                </a:moveTo>
                <a:lnTo>
                  <a:pt x="133072" y="278130"/>
                </a:lnTo>
                <a:lnTo>
                  <a:pt x="139343" y="278130"/>
                </a:lnTo>
                <a:lnTo>
                  <a:pt x="135533" y="285750"/>
                </a:lnTo>
                <a:lnTo>
                  <a:pt x="129262" y="285750"/>
                </a:lnTo>
                <a:close/>
              </a:path>
            </a:pathLst>
          </a:custGeom>
          <a:solidFill xmlns:a="http://schemas.openxmlformats.org/drawingml/2006/main">
            <a:srgbClr val="28888F"/>
          </a:solidFill>
          <a:ln xmlns:a="http://schemas.openxmlformats.org/drawingml/2006/main" w="0">
            <a:noFill/>
          </a:ln>
        </p:spPr>
      </p:sp>
      <p:sp>
        <p:nvSpPr>
          <p:cNvPr id="155" name="Projected surface region 74">
            <a:extLst xmlns:a="http://schemas.openxmlformats.org/drawingml/2006/main">
              <a:ext uri="{FF2B5EF4-FFF2-40B4-BE49-F238E27FC236}">
                <a16:creationId xmlns:a16="http://schemas.microsoft.com/office/drawing/2014/main" id="{0B4CC1F6-261C-46CD-BB11-8949B94A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185" y="3813810"/>
            <a:ext cx="592455" cy="163830"/>
          </a:xfrm>
          <a:custGeom xmlns:a="http://schemas.openxmlformats.org/drawingml/2006/main">
            <a:pathLst>
              <a:path w="592455" h="163830">
                <a:moveTo>
                  <a:pt x="28575" y="21233"/>
                </a:moveTo>
                <a:lnTo>
                  <a:pt x="28575" y="30758"/>
                </a:lnTo>
                <a:lnTo>
                  <a:pt x="9525" y="40283"/>
                </a:lnTo>
                <a:lnTo>
                  <a:pt x="9525" y="57150"/>
                </a:lnTo>
                <a:lnTo>
                  <a:pt x="0" y="57150"/>
                </a:lnTo>
                <a:lnTo>
                  <a:pt x="0" y="97155"/>
                </a:lnTo>
                <a:lnTo>
                  <a:pt x="19050" y="97155"/>
                </a:lnTo>
                <a:lnTo>
                  <a:pt x="19050" y="106680"/>
                </a:lnTo>
                <a:lnTo>
                  <a:pt x="57150" y="106680"/>
                </a:lnTo>
                <a:lnTo>
                  <a:pt x="57150" y="116205"/>
                </a:lnTo>
                <a:lnTo>
                  <a:pt x="135533" y="116205"/>
                </a:lnTo>
                <a:lnTo>
                  <a:pt x="145058" y="135255"/>
                </a:lnTo>
                <a:lnTo>
                  <a:pt x="163830" y="135255"/>
                </a:lnTo>
                <a:lnTo>
                  <a:pt x="163830" y="123547"/>
                </a:lnTo>
                <a:lnTo>
                  <a:pt x="174609" y="118157"/>
                </a:lnTo>
                <a:lnTo>
                  <a:pt x="183158" y="135255"/>
                </a:lnTo>
                <a:lnTo>
                  <a:pt x="200025" y="135255"/>
                </a:lnTo>
                <a:lnTo>
                  <a:pt x="200025" y="144780"/>
                </a:lnTo>
                <a:lnTo>
                  <a:pt x="206018" y="144780"/>
                </a:lnTo>
                <a:lnTo>
                  <a:pt x="196493" y="163830"/>
                </a:lnTo>
                <a:lnTo>
                  <a:pt x="335280" y="163830"/>
                </a:lnTo>
                <a:lnTo>
                  <a:pt x="335280" y="154305"/>
                </a:lnTo>
                <a:lnTo>
                  <a:pt x="363855" y="154305"/>
                </a:lnTo>
                <a:lnTo>
                  <a:pt x="363855" y="144780"/>
                </a:lnTo>
                <a:lnTo>
                  <a:pt x="381000" y="144780"/>
                </a:lnTo>
                <a:lnTo>
                  <a:pt x="381000" y="154305"/>
                </a:lnTo>
                <a:lnTo>
                  <a:pt x="478155" y="154305"/>
                </a:lnTo>
                <a:lnTo>
                  <a:pt x="478155" y="144780"/>
                </a:lnTo>
                <a:lnTo>
                  <a:pt x="506730" y="144780"/>
                </a:lnTo>
                <a:lnTo>
                  <a:pt x="506730" y="135255"/>
                </a:lnTo>
                <a:lnTo>
                  <a:pt x="525780" y="135255"/>
                </a:lnTo>
                <a:lnTo>
                  <a:pt x="525780" y="125730"/>
                </a:lnTo>
                <a:lnTo>
                  <a:pt x="554355" y="125730"/>
                </a:lnTo>
                <a:lnTo>
                  <a:pt x="554355" y="116205"/>
                </a:lnTo>
                <a:lnTo>
                  <a:pt x="573405" y="116205"/>
                </a:lnTo>
                <a:lnTo>
                  <a:pt x="573405" y="104497"/>
                </a:lnTo>
                <a:lnTo>
                  <a:pt x="592455" y="94972"/>
                </a:lnTo>
                <a:lnTo>
                  <a:pt x="592455" y="76200"/>
                </a:lnTo>
                <a:lnTo>
                  <a:pt x="516255" y="76200"/>
                </a:lnTo>
                <a:lnTo>
                  <a:pt x="516255" y="66675"/>
                </a:lnTo>
                <a:lnTo>
                  <a:pt x="497205" y="66675"/>
                </a:lnTo>
                <a:lnTo>
                  <a:pt x="497205" y="57150"/>
                </a:lnTo>
                <a:lnTo>
                  <a:pt x="478155" y="57150"/>
                </a:lnTo>
                <a:lnTo>
                  <a:pt x="478155" y="47625"/>
                </a:lnTo>
                <a:lnTo>
                  <a:pt x="459105" y="47625"/>
                </a:lnTo>
                <a:lnTo>
                  <a:pt x="459105" y="38100"/>
                </a:lnTo>
                <a:lnTo>
                  <a:pt x="447397" y="38100"/>
                </a:lnTo>
                <a:lnTo>
                  <a:pt x="437872" y="19050"/>
                </a:lnTo>
                <a:lnTo>
                  <a:pt x="400050" y="19050"/>
                </a:lnTo>
                <a:lnTo>
                  <a:pt x="400050" y="38100"/>
                </a:lnTo>
                <a:lnTo>
                  <a:pt x="390525" y="38100"/>
                </a:lnTo>
                <a:lnTo>
                  <a:pt x="390525" y="47625"/>
                </a:lnTo>
                <a:lnTo>
                  <a:pt x="381000" y="47625"/>
                </a:lnTo>
                <a:lnTo>
                  <a:pt x="381000" y="59333"/>
                </a:lnTo>
                <a:lnTo>
                  <a:pt x="361950" y="68858"/>
                </a:lnTo>
                <a:lnTo>
                  <a:pt x="361950" y="85725"/>
                </a:lnTo>
                <a:lnTo>
                  <a:pt x="306705" y="85725"/>
                </a:lnTo>
                <a:lnTo>
                  <a:pt x="306705" y="76200"/>
                </a:lnTo>
                <a:lnTo>
                  <a:pt x="259080" y="76200"/>
                </a:lnTo>
                <a:lnTo>
                  <a:pt x="259080" y="66675"/>
                </a:lnTo>
                <a:lnTo>
                  <a:pt x="200025" y="66675"/>
                </a:lnTo>
                <a:lnTo>
                  <a:pt x="200025" y="76200"/>
                </a:lnTo>
                <a:lnTo>
                  <a:pt x="192683" y="76200"/>
                </a:lnTo>
                <a:lnTo>
                  <a:pt x="183158" y="95250"/>
                </a:lnTo>
                <a:lnTo>
                  <a:pt x="173355" y="95250"/>
                </a:lnTo>
                <a:lnTo>
                  <a:pt x="173355" y="85725"/>
                </a:lnTo>
                <a:lnTo>
                  <a:pt x="152122" y="85725"/>
                </a:lnTo>
                <a:lnTo>
                  <a:pt x="142597" y="66675"/>
                </a:lnTo>
                <a:lnTo>
                  <a:pt x="125730" y="66675"/>
                </a:lnTo>
                <a:lnTo>
                  <a:pt x="125730" y="57150"/>
                </a:lnTo>
                <a:lnTo>
                  <a:pt x="116205" y="57150"/>
                </a:lnTo>
                <a:lnTo>
                  <a:pt x="116205" y="47625"/>
                </a:lnTo>
                <a:lnTo>
                  <a:pt x="106680" y="47625"/>
                </a:lnTo>
                <a:lnTo>
                  <a:pt x="106680" y="38100"/>
                </a:lnTo>
                <a:lnTo>
                  <a:pt x="97155" y="38100"/>
                </a:lnTo>
                <a:lnTo>
                  <a:pt x="97155" y="28575"/>
                </a:lnTo>
                <a:lnTo>
                  <a:pt x="87630" y="28575"/>
                </a:lnTo>
                <a:lnTo>
                  <a:pt x="87630" y="19050"/>
                </a:lnTo>
                <a:lnTo>
                  <a:pt x="75922" y="19050"/>
                </a:lnTo>
                <a:lnTo>
                  <a:pt x="66397" y="0"/>
                </a:lnTo>
                <a:lnTo>
                  <a:pt x="47625" y="0"/>
                </a:lnTo>
                <a:lnTo>
                  <a:pt x="47625" y="11708"/>
                </a:lnTo>
                <a:lnTo>
                  <a:pt x="28575" y="21233"/>
                </a:lnTo>
                <a:close/>
              </a:path>
            </a:pathLst>
          </a:custGeom>
          <a:solidFill xmlns:a="http://schemas.openxmlformats.org/drawingml/2006/main">
            <a:srgbClr val="47347F"/>
          </a:solidFill>
          <a:ln xmlns:a="http://schemas.openxmlformats.org/drawingml/2006/main" w="0">
            <a:noFill/>
          </a:ln>
        </p:spPr>
      </p:sp>
      <p:sp>
        <p:nvSpPr>
          <p:cNvPr id="156" name="Projected surface region 75">
            <a:extLst xmlns:a="http://schemas.openxmlformats.org/drawingml/2006/main">
              <a:ext uri="{FF2B5EF4-FFF2-40B4-BE49-F238E27FC236}">
                <a16:creationId xmlns:a16="http://schemas.microsoft.com/office/drawing/2014/main" id="{BAA632B4-25C7-4621-81B3-4F0D0682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785235"/>
            <a:ext cx="575357" cy="240030"/>
          </a:xfrm>
          <a:custGeom xmlns:a="http://schemas.openxmlformats.org/drawingml/2006/main">
            <a:pathLst>
              <a:path w="575357" h="240030">
                <a:moveTo>
                  <a:pt x="47625" y="114300"/>
                </a:moveTo>
                <a:lnTo>
                  <a:pt x="30480" y="114300"/>
                </a:lnTo>
                <a:lnTo>
                  <a:pt x="30480" y="104775"/>
                </a:lnTo>
                <a:lnTo>
                  <a:pt x="0" y="104775"/>
                </a:lnTo>
                <a:lnTo>
                  <a:pt x="0" y="125730"/>
                </a:lnTo>
                <a:lnTo>
                  <a:pt x="9525" y="125730"/>
                </a:lnTo>
                <a:lnTo>
                  <a:pt x="9525" y="133072"/>
                </a:lnTo>
                <a:lnTo>
                  <a:pt x="28575" y="142597"/>
                </a:lnTo>
                <a:lnTo>
                  <a:pt x="28575" y="163830"/>
                </a:lnTo>
                <a:lnTo>
                  <a:pt x="40283" y="163830"/>
                </a:lnTo>
                <a:lnTo>
                  <a:pt x="49808" y="182880"/>
                </a:lnTo>
                <a:lnTo>
                  <a:pt x="66675" y="182880"/>
                </a:lnTo>
                <a:lnTo>
                  <a:pt x="68580" y="182880"/>
                </a:lnTo>
                <a:lnTo>
                  <a:pt x="144780" y="182880"/>
                </a:lnTo>
                <a:lnTo>
                  <a:pt x="144780" y="173355"/>
                </a:lnTo>
                <a:lnTo>
                  <a:pt x="152122" y="173355"/>
                </a:lnTo>
                <a:lnTo>
                  <a:pt x="161647" y="154305"/>
                </a:lnTo>
                <a:lnTo>
                  <a:pt x="201930" y="154305"/>
                </a:lnTo>
                <a:lnTo>
                  <a:pt x="201930" y="153075"/>
                </a:lnTo>
                <a:lnTo>
                  <a:pt x="219075" y="161647"/>
                </a:lnTo>
                <a:lnTo>
                  <a:pt x="219075" y="182880"/>
                </a:lnTo>
                <a:lnTo>
                  <a:pt x="228600" y="182880"/>
                </a:lnTo>
                <a:lnTo>
                  <a:pt x="228600" y="192405"/>
                </a:lnTo>
                <a:lnTo>
                  <a:pt x="238125" y="192405"/>
                </a:lnTo>
                <a:lnTo>
                  <a:pt x="238125" y="199747"/>
                </a:lnTo>
                <a:lnTo>
                  <a:pt x="257175" y="209272"/>
                </a:lnTo>
                <a:lnTo>
                  <a:pt x="257175" y="230505"/>
                </a:lnTo>
                <a:lnTo>
                  <a:pt x="266700" y="230505"/>
                </a:lnTo>
                <a:lnTo>
                  <a:pt x="266700" y="240030"/>
                </a:lnTo>
                <a:lnTo>
                  <a:pt x="297180" y="240030"/>
                </a:lnTo>
                <a:lnTo>
                  <a:pt x="297180" y="230505"/>
                </a:lnTo>
                <a:lnTo>
                  <a:pt x="304522" y="230505"/>
                </a:lnTo>
                <a:lnTo>
                  <a:pt x="314047" y="211455"/>
                </a:lnTo>
                <a:lnTo>
                  <a:pt x="335280" y="211455"/>
                </a:lnTo>
                <a:lnTo>
                  <a:pt x="335280" y="201930"/>
                </a:lnTo>
                <a:lnTo>
                  <a:pt x="344805" y="201930"/>
                </a:lnTo>
                <a:lnTo>
                  <a:pt x="344805" y="190222"/>
                </a:lnTo>
                <a:lnTo>
                  <a:pt x="363855" y="180697"/>
                </a:lnTo>
                <a:lnTo>
                  <a:pt x="363855" y="163830"/>
                </a:lnTo>
                <a:lnTo>
                  <a:pt x="373380" y="163830"/>
                </a:lnTo>
                <a:lnTo>
                  <a:pt x="373380" y="154305"/>
                </a:lnTo>
                <a:lnTo>
                  <a:pt x="382905" y="154305"/>
                </a:lnTo>
                <a:lnTo>
                  <a:pt x="382905" y="144780"/>
                </a:lnTo>
                <a:lnTo>
                  <a:pt x="392430" y="144780"/>
                </a:lnTo>
                <a:lnTo>
                  <a:pt x="392430" y="135255"/>
                </a:lnTo>
                <a:lnTo>
                  <a:pt x="399772" y="135255"/>
                </a:lnTo>
                <a:lnTo>
                  <a:pt x="409297" y="116205"/>
                </a:lnTo>
                <a:lnTo>
                  <a:pt x="409575" y="116205"/>
                </a:lnTo>
                <a:lnTo>
                  <a:pt x="409575" y="125730"/>
                </a:lnTo>
                <a:lnTo>
                  <a:pt x="419100" y="125730"/>
                </a:lnTo>
                <a:lnTo>
                  <a:pt x="419100" y="135255"/>
                </a:lnTo>
                <a:lnTo>
                  <a:pt x="428625" y="135255"/>
                </a:lnTo>
                <a:lnTo>
                  <a:pt x="428625" y="144780"/>
                </a:lnTo>
                <a:lnTo>
                  <a:pt x="440333" y="144780"/>
                </a:lnTo>
                <a:lnTo>
                  <a:pt x="449858" y="163830"/>
                </a:lnTo>
                <a:lnTo>
                  <a:pt x="466725" y="163830"/>
                </a:lnTo>
                <a:lnTo>
                  <a:pt x="466725" y="173355"/>
                </a:lnTo>
                <a:lnTo>
                  <a:pt x="478433" y="173355"/>
                </a:lnTo>
                <a:lnTo>
                  <a:pt x="487958" y="192405"/>
                </a:lnTo>
                <a:lnTo>
                  <a:pt x="504825" y="192405"/>
                </a:lnTo>
                <a:lnTo>
                  <a:pt x="504825" y="201930"/>
                </a:lnTo>
                <a:lnTo>
                  <a:pt x="535305" y="201930"/>
                </a:lnTo>
                <a:lnTo>
                  <a:pt x="535305" y="192405"/>
                </a:lnTo>
                <a:lnTo>
                  <a:pt x="544830" y="192405"/>
                </a:lnTo>
                <a:lnTo>
                  <a:pt x="544830" y="182880"/>
                </a:lnTo>
                <a:lnTo>
                  <a:pt x="554355" y="182880"/>
                </a:lnTo>
                <a:lnTo>
                  <a:pt x="554355" y="171172"/>
                </a:lnTo>
                <a:lnTo>
                  <a:pt x="575357" y="160671"/>
                </a:lnTo>
                <a:lnTo>
                  <a:pt x="561697" y="133350"/>
                </a:lnTo>
                <a:lnTo>
                  <a:pt x="544830" y="133350"/>
                </a:lnTo>
                <a:lnTo>
                  <a:pt x="544830" y="123825"/>
                </a:lnTo>
                <a:lnTo>
                  <a:pt x="525780" y="123825"/>
                </a:lnTo>
                <a:lnTo>
                  <a:pt x="525780" y="114300"/>
                </a:lnTo>
                <a:lnTo>
                  <a:pt x="506730" y="114300"/>
                </a:lnTo>
                <a:lnTo>
                  <a:pt x="506730" y="104775"/>
                </a:lnTo>
                <a:lnTo>
                  <a:pt x="487680" y="104775"/>
                </a:lnTo>
                <a:lnTo>
                  <a:pt x="487680" y="95250"/>
                </a:lnTo>
                <a:lnTo>
                  <a:pt x="459105" y="95250"/>
                </a:lnTo>
                <a:lnTo>
                  <a:pt x="459105" y="85725"/>
                </a:lnTo>
                <a:lnTo>
                  <a:pt x="419100" y="85725"/>
                </a:lnTo>
                <a:lnTo>
                  <a:pt x="419100" y="95250"/>
                </a:lnTo>
                <a:lnTo>
                  <a:pt x="411480" y="95250"/>
                </a:lnTo>
                <a:lnTo>
                  <a:pt x="411480" y="85725"/>
                </a:lnTo>
                <a:lnTo>
                  <a:pt x="401955" y="85725"/>
                </a:lnTo>
                <a:lnTo>
                  <a:pt x="401955" y="76200"/>
                </a:lnTo>
                <a:lnTo>
                  <a:pt x="392430" y="76200"/>
                </a:lnTo>
                <a:lnTo>
                  <a:pt x="392430" y="66675"/>
                </a:lnTo>
                <a:lnTo>
                  <a:pt x="382905" y="66675"/>
                </a:lnTo>
                <a:lnTo>
                  <a:pt x="382905" y="57150"/>
                </a:lnTo>
                <a:lnTo>
                  <a:pt x="371197" y="57150"/>
                </a:lnTo>
                <a:lnTo>
                  <a:pt x="361672" y="38100"/>
                </a:lnTo>
                <a:lnTo>
                  <a:pt x="335280" y="38100"/>
                </a:lnTo>
                <a:lnTo>
                  <a:pt x="335280" y="28575"/>
                </a:lnTo>
                <a:lnTo>
                  <a:pt x="323572" y="28575"/>
                </a:lnTo>
                <a:lnTo>
                  <a:pt x="314047" y="9525"/>
                </a:lnTo>
                <a:lnTo>
                  <a:pt x="287655" y="9525"/>
                </a:lnTo>
                <a:lnTo>
                  <a:pt x="287655" y="0"/>
                </a:lnTo>
                <a:lnTo>
                  <a:pt x="249833" y="0"/>
                </a:lnTo>
                <a:lnTo>
                  <a:pt x="230783" y="38100"/>
                </a:lnTo>
                <a:lnTo>
                  <a:pt x="209550" y="38100"/>
                </a:lnTo>
                <a:lnTo>
                  <a:pt x="209550" y="47625"/>
                </a:lnTo>
                <a:lnTo>
                  <a:pt x="200025" y="47625"/>
                </a:lnTo>
                <a:lnTo>
                  <a:pt x="200025" y="57150"/>
                </a:lnTo>
                <a:lnTo>
                  <a:pt x="192683" y="57150"/>
                </a:lnTo>
                <a:lnTo>
                  <a:pt x="183158" y="76200"/>
                </a:lnTo>
                <a:lnTo>
                  <a:pt x="161925" y="76200"/>
                </a:lnTo>
                <a:lnTo>
                  <a:pt x="161925" y="85725"/>
                </a:lnTo>
                <a:lnTo>
                  <a:pt x="142875" y="85725"/>
                </a:lnTo>
                <a:lnTo>
                  <a:pt x="142875" y="95250"/>
                </a:lnTo>
                <a:lnTo>
                  <a:pt x="133350" y="95250"/>
                </a:lnTo>
                <a:lnTo>
                  <a:pt x="133350" y="104775"/>
                </a:lnTo>
                <a:lnTo>
                  <a:pt x="114300" y="104775"/>
                </a:lnTo>
                <a:lnTo>
                  <a:pt x="114300" y="114300"/>
                </a:lnTo>
                <a:lnTo>
                  <a:pt x="49530" y="114300"/>
                </a:lnTo>
                <a:lnTo>
                  <a:pt x="47625" y="114300"/>
                </a:lnTo>
                <a:close/>
              </a:path>
            </a:pathLst>
          </a:custGeom>
          <a:solidFill xmlns:a="http://schemas.openxmlformats.org/drawingml/2006/main">
            <a:srgbClr val="47347F"/>
          </a:solidFill>
          <a:ln xmlns:a="http://schemas.openxmlformats.org/drawingml/2006/main" w="0">
            <a:noFill/>
          </a:ln>
        </p:spPr>
      </p:sp>
      <p:sp>
        <p:nvSpPr>
          <p:cNvPr id="157" name="Projected surface region 76">
            <a:extLst xmlns:a="http://schemas.openxmlformats.org/drawingml/2006/main">
              <a:ext uri="{FF2B5EF4-FFF2-40B4-BE49-F238E27FC236}">
                <a16:creationId xmlns:a16="http://schemas.microsoft.com/office/drawing/2014/main" id="{29878B26-1742-41D1-8FF2-D424F2B1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535" y="3261360"/>
            <a:ext cx="106680" cy="173355"/>
          </a:xfrm>
          <a:custGeom xmlns:a="http://schemas.openxmlformats.org/drawingml/2006/main">
            <a:pathLst>
              <a:path w="106680" h="173355">
                <a:moveTo>
                  <a:pt x="9525" y="40005"/>
                </a:moveTo>
                <a:lnTo>
                  <a:pt x="9525" y="87630"/>
                </a:lnTo>
                <a:lnTo>
                  <a:pt x="19050" y="87630"/>
                </a:lnTo>
                <a:lnTo>
                  <a:pt x="19050" y="125730"/>
                </a:lnTo>
                <a:lnTo>
                  <a:pt x="28575" y="125730"/>
                </a:lnTo>
                <a:lnTo>
                  <a:pt x="28575" y="173355"/>
                </a:lnTo>
                <a:lnTo>
                  <a:pt x="49530" y="173355"/>
                </a:lnTo>
                <a:lnTo>
                  <a:pt x="49530" y="163830"/>
                </a:lnTo>
                <a:lnTo>
                  <a:pt x="59055" y="163830"/>
                </a:lnTo>
                <a:lnTo>
                  <a:pt x="59055" y="154305"/>
                </a:lnTo>
                <a:lnTo>
                  <a:pt x="68580" y="154305"/>
                </a:lnTo>
                <a:lnTo>
                  <a:pt x="68580" y="142597"/>
                </a:lnTo>
                <a:lnTo>
                  <a:pt x="87630" y="133072"/>
                </a:lnTo>
                <a:lnTo>
                  <a:pt x="87630" y="116205"/>
                </a:lnTo>
                <a:lnTo>
                  <a:pt x="106680" y="116205"/>
                </a:lnTo>
                <a:lnTo>
                  <a:pt x="106680" y="95250"/>
                </a:lnTo>
                <a:lnTo>
                  <a:pt x="97155" y="95250"/>
                </a:lnTo>
                <a:lnTo>
                  <a:pt x="97155" y="85725"/>
                </a:lnTo>
                <a:lnTo>
                  <a:pt x="87630" y="85725"/>
                </a:lnTo>
                <a:lnTo>
                  <a:pt x="87630" y="76200"/>
                </a:lnTo>
                <a:lnTo>
                  <a:pt x="75922" y="76200"/>
                </a:lnTo>
                <a:lnTo>
                  <a:pt x="66397" y="57150"/>
                </a:lnTo>
                <a:lnTo>
                  <a:pt x="49530" y="57150"/>
                </a:lnTo>
                <a:lnTo>
                  <a:pt x="49530" y="38100"/>
                </a:lnTo>
                <a:lnTo>
                  <a:pt x="40005" y="38100"/>
                </a:lnTo>
                <a:lnTo>
                  <a:pt x="40005" y="30758"/>
                </a:lnTo>
                <a:lnTo>
                  <a:pt x="20955" y="21233"/>
                </a:lnTo>
                <a:lnTo>
                  <a:pt x="20955" y="0"/>
                </a:lnTo>
                <a:lnTo>
                  <a:pt x="0" y="0"/>
                </a:lnTo>
                <a:lnTo>
                  <a:pt x="0" y="40005"/>
                </a:lnTo>
                <a:lnTo>
                  <a:pt x="9525" y="40005"/>
                </a:lnTo>
                <a:close/>
              </a:path>
            </a:pathLst>
          </a:custGeom>
          <a:solidFill xmlns:a="http://schemas.openxmlformats.org/drawingml/2006/main">
            <a:srgbClr val="436B94"/>
          </a:solidFill>
          <a:ln xmlns:a="http://schemas.openxmlformats.org/drawingml/2006/main" w="0">
            <a:noFill/>
          </a:ln>
        </p:spPr>
      </p:sp>
      <p:sp>
        <p:nvSpPr>
          <p:cNvPr id="158" name="Projected surface region 77">
            <a:extLst xmlns:a="http://schemas.openxmlformats.org/drawingml/2006/main">
              <a:ext uri="{FF2B5EF4-FFF2-40B4-BE49-F238E27FC236}">
                <a16:creationId xmlns:a16="http://schemas.microsoft.com/office/drawing/2014/main" id="{A713D1BB-B59B-48DC-A3E8-8EE7521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435" y="3337560"/>
            <a:ext cx="72112" cy="125730"/>
          </a:xfrm>
          <a:custGeom xmlns:a="http://schemas.openxmlformats.org/drawingml/2006/main">
            <a:pathLst>
              <a:path w="72112" h="125730">
                <a:moveTo>
                  <a:pt x="0" y="0"/>
                </a:moveTo>
                <a:lnTo>
                  <a:pt x="0" y="59055"/>
                </a:lnTo>
                <a:lnTo>
                  <a:pt x="9525" y="59055"/>
                </a:lnTo>
                <a:lnTo>
                  <a:pt x="9525" y="87630"/>
                </a:lnTo>
                <a:lnTo>
                  <a:pt x="19050" y="87630"/>
                </a:lnTo>
                <a:lnTo>
                  <a:pt x="19050" y="95250"/>
                </a:lnTo>
                <a:lnTo>
                  <a:pt x="9525" y="95250"/>
                </a:lnTo>
                <a:lnTo>
                  <a:pt x="9525" y="116205"/>
                </a:lnTo>
                <a:lnTo>
                  <a:pt x="38100" y="116205"/>
                </a:lnTo>
                <a:lnTo>
                  <a:pt x="38100" y="125730"/>
                </a:lnTo>
                <a:lnTo>
                  <a:pt x="56872" y="125730"/>
                </a:lnTo>
                <a:lnTo>
                  <a:pt x="72112" y="95250"/>
                </a:lnTo>
                <a:lnTo>
                  <a:pt x="59055" y="95250"/>
                </a:lnTo>
                <a:lnTo>
                  <a:pt x="59055" y="76200"/>
                </a:lnTo>
                <a:lnTo>
                  <a:pt x="49530" y="76200"/>
                </a:lnTo>
                <a:lnTo>
                  <a:pt x="49530" y="47625"/>
                </a:lnTo>
                <a:lnTo>
                  <a:pt x="40005" y="47625"/>
                </a:lnTo>
                <a:lnTo>
                  <a:pt x="40005" y="28575"/>
                </a:lnTo>
                <a:lnTo>
                  <a:pt x="30480" y="28575"/>
                </a:lnTo>
                <a:lnTo>
                  <a:pt x="3048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6B94"/>
          </a:solidFill>
          <a:ln xmlns:a="http://schemas.openxmlformats.org/drawingml/2006/main" w="0">
            <a:noFill/>
          </a:ln>
        </p:spPr>
      </p:sp>
      <p:sp>
        <p:nvSpPr>
          <p:cNvPr id="159" name="Projected surface region 78">
            <a:extLst xmlns:a="http://schemas.openxmlformats.org/drawingml/2006/main">
              <a:ext uri="{FF2B5EF4-FFF2-40B4-BE49-F238E27FC236}">
                <a16:creationId xmlns:a16="http://schemas.microsoft.com/office/drawing/2014/main" id="{9D861AB7-BBA5-4F81-8377-925139BE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03" y="3356610"/>
            <a:ext cx="138787" cy="125730"/>
          </a:xfrm>
          <a:custGeom xmlns:a="http://schemas.openxmlformats.org/drawingml/2006/main">
            <a:pathLst>
              <a:path w="138787" h="125730">
                <a:moveTo>
                  <a:pt x="89257" y="19050"/>
                </a:moveTo>
                <a:lnTo>
                  <a:pt x="70207" y="19050"/>
                </a:lnTo>
                <a:lnTo>
                  <a:pt x="70207" y="28575"/>
                </a:lnTo>
                <a:lnTo>
                  <a:pt x="60682" y="28575"/>
                </a:lnTo>
                <a:lnTo>
                  <a:pt x="60682" y="38100"/>
                </a:lnTo>
                <a:lnTo>
                  <a:pt x="53340" y="38100"/>
                </a:lnTo>
                <a:lnTo>
                  <a:pt x="43815" y="57150"/>
                </a:lnTo>
                <a:lnTo>
                  <a:pt x="22582" y="57150"/>
                </a:lnTo>
                <a:lnTo>
                  <a:pt x="22582" y="66675"/>
                </a:lnTo>
                <a:lnTo>
                  <a:pt x="15240" y="66675"/>
                </a:lnTo>
                <a:lnTo>
                  <a:pt x="0" y="97155"/>
                </a:lnTo>
                <a:lnTo>
                  <a:pt x="41632" y="97155"/>
                </a:lnTo>
                <a:lnTo>
                  <a:pt x="41632" y="106680"/>
                </a:lnTo>
                <a:lnTo>
                  <a:pt x="70207" y="106680"/>
                </a:lnTo>
                <a:lnTo>
                  <a:pt x="70207" y="116205"/>
                </a:lnTo>
                <a:lnTo>
                  <a:pt x="89257" y="116205"/>
                </a:lnTo>
                <a:lnTo>
                  <a:pt x="89257" y="125730"/>
                </a:lnTo>
                <a:lnTo>
                  <a:pt x="119737" y="125730"/>
                </a:lnTo>
                <a:lnTo>
                  <a:pt x="119737" y="106680"/>
                </a:lnTo>
                <a:lnTo>
                  <a:pt x="129262" y="106680"/>
                </a:lnTo>
                <a:lnTo>
                  <a:pt x="129262" y="59055"/>
                </a:lnTo>
                <a:lnTo>
                  <a:pt x="138787" y="59055"/>
                </a:lnTo>
                <a:lnTo>
                  <a:pt x="138787" y="0"/>
                </a:lnTo>
                <a:lnTo>
                  <a:pt x="117832" y="0"/>
                </a:lnTo>
                <a:lnTo>
                  <a:pt x="117832" y="9525"/>
                </a:lnTo>
                <a:lnTo>
                  <a:pt x="89257" y="9525"/>
                </a:lnTo>
                <a:lnTo>
                  <a:pt x="89257" y="19050"/>
                </a:lnTo>
                <a:close/>
              </a:path>
            </a:pathLst>
          </a:custGeom>
          <a:solidFill xmlns:a="http://schemas.openxmlformats.org/drawingml/2006/main">
            <a:srgbClr val="436B94"/>
          </a:solidFill>
          <a:ln xmlns:a="http://schemas.openxmlformats.org/drawingml/2006/main" w="0">
            <a:noFill/>
          </a:ln>
        </p:spPr>
      </p:sp>
      <p:sp>
        <p:nvSpPr>
          <p:cNvPr id="160" name="Projected surface region 79">
            <a:extLst xmlns:a="http://schemas.openxmlformats.org/drawingml/2006/main">
              <a:ext uri="{FF2B5EF4-FFF2-40B4-BE49-F238E27FC236}">
                <a16:creationId xmlns:a16="http://schemas.microsoft.com/office/drawing/2014/main" id="{8A679CE4-ED22-41E6-B5DE-18B60035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85" y="3194685"/>
            <a:ext cx="135255" cy="201930"/>
          </a:xfrm>
          <a:custGeom xmlns:a="http://schemas.openxmlformats.org/drawingml/2006/main">
            <a:pathLst>
              <a:path w="135255" h="201930">
                <a:moveTo>
                  <a:pt x="66675" y="19050"/>
                </a:moveTo>
                <a:lnTo>
                  <a:pt x="66675" y="38100"/>
                </a:lnTo>
                <a:lnTo>
                  <a:pt x="57150" y="38100"/>
                </a:lnTo>
                <a:lnTo>
                  <a:pt x="57150" y="66675"/>
                </a:lnTo>
                <a:lnTo>
                  <a:pt x="47625" y="66675"/>
                </a:lnTo>
                <a:lnTo>
                  <a:pt x="47625" y="85725"/>
                </a:lnTo>
                <a:lnTo>
                  <a:pt x="38100" y="85725"/>
                </a:lnTo>
                <a:lnTo>
                  <a:pt x="38100" y="114300"/>
                </a:lnTo>
                <a:lnTo>
                  <a:pt x="28575" y="114300"/>
                </a:lnTo>
                <a:lnTo>
                  <a:pt x="28575" y="133350"/>
                </a:lnTo>
                <a:lnTo>
                  <a:pt x="19050" y="133350"/>
                </a:lnTo>
                <a:lnTo>
                  <a:pt x="19050" y="152400"/>
                </a:lnTo>
                <a:lnTo>
                  <a:pt x="9525" y="152400"/>
                </a:lnTo>
                <a:lnTo>
                  <a:pt x="9525" y="180975"/>
                </a:lnTo>
                <a:lnTo>
                  <a:pt x="0" y="180975"/>
                </a:lnTo>
                <a:lnTo>
                  <a:pt x="0" y="201930"/>
                </a:lnTo>
                <a:lnTo>
                  <a:pt x="30480" y="201930"/>
                </a:lnTo>
                <a:lnTo>
                  <a:pt x="30480" y="192405"/>
                </a:lnTo>
                <a:lnTo>
                  <a:pt x="37822" y="192405"/>
                </a:lnTo>
                <a:lnTo>
                  <a:pt x="47347" y="173355"/>
                </a:lnTo>
                <a:lnTo>
                  <a:pt x="68580" y="173355"/>
                </a:lnTo>
                <a:lnTo>
                  <a:pt x="68580" y="163830"/>
                </a:lnTo>
                <a:lnTo>
                  <a:pt x="78105" y="163830"/>
                </a:lnTo>
                <a:lnTo>
                  <a:pt x="78105" y="144780"/>
                </a:lnTo>
                <a:lnTo>
                  <a:pt x="87630" y="144780"/>
                </a:lnTo>
                <a:lnTo>
                  <a:pt x="87630" y="135255"/>
                </a:lnTo>
                <a:lnTo>
                  <a:pt x="97155" y="135255"/>
                </a:lnTo>
                <a:lnTo>
                  <a:pt x="97155" y="125730"/>
                </a:lnTo>
                <a:lnTo>
                  <a:pt x="106680" y="125730"/>
                </a:lnTo>
                <a:lnTo>
                  <a:pt x="106680" y="116205"/>
                </a:lnTo>
                <a:lnTo>
                  <a:pt x="116205" y="116205"/>
                </a:lnTo>
                <a:lnTo>
                  <a:pt x="116205" y="104497"/>
                </a:lnTo>
                <a:lnTo>
                  <a:pt x="135255" y="94972"/>
                </a:lnTo>
                <a:lnTo>
                  <a:pt x="135255" y="76200"/>
                </a:lnTo>
                <a:lnTo>
                  <a:pt x="125730" y="76200"/>
                </a:lnTo>
                <a:lnTo>
                  <a:pt x="125730" y="57150"/>
                </a:lnTo>
                <a:lnTo>
                  <a:pt x="116205" y="57150"/>
                </a:lnTo>
                <a:lnTo>
                  <a:pt x="116205" y="30758"/>
                </a:lnTo>
                <a:lnTo>
                  <a:pt x="97155" y="21233"/>
                </a:lnTo>
                <a:lnTo>
                  <a:pt x="97155" y="0"/>
                </a:lnTo>
                <a:lnTo>
                  <a:pt x="76200" y="0"/>
                </a:lnTo>
                <a:lnTo>
                  <a:pt x="76200" y="190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436B94"/>
          </a:solidFill>
          <a:ln xmlns:a="http://schemas.openxmlformats.org/drawingml/2006/main" w="0">
            <a:noFill/>
          </a:ln>
        </p:spPr>
      </p:sp>
      <p:sp>
        <p:nvSpPr>
          <p:cNvPr id="161" name="Projected surface region 80">
            <a:extLst xmlns:a="http://schemas.openxmlformats.org/drawingml/2006/main">
              <a:ext uri="{FF2B5EF4-FFF2-40B4-BE49-F238E27FC236}">
                <a16:creationId xmlns:a16="http://schemas.microsoft.com/office/drawing/2014/main" id="{9D85FBD3-BF0E-4CDD-8923-58114AD7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238778"/>
            <a:ext cx="363855" cy="319762"/>
          </a:xfrm>
          <a:custGeom xmlns:a="http://schemas.openxmlformats.org/drawingml/2006/main">
            <a:pathLst>
              <a:path w="363855" h="319762">
                <a:moveTo>
                  <a:pt x="9525" y="43537"/>
                </a:moveTo>
                <a:lnTo>
                  <a:pt x="9525" y="100687"/>
                </a:lnTo>
                <a:lnTo>
                  <a:pt x="19050" y="100687"/>
                </a:lnTo>
                <a:lnTo>
                  <a:pt x="19050" y="157837"/>
                </a:lnTo>
                <a:lnTo>
                  <a:pt x="28575" y="157837"/>
                </a:lnTo>
                <a:lnTo>
                  <a:pt x="28575" y="195937"/>
                </a:lnTo>
                <a:lnTo>
                  <a:pt x="38100" y="195937"/>
                </a:lnTo>
                <a:lnTo>
                  <a:pt x="38100" y="205462"/>
                </a:lnTo>
                <a:lnTo>
                  <a:pt x="47625" y="205462"/>
                </a:lnTo>
                <a:lnTo>
                  <a:pt x="47625" y="214987"/>
                </a:lnTo>
                <a:lnTo>
                  <a:pt x="57150" y="214987"/>
                </a:lnTo>
                <a:lnTo>
                  <a:pt x="57150" y="224512"/>
                </a:lnTo>
                <a:lnTo>
                  <a:pt x="68858" y="224512"/>
                </a:lnTo>
                <a:lnTo>
                  <a:pt x="78383" y="243562"/>
                </a:lnTo>
                <a:lnTo>
                  <a:pt x="106680" y="243562"/>
                </a:lnTo>
                <a:lnTo>
                  <a:pt x="106680" y="234037"/>
                </a:lnTo>
                <a:lnTo>
                  <a:pt x="135255" y="234037"/>
                </a:lnTo>
                <a:lnTo>
                  <a:pt x="135255" y="224512"/>
                </a:lnTo>
                <a:lnTo>
                  <a:pt x="171172" y="224512"/>
                </a:lnTo>
                <a:lnTo>
                  <a:pt x="180697" y="205462"/>
                </a:lnTo>
                <a:lnTo>
                  <a:pt x="200025" y="205462"/>
                </a:lnTo>
                <a:lnTo>
                  <a:pt x="200025" y="215265"/>
                </a:lnTo>
                <a:lnTo>
                  <a:pt x="180975" y="224790"/>
                </a:lnTo>
                <a:lnTo>
                  <a:pt x="180975" y="241657"/>
                </a:lnTo>
                <a:lnTo>
                  <a:pt x="171450" y="241657"/>
                </a:lnTo>
                <a:lnTo>
                  <a:pt x="171450" y="260707"/>
                </a:lnTo>
                <a:lnTo>
                  <a:pt x="161925" y="260707"/>
                </a:lnTo>
                <a:lnTo>
                  <a:pt x="161925" y="281662"/>
                </a:lnTo>
                <a:lnTo>
                  <a:pt x="180975" y="281662"/>
                </a:lnTo>
                <a:lnTo>
                  <a:pt x="180975" y="310237"/>
                </a:lnTo>
                <a:lnTo>
                  <a:pt x="190500" y="310237"/>
                </a:lnTo>
                <a:lnTo>
                  <a:pt x="190500" y="319762"/>
                </a:lnTo>
                <a:lnTo>
                  <a:pt x="218797" y="319762"/>
                </a:lnTo>
                <a:lnTo>
                  <a:pt x="228322" y="300712"/>
                </a:lnTo>
                <a:lnTo>
                  <a:pt x="249555" y="300712"/>
                </a:lnTo>
                <a:lnTo>
                  <a:pt x="249555" y="291187"/>
                </a:lnTo>
                <a:lnTo>
                  <a:pt x="268605" y="291187"/>
                </a:lnTo>
                <a:lnTo>
                  <a:pt x="268605" y="281662"/>
                </a:lnTo>
                <a:lnTo>
                  <a:pt x="287655" y="281662"/>
                </a:lnTo>
                <a:lnTo>
                  <a:pt x="287655" y="272137"/>
                </a:lnTo>
                <a:lnTo>
                  <a:pt x="306705" y="272137"/>
                </a:lnTo>
                <a:lnTo>
                  <a:pt x="306705" y="262612"/>
                </a:lnTo>
                <a:lnTo>
                  <a:pt x="325755" y="262612"/>
                </a:lnTo>
                <a:lnTo>
                  <a:pt x="325755" y="253087"/>
                </a:lnTo>
                <a:lnTo>
                  <a:pt x="354330" y="253087"/>
                </a:lnTo>
                <a:lnTo>
                  <a:pt x="354330" y="243562"/>
                </a:lnTo>
                <a:lnTo>
                  <a:pt x="363855" y="243562"/>
                </a:lnTo>
                <a:lnTo>
                  <a:pt x="363855" y="222607"/>
                </a:lnTo>
                <a:lnTo>
                  <a:pt x="354330" y="222607"/>
                </a:lnTo>
                <a:lnTo>
                  <a:pt x="354330" y="203557"/>
                </a:lnTo>
                <a:lnTo>
                  <a:pt x="344805" y="203557"/>
                </a:lnTo>
                <a:lnTo>
                  <a:pt x="344805" y="184507"/>
                </a:lnTo>
                <a:lnTo>
                  <a:pt x="335280" y="184507"/>
                </a:lnTo>
                <a:lnTo>
                  <a:pt x="335280" y="167640"/>
                </a:lnTo>
                <a:lnTo>
                  <a:pt x="316230" y="158115"/>
                </a:lnTo>
                <a:lnTo>
                  <a:pt x="316230" y="136882"/>
                </a:lnTo>
                <a:lnTo>
                  <a:pt x="306705" y="136882"/>
                </a:lnTo>
                <a:lnTo>
                  <a:pt x="306705" y="117832"/>
                </a:lnTo>
                <a:lnTo>
                  <a:pt x="291187" y="117832"/>
                </a:lnTo>
                <a:lnTo>
                  <a:pt x="300712" y="98782"/>
                </a:lnTo>
                <a:lnTo>
                  <a:pt x="285472" y="98782"/>
                </a:lnTo>
                <a:lnTo>
                  <a:pt x="275947" y="79732"/>
                </a:lnTo>
                <a:lnTo>
                  <a:pt x="257175" y="79732"/>
                </a:lnTo>
                <a:lnTo>
                  <a:pt x="257175" y="89257"/>
                </a:lnTo>
                <a:lnTo>
                  <a:pt x="182880" y="89257"/>
                </a:lnTo>
                <a:lnTo>
                  <a:pt x="182880" y="79732"/>
                </a:lnTo>
                <a:lnTo>
                  <a:pt x="123825" y="79732"/>
                </a:lnTo>
                <a:lnTo>
                  <a:pt x="123825" y="89257"/>
                </a:lnTo>
                <a:lnTo>
                  <a:pt x="114300" y="89257"/>
                </a:lnTo>
                <a:lnTo>
                  <a:pt x="114300" y="108307"/>
                </a:lnTo>
                <a:lnTo>
                  <a:pt x="104775" y="108307"/>
                </a:lnTo>
                <a:lnTo>
                  <a:pt x="104775" y="129540"/>
                </a:lnTo>
                <a:lnTo>
                  <a:pt x="97155" y="133350"/>
                </a:lnTo>
                <a:lnTo>
                  <a:pt x="97155" y="117832"/>
                </a:lnTo>
                <a:lnTo>
                  <a:pt x="87630" y="117832"/>
                </a:lnTo>
                <a:lnTo>
                  <a:pt x="87630" y="91440"/>
                </a:lnTo>
                <a:lnTo>
                  <a:pt x="68580" y="81915"/>
                </a:lnTo>
                <a:lnTo>
                  <a:pt x="68580" y="62865"/>
                </a:lnTo>
                <a:lnTo>
                  <a:pt x="49530" y="53340"/>
                </a:lnTo>
                <a:lnTo>
                  <a:pt x="49530" y="32107"/>
                </a:lnTo>
                <a:lnTo>
                  <a:pt x="40005" y="32107"/>
                </a:lnTo>
                <a:lnTo>
                  <a:pt x="40005" y="22582"/>
                </a:lnTo>
                <a:lnTo>
                  <a:pt x="30480" y="22582"/>
                </a:lnTo>
                <a:lnTo>
                  <a:pt x="30480" y="15240"/>
                </a:lnTo>
                <a:lnTo>
                  <a:pt x="0" y="0"/>
                </a:lnTo>
                <a:lnTo>
                  <a:pt x="0" y="43537"/>
                </a:lnTo>
                <a:lnTo>
                  <a:pt x="9525" y="43537"/>
                </a:lnTo>
                <a:close/>
              </a:path>
            </a:pathLst>
          </a:custGeom>
          <a:solidFill xmlns:a="http://schemas.openxmlformats.org/drawingml/2006/main">
            <a:srgbClr val="436B94"/>
          </a:solidFill>
          <a:ln xmlns:a="http://schemas.openxmlformats.org/drawingml/2006/main" w="0">
            <a:noFill/>
          </a:ln>
        </p:spPr>
      </p:sp>
      <p:sp>
        <p:nvSpPr>
          <p:cNvPr id="162" name="Projected surface region 81">
            <a:extLst xmlns:a="http://schemas.openxmlformats.org/drawingml/2006/main">
              <a:ext uri="{FF2B5EF4-FFF2-40B4-BE49-F238E27FC236}">
                <a16:creationId xmlns:a16="http://schemas.microsoft.com/office/drawing/2014/main" id="{D2A188B8-5E31-4BEC-AD09-6DC8212A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3210203"/>
            <a:ext cx="68580" cy="110212"/>
          </a:xfrm>
          <a:custGeom xmlns:a="http://schemas.openxmlformats.org/drawingml/2006/main">
            <a:pathLst>
              <a:path w="68580" h="110212">
                <a:moveTo>
                  <a:pt x="9525" y="43537"/>
                </a:moveTo>
                <a:lnTo>
                  <a:pt x="9525" y="81637"/>
                </a:lnTo>
                <a:lnTo>
                  <a:pt x="19050" y="81637"/>
                </a:lnTo>
                <a:lnTo>
                  <a:pt x="19050" y="110212"/>
                </a:lnTo>
                <a:lnTo>
                  <a:pt x="49530" y="110212"/>
                </a:lnTo>
                <a:lnTo>
                  <a:pt x="49530" y="100687"/>
                </a:lnTo>
                <a:lnTo>
                  <a:pt x="68580" y="100687"/>
                </a:lnTo>
                <a:lnTo>
                  <a:pt x="68580" y="81915"/>
                </a:lnTo>
                <a:lnTo>
                  <a:pt x="49530" y="72390"/>
                </a:lnTo>
                <a:lnTo>
                  <a:pt x="49530" y="51157"/>
                </a:lnTo>
                <a:lnTo>
                  <a:pt x="40005" y="51157"/>
                </a:lnTo>
                <a:lnTo>
                  <a:pt x="40005" y="32107"/>
                </a:lnTo>
                <a:lnTo>
                  <a:pt x="30480" y="32107"/>
                </a:lnTo>
                <a:lnTo>
                  <a:pt x="30480" y="15240"/>
                </a:lnTo>
                <a:lnTo>
                  <a:pt x="0" y="0"/>
                </a:lnTo>
                <a:lnTo>
                  <a:pt x="0" y="43537"/>
                </a:lnTo>
                <a:lnTo>
                  <a:pt x="9525" y="43537"/>
                </a:lnTo>
                <a:close/>
              </a:path>
            </a:pathLst>
          </a:custGeom>
          <a:solidFill xmlns:a="http://schemas.openxmlformats.org/drawingml/2006/main">
            <a:srgbClr val="436B94"/>
          </a:solidFill>
          <a:ln xmlns:a="http://schemas.openxmlformats.org/drawingml/2006/main" w="0">
            <a:noFill/>
          </a:ln>
        </p:spPr>
      </p:sp>
      <p:sp>
        <p:nvSpPr>
          <p:cNvPr id="163" name="Projected surface region 82">
            <a:extLst xmlns:a="http://schemas.openxmlformats.org/drawingml/2006/main">
              <a:ext uri="{FF2B5EF4-FFF2-40B4-BE49-F238E27FC236}">
                <a16:creationId xmlns:a16="http://schemas.microsoft.com/office/drawing/2014/main" id="{C3AB94AA-4A40-4D08-B538-C0E62059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308985"/>
            <a:ext cx="100687" cy="91162"/>
          </a:xfrm>
          <a:custGeom xmlns:a="http://schemas.openxmlformats.org/drawingml/2006/main">
            <a:pathLst>
              <a:path w="100687" h="91162">
                <a:moveTo>
                  <a:pt x="0" y="49530"/>
                </a:moveTo>
                <a:lnTo>
                  <a:pt x="9525" y="49530"/>
                </a:lnTo>
                <a:lnTo>
                  <a:pt x="9525" y="68580"/>
                </a:lnTo>
                <a:lnTo>
                  <a:pt x="19050" y="68580"/>
                </a:lnTo>
                <a:lnTo>
                  <a:pt x="19050" y="75922"/>
                </a:lnTo>
                <a:lnTo>
                  <a:pt x="49530" y="91162"/>
                </a:lnTo>
                <a:lnTo>
                  <a:pt x="49530" y="68580"/>
                </a:lnTo>
                <a:lnTo>
                  <a:pt x="59055" y="68580"/>
                </a:lnTo>
                <a:lnTo>
                  <a:pt x="59055" y="56872"/>
                </a:lnTo>
                <a:lnTo>
                  <a:pt x="78105" y="47347"/>
                </a:lnTo>
                <a:lnTo>
                  <a:pt x="78105" y="30480"/>
                </a:lnTo>
                <a:lnTo>
                  <a:pt x="85447" y="30480"/>
                </a:lnTo>
                <a:lnTo>
                  <a:pt x="100687" y="0"/>
                </a:lnTo>
                <a:lnTo>
                  <a:pt x="57150" y="0"/>
                </a:lnTo>
                <a:lnTo>
                  <a:pt x="57150" y="9525"/>
                </a:lnTo>
                <a:lnTo>
                  <a:pt x="19050" y="9525"/>
                </a:lnTo>
                <a:lnTo>
                  <a:pt x="19050" y="19050"/>
                </a:lnTo>
                <a:lnTo>
                  <a:pt x="0" y="1905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436B94"/>
          </a:solidFill>
          <a:ln xmlns:a="http://schemas.openxmlformats.org/drawingml/2006/main" w="0">
            <a:noFill/>
          </a:ln>
        </p:spPr>
      </p:sp>
      <p:sp>
        <p:nvSpPr>
          <p:cNvPr id="164" name="Projected surface region 83">
            <a:extLst xmlns:a="http://schemas.openxmlformats.org/drawingml/2006/main">
              <a:ext uri="{FF2B5EF4-FFF2-40B4-BE49-F238E27FC236}">
                <a16:creationId xmlns:a16="http://schemas.microsoft.com/office/drawing/2014/main" id="{2B86ABC6-ECB7-4DC2-86E6-7A8D6C1C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3089910"/>
            <a:ext cx="138787" cy="135255"/>
          </a:xfrm>
          <a:custGeom xmlns:a="http://schemas.openxmlformats.org/drawingml/2006/main">
            <a:pathLst>
              <a:path w="138787" h="135255">
                <a:moveTo>
                  <a:pt x="57150" y="30758"/>
                </a:moveTo>
                <a:lnTo>
                  <a:pt x="57150" y="40283"/>
                </a:lnTo>
                <a:lnTo>
                  <a:pt x="38100" y="49808"/>
                </a:lnTo>
                <a:lnTo>
                  <a:pt x="38100" y="66675"/>
                </a:lnTo>
                <a:lnTo>
                  <a:pt x="28575" y="66675"/>
                </a:lnTo>
                <a:lnTo>
                  <a:pt x="28575" y="78383"/>
                </a:lnTo>
                <a:lnTo>
                  <a:pt x="9525" y="87908"/>
                </a:lnTo>
                <a:lnTo>
                  <a:pt x="9525" y="104775"/>
                </a:lnTo>
                <a:lnTo>
                  <a:pt x="0" y="104775"/>
                </a:lnTo>
                <a:lnTo>
                  <a:pt x="0" y="135255"/>
                </a:lnTo>
                <a:lnTo>
                  <a:pt x="20955" y="135255"/>
                </a:lnTo>
                <a:lnTo>
                  <a:pt x="20955" y="125730"/>
                </a:lnTo>
                <a:lnTo>
                  <a:pt x="40005" y="125730"/>
                </a:lnTo>
                <a:lnTo>
                  <a:pt x="40005" y="116205"/>
                </a:lnTo>
                <a:lnTo>
                  <a:pt x="49530" y="116205"/>
                </a:lnTo>
                <a:lnTo>
                  <a:pt x="49530" y="106680"/>
                </a:lnTo>
                <a:lnTo>
                  <a:pt x="59055" y="106680"/>
                </a:lnTo>
                <a:lnTo>
                  <a:pt x="59055" y="97155"/>
                </a:lnTo>
                <a:lnTo>
                  <a:pt x="68580" y="97155"/>
                </a:lnTo>
                <a:lnTo>
                  <a:pt x="68580" y="87630"/>
                </a:lnTo>
                <a:lnTo>
                  <a:pt x="75922" y="87630"/>
                </a:lnTo>
                <a:lnTo>
                  <a:pt x="85447" y="68580"/>
                </a:lnTo>
                <a:lnTo>
                  <a:pt x="104497" y="68580"/>
                </a:lnTo>
                <a:lnTo>
                  <a:pt x="114022" y="49530"/>
                </a:lnTo>
                <a:lnTo>
                  <a:pt x="138787" y="49530"/>
                </a:lnTo>
                <a:lnTo>
                  <a:pt x="114022" y="0"/>
                </a:lnTo>
                <a:lnTo>
                  <a:pt x="85725" y="0"/>
                </a:lnTo>
                <a:lnTo>
                  <a:pt x="85725" y="9525"/>
                </a:lnTo>
                <a:lnTo>
                  <a:pt x="76200" y="9525"/>
                </a:lnTo>
                <a:lnTo>
                  <a:pt x="76200" y="21233"/>
                </a:lnTo>
                <a:lnTo>
                  <a:pt x="57150" y="30758"/>
                </a:lnTo>
                <a:close/>
              </a:path>
            </a:pathLst>
          </a:custGeom>
          <a:solidFill xmlns:a="http://schemas.openxmlformats.org/drawingml/2006/main">
            <a:srgbClr val="2E7690"/>
          </a:solidFill>
          <a:ln xmlns:a="http://schemas.openxmlformats.org/drawingml/2006/main" w="0">
            <a:noFill/>
          </a:ln>
        </p:spPr>
      </p:sp>
      <p:sp>
        <p:nvSpPr>
          <p:cNvPr id="165" name="Projected surface region 84">
            <a:extLst xmlns:a="http://schemas.openxmlformats.org/drawingml/2006/main">
              <a:ext uri="{FF2B5EF4-FFF2-40B4-BE49-F238E27FC236}">
                <a16:creationId xmlns:a16="http://schemas.microsoft.com/office/drawing/2014/main" id="{05024FE3-FC3A-445A-8564-CCBD0E2F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935" y="2966085"/>
            <a:ext cx="735330" cy="382905"/>
          </a:xfrm>
          <a:custGeom xmlns:a="http://schemas.openxmlformats.org/drawingml/2006/main">
            <a:pathLst>
              <a:path w="735330" h="382905">
                <a:moveTo>
                  <a:pt x="9525" y="295275"/>
                </a:moveTo>
                <a:lnTo>
                  <a:pt x="0" y="295275"/>
                </a:lnTo>
                <a:lnTo>
                  <a:pt x="0" y="354330"/>
                </a:lnTo>
                <a:lnTo>
                  <a:pt x="11708" y="354330"/>
                </a:lnTo>
                <a:lnTo>
                  <a:pt x="21233" y="373380"/>
                </a:lnTo>
                <a:lnTo>
                  <a:pt x="38100" y="373380"/>
                </a:lnTo>
                <a:lnTo>
                  <a:pt x="38100" y="382905"/>
                </a:lnTo>
                <a:lnTo>
                  <a:pt x="59055" y="382905"/>
                </a:lnTo>
                <a:lnTo>
                  <a:pt x="59055" y="371197"/>
                </a:lnTo>
                <a:lnTo>
                  <a:pt x="78105" y="361672"/>
                </a:lnTo>
                <a:lnTo>
                  <a:pt x="78105" y="344805"/>
                </a:lnTo>
                <a:lnTo>
                  <a:pt x="87630" y="344805"/>
                </a:lnTo>
                <a:lnTo>
                  <a:pt x="87630" y="325755"/>
                </a:lnTo>
                <a:lnTo>
                  <a:pt x="97155" y="325755"/>
                </a:lnTo>
                <a:lnTo>
                  <a:pt x="97155" y="304522"/>
                </a:lnTo>
                <a:lnTo>
                  <a:pt x="116205" y="294997"/>
                </a:lnTo>
                <a:lnTo>
                  <a:pt x="116205" y="278130"/>
                </a:lnTo>
                <a:lnTo>
                  <a:pt x="125730" y="278130"/>
                </a:lnTo>
                <a:lnTo>
                  <a:pt x="125730" y="259080"/>
                </a:lnTo>
                <a:lnTo>
                  <a:pt x="135255" y="259080"/>
                </a:lnTo>
                <a:lnTo>
                  <a:pt x="135255" y="240030"/>
                </a:lnTo>
                <a:lnTo>
                  <a:pt x="144780" y="240030"/>
                </a:lnTo>
                <a:lnTo>
                  <a:pt x="144780" y="220980"/>
                </a:lnTo>
                <a:lnTo>
                  <a:pt x="154305" y="220980"/>
                </a:lnTo>
                <a:lnTo>
                  <a:pt x="154305" y="201930"/>
                </a:lnTo>
                <a:lnTo>
                  <a:pt x="161925" y="201930"/>
                </a:lnTo>
                <a:lnTo>
                  <a:pt x="161925" y="259080"/>
                </a:lnTo>
                <a:lnTo>
                  <a:pt x="171450" y="259080"/>
                </a:lnTo>
                <a:lnTo>
                  <a:pt x="171450" y="297180"/>
                </a:lnTo>
                <a:lnTo>
                  <a:pt x="180975" y="297180"/>
                </a:lnTo>
                <a:lnTo>
                  <a:pt x="180975" y="335280"/>
                </a:lnTo>
                <a:lnTo>
                  <a:pt x="190500" y="335280"/>
                </a:lnTo>
                <a:lnTo>
                  <a:pt x="190500" y="363855"/>
                </a:lnTo>
                <a:lnTo>
                  <a:pt x="211455" y="363855"/>
                </a:lnTo>
                <a:lnTo>
                  <a:pt x="211455" y="335280"/>
                </a:lnTo>
                <a:lnTo>
                  <a:pt x="220980" y="335280"/>
                </a:lnTo>
                <a:lnTo>
                  <a:pt x="220980" y="306705"/>
                </a:lnTo>
                <a:lnTo>
                  <a:pt x="230505" y="306705"/>
                </a:lnTo>
                <a:lnTo>
                  <a:pt x="230505" y="268605"/>
                </a:lnTo>
                <a:lnTo>
                  <a:pt x="240030" y="268605"/>
                </a:lnTo>
                <a:lnTo>
                  <a:pt x="240030" y="240030"/>
                </a:lnTo>
                <a:lnTo>
                  <a:pt x="249555" y="240030"/>
                </a:lnTo>
                <a:lnTo>
                  <a:pt x="249555" y="211455"/>
                </a:lnTo>
                <a:lnTo>
                  <a:pt x="257175" y="211455"/>
                </a:lnTo>
                <a:lnTo>
                  <a:pt x="257175" y="220980"/>
                </a:lnTo>
                <a:lnTo>
                  <a:pt x="266700" y="220980"/>
                </a:lnTo>
                <a:lnTo>
                  <a:pt x="266700" y="230505"/>
                </a:lnTo>
                <a:lnTo>
                  <a:pt x="276225" y="230505"/>
                </a:lnTo>
                <a:lnTo>
                  <a:pt x="276225" y="240030"/>
                </a:lnTo>
                <a:lnTo>
                  <a:pt x="285750" y="240030"/>
                </a:lnTo>
                <a:lnTo>
                  <a:pt x="285750" y="249555"/>
                </a:lnTo>
                <a:lnTo>
                  <a:pt x="295275" y="249555"/>
                </a:lnTo>
                <a:lnTo>
                  <a:pt x="295275" y="259080"/>
                </a:lnTo>
                <a:lnTo>
                  <a:pt x="304800" y="259080"/>
                </a:lnTo>
                <a:lnTo>
                  <a:pt x="304800" y="268605"/>
                </a:lnTo>
                <a:lnTo>
                  <a:pt x="314325" y="268605"/>
                </a:lnTo>
                <a:lnTo>
                  <a:pt x="314325" y="278130"/>
                </a:lnTo>
                <a:lnTo>
                  <a:pt x="323850" y="278130"/>
                </a:lnTo>
                <a:lnTo>
                  <a:pt x="323850" y="287655"/>
                </a:lnTo>
                <a:lnTo>
                  <a:pt x="333375" y="287655"/>
                </a:lnTo>
                <a:lnTo>
                  <a:pt x="333375" y="294997"/>
                </a:lnTo>
                <a:lnTo>
                  <a:pt x="352425" y="304522"/>
                </a:lnTo>
                <a:lnTo>
                  <a:pt x="352425" y="325755"/>
                </a:lnTo>
                <a:lnTo>
                  <a:pt x="361950" y="325755"/>
                </a:lnTo>
                <a:lnTo>
                  <a:pt x="361950" y="335280"/>
                </a:lnTo>
                <a:lnTo>
                  <a:pt x="371475" y="335280"/>
                </a:lnTo>
                <a:lnTo>
                  <a:pt x="371475" y="344805"/>
                </a:lnTo>
                <a:lnTo>
                  <a:pt x="381000" y="344805"/>
                </a:lnTo>
                <a:lnTo>
                  <a:pt x="381000" y="354330"/>
                </a:lnTo>
                <a:lnTo>
                  <a:pt x="390525" y="354330"/>
                </a:lnTo>
                <a:lnTo>
                  <a:pt x="390525" y="361672"/>
                </a:lnTo>
                <a:lnTo>
                  <a:pt x="421005" y="376912"/>
                </a:lnTo>
                <a:lnTo>
                  <a:pt x="421005" y="363855"/>
                </a:lnTo>
                <a:lnTo>
                  <a:pt x="440055" y="363855"/>
                </a:lnTo>
                <a:lnTo>
                  <a:pt x="440055" y="342622"/>
                </a:lnTo>
                <a:lnTo>
                  <a:pt x="459105" y="333097"/>
                </a:lnTo>
                <a:lnTo>
                  <a:pt x="459105" y="316230"/>
                </a:lnTo>
                <a:lnTo>
                  <a:pt x="468630" y="316230"/>
                </a:lnTo>
                <a:lnTo>
                  <a:pt x="468630" y="297180"/>
                </a:lnTo>
                <a:lnTo>
                  <a:pt x="478155" y="297180"/>
                </a:lnTo>
                <a:lnTo>
                  <a:pt x="478155" y="268605"/>
                </a:lnTo>
                <a:lnTo>
                  <a:pt x="487680" y="268605"/>
                </a:lnTo>
                <a:lnTo>
                  <a:pt x="487680" y="249555"/>
                </a:lnTo>
                <a:lnTo>
                  <a:pt x="497205" y="249555"/>
                </a:lnTo>
                <a:lnTo>
                  <a:pt x="497205" y="230505"/>
                </a:lnTo>
                <a:lnTo>
                  <a:pt x="506730" y="230505"/>
                </a:lnTo>
                <a:lnTo>
                  <a:pt x="506730" y="211455"/>
                </a:lnTo>
                <a:lnTo>
                  <a:pt x="516255" y="211455"/>
                </a:lnTo>
                <a:lnTo>
                  <a:pt x="516255" y="192405"/>
                </a:lnTo>
                <a:lnTo>
                  <a:pt x="525780" y="192405"/>
                </a:lnTo>
                <a:lnTo>
                  <a:pt x="525780" y="171172"/>
                </a:lnTo>
                <a:lnTo>
                  <a:pt x="544830" y="161647"/>
                </a:lnTo>
                <a:lnTo>
                  <a:pt x="544830" y="144780"/>
                </a:lnTo>
                <a:lnTo>
                  <a:pt x="552450" y="144780"/>
                </a:lnTo>
                <a:lnTo>
                  <a:pt x="552450" y="154305"/>
                </a:lnTo>
                <a:lnTo>
                  <a:pt x="561975" y="154305"/>
                </a:lnTo>
                <a:lnTo>
                  <a:pt x="561975" y="161647"/>
                </a:lnTo>
                <a:lnTo>
                  <a:pt x="581025" y="171172"/>
                </a:lnTo>
                <a:lnTo>
                  <a:pt x="581025" y="190222"/>
                </a:lnTo>
                <a:lnTo>
                  <a:pt x="600075" y="199747"/>
                </a:lnTo>
                <a:lnTo>
                  <a:pt x="600075" y="218797"/>
                </a:lnTo>
                <a:lnTo>
                  <a:pt x="619125" y="228322"/>
                </a:lnTo>
                <a:lnTo>
                  <a:pt x="619125" y="247372"/>
                </a:lnTo>
                <a:lnTo>
                  <a:pt x="638175" y="256897"/>
                </a:lnTo>
                <a:lnTo>
                  <a:pt x="638175" y="278130"/>
                </a:lnTo>
                <a:lnTo>
                  <a:pt x="647700" y="278130"/>
                </a:lnTo>
                <a:lnTo>
                  <a:pt x="647700" y="287655"/>
                </a:lnTo>
                <a:lnTo>
                  <a:pt x="668655" y="287655"/>
                </a:lnTo>
                <a:lnTo>
                  <a:pt x="668655" y="278130"/>
                </a:lnTo>
                <a:lnTo>
                  <a:pt x="678180" y="278130"/>
                </a:lnTo>
                <a:lnTo>
                  <a:pt x="678180" y="259080"/>
                </a:lnTo>
                <a:lnTo>
                  <a:pt x="687705" y="259080"/>
                </a:lnTo>
                <a:lnTo>
                  <a:pt x="687705" y="249555"/>
                </a:lnTo>
                <a:lnTo>
                  <a:pt x="697230" y="249555"/>
                </a:lnTo>
                <a:lnTo>
                  <a:pt x="697230" y="237847"/>
                </a:lnTo>
                <a:lnTo>
                  <a:pt x="716280" y="228322"/>
                </a:lnTo>
                <a:lnTo>
                  <a:pt x="716280" y="199747"/>
                </a:lnTo>
                <a:lnTo>
                  <a:pt x="735330" y="190222"/>
                </a:lnTo>
                <a:lnTo>
                  <a:pt x="735330" y="161925"/>
                </a:lnTo>
                <a:lnTo>
                  <a:pt x="725805" y="161925"/>
                </a:lnTo>
                <a:lnTo>
                  <a:pt x="725805" y="152400"/>
                </a:lnTo>
                <a:lnTo>
                  <a:pt x="695325" y="152400"/>
                </a:lnTo>
                <a:lnTo>
                  <a:pt x="695325" y="171450"/>
                </a:lnTo>
                <a:lnTo>
                  <a:pt x="685800" y="171450"/>
                </a:lnTo>
                <a:lnTo>
                  <a:pt x="685800" y="190500"/>
                </a:lnTo>
                <a:lnTo>
                  <a:pt x="678180" y="190500"/>
                </a:lnTo>
                <a:lnTo>
                  <a:pt x="678180" y="183158"/>
                </a:lnTo>
                <a:lnTo>
                  <a:pt x="659130" y="173633"/>
                </a:lnTo>
                <a:lnTo>
                  <a:pt x="659130" y="152400"/>
                </a:lnTo>
                <a:lnTo>
                  <a:pt x="649605" y="152400"/>
                </a:lnTo>
                <a:lnTo>
                  <a:pt x="649605" y="133350"/>
                </a:lnTo>
                <a:lnTo>
                  <a:pt x="630555" y="133350"/>
                </a:lnTo>
                <a:lnTo>
                  <a:pt x="630555" y="123825"/>
                </a:lnTo>
                <a:lnTo>
                  <a:pt x="621030" y="123825"/>
                </a:lnTo>
                <a:lnTo>
                  <a:pt x="621030" y="104775"/>
                </a:lnTo>
                <a:lnTo>
                  <a:pt x="611505" y="104775"/>
                </a:lnTo>
                <a:lnTo>
                  <a:pt x="611505" y="85725"/>
                </a:lnTo>
                <a:lnTo>
                  <a:pt x="601980" y="85725"/>
                </a:lnTo>
                <a:lnTo>
                  <a:pt x="601980" y="68580"/>
                </a:lnTo>
                <a:lnTo>
                  <a:pt x="659130" y="68580"/>
                </a:lnTo>
                <a:lnTo>
                  <a:pt x="659130" y="47625"/>
                </a:lnTo>
                <a:lnTo>
                  <a:pt x="640080" y="47625"/>
                </a:lnTo>
                <a:lnTo>
                  <a:pt x="640080" y="38100"/>
                </a:lnTo>
                <a:lnTo>
                  <a:pt x="590550" y="38100"/>
                </a:lnTo>
                <a:lnTo>
                  <a:pt x="590550" y="49808"/>
                </a:lnTo>
                <a:lnTo>
                  <a:pt x="571500" y="59333"/>
                </a:lnTo>
                <a:lnTo>
                  <a:pt x="571500" y="76200"/>
                </a:lnTo>
                <a:lnTo>
                  <a:pt x="561975" y="76200"/>
                </a:lnTo>
                <a:lnTo>
                  <a:pt x="561975" y="95250"/>
                </a:lnTo>
                <a:lnTo>
                  <a:pt x="554633" y="95250"/>
                </a:lnTo>
                <a:lnTo>
                  <a:pt x="545108" y="114300"/>
                </a:lnTo>
                <a:lnTo>
                  <a:pt x="544830" y="114300"/>
                </a:lnTo>
                <a:lnTo>
                  <a:pt x="544830" y="104775"/>
                </a:lnTo>
                <a:lnTo>
                  <a:pt x="514350" y="104775"/>
                </a:lnTo>
                <a:lnTo>
                  <a:pt x="514350" y="114300"/>
                </a:lnTo>
                <a:lnTo>
                  <a:pt x="504825" y="114300"/>
                </a:lnTo>
                <a:lnTo>
                  <a:pt x="504825" y="142875"/>
                </a:lnTo>
                <a:lnTo>
                  <a:pt x="497205" y="142875"/>
                </a:lnTo>
                <a:lnTo>
                  <a:pt x="495300" y="142875"/>
                </a:lnTo>
                <a:lnTo>
                  <a:pt x="487680" y="142875"/>
                </a:lnTo>
                <a:lnTo>
                  <a:pt x="487680" y="123825"/>
                </a:lnTo>
                <a:lnTo>
                  <a:pt x="478155" y="123825"/>
                </a:lnTo>
                <a:lnTo>
                  <a:pt x="478155" y="95250"/>
                </a:lnTo>
                <a:lnTo>
                  <a:pt x="468630" y="95250"/>
                </a:lnTo>
                <a:lnTo>
                  <a:pt x="468630" y="68580"/>
                </a:lnTo>
                <a:lnTo>
                  <a:pt x="487680" y="68580"/>
                </a:lnTo>
                <a:lnTo>
                  <a:pt x="487680" y="47625"/>
                </a:lnTo>
                <a:lnTo>
                  <a:pt x="478155" y="47625"/>
                </a:lnTo>
                <a:lnTo>
                  <a:pt x="478155" y="38100"/>
                </a:lnTo>
                <a:lnTo>
                  <a:pt x="459105" y="38100"/>
                </a:lnTo>
                <a:lnTo>
                  <a:pt x="459105" y="19050"/>
                </a:lnTo>
                <a:lnTo>
                  <a:pt x="449580" y="19050"/>
                </a:lnTo>
                <a:lnTo>
                  <a:pt x="449580" y="0"/>
                </a:lnTo>
                <a:lnTo>
                  <a:pt x="419100" y="0"/>
                </a:lnTo>
                <a:lnTo>
                  <a:pt x="419100" y="19050"/>
                </a:lnTo>
                <a:lnTo>
                  <a:pt x="409575" y="19050"/>
                </a:lnTo>
                <a:lnTo>
                  <a:pt x="409575" y="40283"/>
                </a:lnTo>
                <a:lnTo>
                  <a:pt x="390525" y="49808"/>
                </a:lnTo>
                <a:lnTo>
                  <a:pt x="390525" y="78383"/>
                </a:lnTo>
                <a:lnTo>
                  <a:pt x="371475" y="87908"/>
                </a:lnTo>
                <a:lnTo>
                  <a:pt x="371475" y="114300"/>
                </a:lnTo>
                <a:lnTo>
                  <a:pt x="361950" y="114300"/>
                </a:lnTo>
                <a:lnTo>
                  <a:pt x="361950" y="133350"/>
                </a:lnTo>
                <a:lnTo>
                  <a:pt x="333375" y="133350"/>
                </a:lnTo>
                <a:lnTo>
                  <a:pt x="333375" y="161925"/>
                </a:lnTo>
                <a:lnTo>
                  <a:pt x="323850" y="161925"/>
                </a:lnTo>
                <a:lnTo>
                  <a:pt x="323850" y="183158"/>
                </a:lnTo>
                <a:lnTo>
                  <a:pt x="306705" y="191730"/>
                </a:lnTo>
                <a:lnTo>
                  <a:pt x="306705" y="190500"/>
                </a:lnTo>
                <a:lnTo>
                  <a:pt x="297180" y="190500"/>
                </a:lnTo>
                <a:lnTo>
                  <a:pt x="297180" y="161925"/>
                </a:lnTo>
                <a:lnTo>
                  <a:pt x="287655" y="161925"/>
                </a:lnTo>
                <a:lnTo>
                  <a:pt x="287655" y="133350"/>
                </a:lnTo>
                <a:lnTo>
                  <a:pt x="266700" y="133350"/>
                </a:lnTo>
                <a:lnTo>
                  <a:pt x="266700" y="152400"/>
                </a:lnTo>
                <a:lnTo>
                  <a:pt x="257175" y="152400"/>
                </a:lnTo>
                <a:lnTo>
                  <a:pt x="257175" y="180975"/>
                </a:lnTo>
                <a:lnTo>
                  <a:pt x="247650" y="180975"/>
                </a:lnTo>
                <a:lnTo>
                  <a:pt x="247650" y="190500"/>
                </a:lnTo>
                <a:lnTo>
                  <a:pt x="240030" y="190500"/>
                </a:lnTo>
                <a:lnTo>
                  <a:pt x="240030" y="180975"/>
                </a:lnTo>
                <a:lnTo>
                  <a:pt x="230505" y="180975"/>
                </a:lnTo>
                <a:lnTo>
                  <a:pt x="230505" y="171450"/>
                </a:lnTo>
                <a:lnTo>
                  <a:pt x="220980" y="171450"/>
                </a:lnTo>
                <a:lnTo>
                  <a:pt x="220980" y="161925"/>
                </a:lnTo>
                <a:lnTo>
                  <a:pt x="209272" y="161925"/>
                </a:lnTo>
                <a:lnTo>
                  <a:pt x="199747" y="142875"/>
                </a:lnTo>
                <a:lnTo>
                  <a:pt x="171450" y="142875"/>
                </a:lnTo>
                <a:lnTo>
                  <a:pt x="171450" y="152400"/>
                </a:lnTo>
                <a:lnTo>
                  <a:pt x="163830" y="152400"/>
                </a:lnTo>
                <a:lnTo>
                  <a:pt x="163830" y="123825"/>
                </a:lnTo>
                <a:lnTo>
                  <a:pt x="154305" y="123825"/>
                </a:lnTo>
                <a:lnTo>
                  <a:pt x="154305" y="114300"/>
                </a:lnTo>
                <a:lnTo>
                  <a:pt x="142597" y="114300"/>
                </a:lnTo>
                <a:lnTo>
                  <a:pt x="133072" y="95250"/>
                </a:lnTo>
                <a:lnTo>
                  <a:pt x="106680" y="95250"/>
                </a:lnTo>
                <a:lnTo>
                  <a:pt x="106680" y="85725"/>
                </a:lnTo>
                <a:lnTo>
                  <a:pt x="76200" y="85725"/>
                </a:lnTo>
                <a:lnTo>
                  <a:pt x="76200" y="104775"/>
                </a:lnTo>
                <a:lnTo>
                  <a:pt x="66675" y="104775"/>
                </a:lnTo>
                <a:lnTo>
                  <a:pt x="66675" y="133350"/>
                </a:lnTo>
                <a:lnTo>
                  <a:pt x="57150" y="133350"/>
                </a:lnTo>
                <a:lnTo>
                  <a:pt x="57150" y="152400"/>
                </a:lnTo>
                <a:lnTo>
                  <a:pt x="47625" y="152400"/>
                </a:lnTo>
                <a:lnTo>
                  <a:pt x="47625" y="190500"/>
                </a:lnTo>
                <a:lnTo>
                  <a:pt x="38100" y="190500"/>
                </a:lnTo>
                <a:lnTo>
                  <a:pt x="38100" y="209550"/>
                </a:lnTo>
                <a:lnTo>
                  <a:pt x="28575" y="209550"/>
                </a:lnTo>
                <a:lnTo>
                  <a:pt x="28575" y="238125"/>
                </a:lnTo>
                <a:lnTo>
                  <a:pt x="19050" y="238125"/>
                </a:lnTo>
                <a:lnTo>
                  <a:pt x="19050" y="266700"/>
                </a:lnTo>
                <a:lnTo>
                  <a:pt x="9525" y="266700"/>
                </a:lnTo>
                <a:lnTo>
                  <a:pt x="9525" y="295275"/>
                </a:lnTo>
                <a:close/>
              </a:path>
            </a:pathLst>
          </a:custGeom>
          <a:solidFill xmlns:a="http://schemas.openxmlformats.org/drawingml/2006/main">
            <a:srgbClr val="2E7690"/>
          </a:solidFill>
          <a:ln xmlns:a="http://schemas.openxmlformats.org/drawingml/2006/main" w="0">
            <a:noFill/>
          </a:ln>
        </p:spPr>
      </p:sp>
      <p:sp>
        <p:nvSpPr>
          <p:cNvPr id="166" name="Projected surface region 85">
            <a:extLst xmlns:a="http://schemas.openxmlformats.org/drawingml/2006/main">
              <a:ext uri="{FF2B5EF4-FFF2-40B4-BE49-F238E27FC236}">
                <a16:creationId xmlns:a16="http://schemas.microsoft.com/office/drawing/2014/main" id="{8DDBF168-E2F1-4062-BD4F-6B08552F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828" y="2937510"/>
            <a:ext cx="138787" cy="68580"/>
          </a:xfrm>
          <a:custGeom xmlns:a="http://schemas.openxmlformats.org/drawingml/2006/main">
            <a:pathLst>
              <a:path w="138787" h="68580">
                <a:moveTo>
                  <a:pt x="32107" y="30758"/>
                </a:moveTo>
                <a:lnTo>
                  <a:pt x="32107" y="38100"/>
                </a:lnTo>
                <a:lnTo>
                  <a:pt x="15240" y="38100"/>
                </a:lnTo>
                <a:lnTo>
                  <a:pt x="0" y="68580"/>
                </a:lnTo>
                <a:lnTo>
                  <a:pt x="138787" y="68580"/>
                </a:lnTo>
                <a:lnTo>
                  <a:pt x="138787" y="47625"/>
                </a:lnTo>
                <a:lnTo>
                  <a:pt x="129262" y="47625"/>
                </a:lnTo>
                <a:lnTo>
                  <a:pt x="129262" y="0"/>
                </a:lnTo>
                <a:lnTo>
                  <a:pt x="98782" y="0"/>
                </a:lnTo>
                <a:lnTo>
                  <a:pt x="98782" y="9525"/>
                </a:lnTo>
                <a:lnTo>
                  <a:pt x="51157" y="9525"/>
                </a:lnTo>
                <a:lnTo>
                  <a:pt x="51157" y="21233"/>
                </a:lnTo>
                <a:lnTo>
                  <a:pt x="32107" y="30758"/>
                </a:lnTo>
                <a:close/>
              </a:path>
            </a:pathLst>
          </a:custGeom>
          <a:solidFill xmlns:a="http://schemas.openxmlformats.org/drawingml/2006/main">
            <a:srgbClr val="6498A8"/>
          </a:solidFill>
          <a:ln xmlns:a="http://schemas.openxmlformats.org/drawingml/2006/main" w="0">
            <a:noFill/>
          </a:ln>
        </p:spPr>
      </p:sp>
      <p:sp>
        <p:nvSpPr>
          <p:cNvPr id="167" name="Projected surface region 86">
            <a:extLst xmlns:a="http://schemas.openxmlformats.org/drawingml/2006/main">
              <a:ext uri="{FF2B5EF4-FFF2-40B4-BE49-F238E27FC236}">
                <a16:creationId xmlns:a16="http://schemas.microsoft.com/office/drawing/2014/main" id="{FC14ADC0-6D19-4395-9B2E-E31ADD04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310" y="3013710"/>
            <a:ext cx="182880" cy="382905"/>
          </a:xfrm>
          <a:custGeom xmlns:a="http://schemas.openxmlformats.org/drawingml/2006/main">
            <a:pathLst>
              <a:path w="182880" h="382905">
                <a:moveTo>
                  <a:pt x="9525" y="30480"/>
                </a:moveTo>
                <a:lnTo>
                  <a:pt x="9525" y="68580"/>
                </a:lnTo>
                <a:lnTo>
                  <a:pt x="19050" y="68580"/>
                </a:lnTo>
                <a:lnTo>
                  <a:pt x="19050" y="106680"/>
                </a:lnTo>
                <a:lnTo>
                  <a:pt x="28575" y="106680"/>
                </a:lnTo>
                <a:lnTo>
                  <a:pt x="28575" y="144780"/>
                </a:lnTo>
                <a:lnTo>
                  <a:pt x="38100" y="144780"/>
                </a:lnTo>
                <a:lnTo>
                  <a:pt x="38100" y="182880"/>
                </a:lnTo>
                <a:lnTo>
                  <a:pt x="47625" y="182880"/>
                </a:lnTo>
                <a:lnTo>
                  <a:pt x="47625" y="230505"/>
                </a:lnTo>
                <a:lnTo>
                  <a:pt x="57150" y="230505"/>
                </a:lnTo>
                <a:lnTo>
                  <a:pt x="57150" y="268605"/>
                </a:lnTo>
                <a:lnTo>
                  <a:pt x="66675" y="268605"/>
                </a:lnTo>
                <a:lnTo>
                  <a:pt x="66675" y="297180"/>
                </a:lnTo>
                <a:lnTo>
                  <a:pt x="76200" y="297180"/>
                </a:lnTo>
                <a:lnTo>
                  <a:pt x="76200" y="325755"/>
                </a:lnTo>
                <a:lnTo>
                  <a:pt x="85725" y="325755"/>
                </a:lnTo>
                <a:lnTo>
                  <a:pt x="85725" y="354330"/>
                </a:lnTo>
                <a:lnTo>
                  <a:pt x="97433" y="354330"/>
                </a:lnTo>
                <a:lnTo>
                  <a:pt x="106958" y="373380"/>
                </a:lnTo>
                <a:lnTo>
                  <a:pt x="142875" y="373380"/>
                </a:lnTo>
                <a:lnTo>
                  <a:pt x="142875" y="382905"/>
                </a:lnTo>
                <a:lnTo>
                  <a:pt x="182880" y="382905"/>
                </a:lnTo>
                <a:lnTo>
                  <a:pt x="182880" y="114300"/>
                </a:lnTo>
                <a:lnTo>
                  <a:pt x="173355" y="114300"/>
                </a:lnTo>
                <a:lnTo>
                  <a:pt x="173355" y="76200"/>
                </a:lnTo>
                <a:lnTo>
                  <a:pt x="163830" y="76200"/>
                </a:lnTo>
                <a:lnTo>
                  <a:pt x="163830" y="28575"/>
                </a:lnTo>
                <a:lnTo>
                  <a:pt x="154305" y="28575"/>
                </a:lnTo>
                <a:lnTo>
                  <a:pt x="154305" y="0"/>
                </a:lnTo>
                <a:lnTo>
                  <a:pt x="0" y="0"/>
                </a:lnTo>
                <a:lnTo>
                  <a:pt x="0" y="30480"/>
                </a:lnTo>
                <a:lnTo>
                  <a:pt x="9525" y="30480"/>
                </a:lnTo>
                <a:close/>
              </a:path>
            </a:pathLst>
          </a:custGeom>
          <a:solidFill xmlns:a="http://schemas.openxmlformats.org/drawingml/2006/main">
            <a:srgbClr val="6498A8"/>
          </a:solidFill>
          <a:ln xmlns:a="http://schemas.openxmlformats.org/drawingml/2006/main" w="0">
            <a:noFill/>
          </a:ln>
        </p:spPr>
      </p:sp>
      <p:sp>
        <p:nvSpPr>
          <p:cNvPr id="168" name="Projected surface region 87">
            <a:extLst xmlns:a="http://schemas.openxmlformats.org/drawingml/2006/main">
              <a:ext uri="{FF2B5EF4-FFF2-40B4-BE49-F238E27FC236}">
                <a16:creationId xmlns:a16="http://schemas.microsoft.com/office/drawing/2014/main" id="{07D32206-4F8E-40E7-9128-810E827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3242310"/>
            <a:ext cx="40005" cy="135255"/>
          </a:xfrm>
          <a:custGeom xmlns:a="http://schemas.openxmlformats.org/drawingml/2006/main">
            <a:pathLst>
              <a:path w="40005" h="135255">
                <a:moveTo>
                  <a:pt x="0" y="0"/>
                </a:moveTo>
                <a:lnTo>
                  <a:pt x="0" y="135255"/>
                </a:lnTo>
                <a:lnTo>
                  <a:pt x="20955" y="135255"/>
                </a:lnTo>
                <a:lnTo>
                  <a:pt x="20955" y="123547"/>
                </a:lnTo>
                <a:lnTo>
                  <a:pt x="40005" y="114022"/>
                </a:lnTo>
                <a:lnTo>
                  <a:pt x="40005" y="76200"/>
                </a:lnTo>
                <a:lnTo>
                  <a:pt x="30480" y="76200"/>
                </a:lnTo>
                <a:lnTo>
                  <a:pt x="30480" y="47625"/>
                </a:lnTo>
                <a:lnTo>
                  <a:pt x="20955" y="47625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98A8"/>
          </a:solidFill>
          <a:ln xmlns:a="http://schemas.openxmlformats.org/drawingml/2006/main" w="0">
            <a:noFill/>
          </a:ln>
        </p:spPr>
      </p:sp>
      <p:sp>
        <p:nvSpPr>
          <p:cNvPr id="169" name="Projected surface region 88">
            <a:extLst xmlns:a="http://schemas.openxmlformats.org/drawingml/2006/main">
              <a:ext uri="{FF2B5EF4-FFF2-40B4-BE49-F238E27FC236}">
                <a16:creationId xmlns:a16="http://schemas.microsoft.com/office/drawing/2014/main" id="{9D8B80BA-1212-428F-940D-4C33D5F7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3204210"/>
            <a:ext cx="97155" cy="72112"/>
          </a:xfrm>
          <a:custGeom xmlns:a="http://schemas.openxmlformats.org/drawingml/2006/main">
            <a:pathLst>
              <a:path w="97155" h="72112">
                <a:moveTo>
                  <a:pt x="47625" y="0"/>
                </a:moveTo>
                <a:lnTo>
                  <a:pt x="0" y="0"/>
                </a:lnTo>
                <a:lnTo>
                  <a:pt x="0" y="20955"/>
                </a:lnTo>
                <a:lnTo>
                  <a:pt x="19050" y="20955"/>
                </a:lnTo>
                <a:lnTo>
                  <a:pt x="19050" y="30480"/>
                </a:lnTo>
                <a:lnTo>
                  <a:pt x="38100" y="30480"/>
                </a:lnTo>
                <a:lnTo>
                  <a:pt x="38100" y="40005"/>
                </a:lnTo>
                <a:lnTo>
                  <a:pt x="57150" y="40005"/>
                </a:lnTo>
                <a:lnTo>
                  <a:pt x="57150" y="49530"/>
                </a:lnTo>
                <a:lnTo>
                  <a:pt x="66675" y="49530"/>
                </a:lnTo>
                <a:lnTo>
                  <a:pt x="66675" y="56872"/>
                </a:lnTo>
                <a:lnTo>
                  <a:pt x="97155" y="72112"/>
                </a:lnTo>
                <a:lnTo>
                  <a:pt x="97155" y="38100"/>
                </a:lnTo>
                <a:lnTo>
                  <a:pt x="87630" y="38100"/>
                </a:lnTo>
                <a:lnTo>
                  <a:pt x="87630" y="19050"/>
                </a:lnTo>
                <a:lnTo>
                  <a:pt x="78105" y="19050"/>
                </a:lnTo>
                <a:lnTo>
                  <a:pt x="78105" y="0"/>
                </a:lnTo>
                <a:lnTo>
                  <a:pt x="49530" y="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6498A8"/>
          </a:solidFill>
          <a:ln xmlns:a="http://schemas.openxmlformats.org/drawingml/2006/main" w="0">
            <a:noFill/>
          </a:ln>
        </p:spPr>
      </p:sp>
      <p:sp>
        <p:nvSpPr>
          <p:cNvPr id="170" name="Projected surface region 89">
            <a:extLst xmlns:a="http://schemas.openxmlformats.org/drawingml/2006/main">
              <a:ext uri="{FF2B5EF4-FFF2-40B4-BE49-F238E27FC236}">
                <a16:creationId xmlns:a16="http://schemas.microsoft.com/office/drawing/2014/main" id="{A3376B3A-C838-41C5-9006-7D9B4DB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935" y="1537335"/>
            <a:ext cx="249555" cy="811530"/>
          </a:xfrm>
          <a:custGeom xmlns:a="http://schemas.openxmlformats.org/drawingml/2006/main">
            <a:pathLst>
              <a:path w="249555" h="811530">
                <a:moveTo>
                  <a:pt x="28575" y="590550"/>
                </a:moveTo>
                <a:lnTo>
                  <a:pt x="28575" y="592455"/>
                </a:lnTo>
                <a:lnTo>
                  <a:pt x="28575" y="619125"/>
                </a:lnTo>
                <a:lnTo>
                  <a:pt x="19050" y="619125"/>
                </a:lnTo>
                <a:lnTo>
                  <a:pt x="19050" y="666750"/>
                </a:lnTo>
                <a:lnTo>
                  <a:pt x="9525" y="666750"/>
                </a:lnTo>
                <a:lnTo>
                  <a:pt x="9525" y="723900"/>
                </a:lnTo>
                <a:lnTo>
                  <a:pt x="0" y="723900"/>
                </a:lnTo>
                <a:lnTo>
                  <a:pt x="0" y="811530"/>
                </a:lnTo>
                <a:lnTo>
                  <a:pt x="20955" y="811530"/>
                </a:lnTo>
                <a:lnTo>
                  <a:pt x="20955" y="790297"/>
                </a:lnTo>
                <a:lnTo>
                  <a:pt x="40005" y="780772"/>
                </a:lnTo>
                <a:lnTo>
                  <a:pt x="40005" y="761722"/>
                </a:lnTo>
                <a:lnTo>
                  <a:pt x="59055" y="752197"/>
                </a:lnTo>
                <a:lnTo>
                  <a:pt x="59055" y="735330"/>
                </a:lnTo>
                <a:lnTo>
                  <a:pt x="68580" y="735330"/>
                </a:lnTo>
                <a:lnTo>
                  <a:pt x="68580" y="725805"/>
                </a:lnTo>
                <a:lnTo>
                  <a:pt x="123825" y="725805"/>
                </a:lnTo>
                <a:lnTo>
                  <a:pt x="123825" y="733147"/>
                </a:lnTo>
                <a:lnTo>
                  <a:pt x="142875" y="742672"/>
                </a:lnTo>
                <a:lnTo>
                  <a:pt x="142875" y="763905"/>
                </a:lnTo>
                <a:lnTo>
                  <a:pt x="152400" y="763905"/>
                </a:lnTo>
                <a:lnTo>
                  <a:pt x="152400" y="773430"/>
                </a:lnTo>
                <a:lnTo>
                  <a:pt x="161925" y="773430"/>
                </a:lnTo>
                <a:lnTo>
                  <a:pt x="161925" y="780772"/>
                </a:lnTo>
                <a:lnTo>
                  <a:pt x="192405" y="796012"/>
                </a:lnTo>
                <a:lnTo>
                  <a:pt x="192405" y="744855"/>
                </a:lnTo>
                <a:lnTo>
                  <a:pt x="201930" y="744855"/>
                </a:lnTo>
                <a:lnTo>
                  <a:pt x="201930" y="697230"/>
                </a:lnTo>
                <a:lnTo>
                  <a:pt x="211455" y="697230"/>
                </a:lnTo>
                <a:lnTo>
                  <a:pt x="211455" y="649605"/>
                </a:lnTo>
                <a:lnTo>
                  <a:pt x="220980" y="649605"/>
                </a:lnTo>
                <a:lnTo>
                  <a:pt x="220980" y="592455"/>
                </a:lnTo>
                <a:lnTo>
                  <a:pt x="220980" y="590550"/>
                </a:lnTo>
                <a:lnTo>
                  <a:pt x="220980" y="582930"/>
                </a:lnTo>
                <a:lnTo>
                  <a:pt x="230505" y="582930"/>
                </a:lnTo>
                <a:lnTo>
                  <a:pt x="230505" y="535305"/>
                </a:lnTo>
                <a:lnTo>
                  <a:pt x="240030" y="535305"/>
                </a:lnTo>
                <a:lnTo>
                  <a:pt x="240030" y="478155"/>
                </a:lnTo>
                <a:lnTo>
                  <a:pt x="249555" y="478155"/>
                </a:lnTo>
                <a:lnTo>
                  <a:pt x="249555" y="38100"/>
                </a:lnTo>
                <a:lnTo>
                  <a:pt x="240030" y="38100"/>
                </a:lnTo>
                <a:lnTo>
                  <a:pt x="240030" y="28575"/>
                </a:lnTo>
                <a:lnTo>
                  <a:pt x="230505" y="28575"/>
                </a:lnTo>
                <a:lnTo>
                  <a:pt x="230505" y="19050"/>
                </a:lnTo>
                <a:lnTo>
                  <a:pt x="218797" y="19050"/>
                </a:lnTo>
                <a:lnTo>
                  <a:pt x="209272" y="0"/>
                </a:lnTo>
                <a:lnTo>
                  <a:pt x="190500" y="0"/>
                </a:lnTo>
                <a:lnTo>
                  <a:pt x="190500" y="21233"/>
                </a:lnTo>
                <a:lnTo>
                  <a:pt x="171450" y="30758"/>
                </a:lnTo>
                <a:lnTo>
                  <a:pt x="171450" y="47625"/>
                </a:lnTo>
                <a:lnTo>
                  <a:pt x="161925" y="47625"/>
                </a:lnTo>
                <a:lnTo>
                  <a:pt x="161925" y="66675"/>
                </a:lnTo>
                <a:lnTo>
                  <a:pt x="152400" y="66675"/>
                </a:lnTo>
                <a:lnTo>
                  <a:pt x="152400" y="76200"/>
                </a:lnTo>
                <a:lnTo>
                  <a:pt x="142875" y="76200"/>
                </a:lnTo>
                <a:lnTo>
                  <a:pt x="142875" y="95250"/>
                </a:lnTo>
                <a:lnTo>
                  <a:pt x="133350" y="95250"/>
                </a:lnTo>
                <a:lnTo>
                  <a:pt x="133350" y="123825"/>
                </a:lnTo>
                <a:lnTo>
                  <a:pt x="123825" y="123825"/>
                </a:lnTo>
                <a:lnTo>
                  <a:pt x="123825" y="161925"/>
                </a:lnTo>
                <a:lnTo>
                  <a:pt x="114300" y="161925"/>
                </a:lnTo>
                <a:lnTo>
                  <a:pt x="114300" y="200025"/>
                </a:lnTo>
                <a:lnTo>
                  <a:pt x="104775" y="200025"/>
                </a:lnTo>
                <a:lnTo>
                  <a:pt x="104775" y="238125"/>
                </a:lnTo>
                <a:lnTo>
                  <a:pt x="95250" y="238125"/>
                </a:lnTo>
                <a:lnTo>
                  <a:pt x="95250" y="276225"/>
                </a:lnTo>
                <a:lnTo>
                  <a:pt x="85725" y="276225"/>
                </a:lnTo>
                <a:lnTo>
                  <a:pt x="85725" y="314325"/>
                </a:lnTo>
                <a:lnTo>
                  <a:pt x="76200" y="314325"/>
                </a:lnTo>
                <a:lnTo>
                  <a:pt x="76200" y="352425"/>
                </a:lnTo>
                <a:lnTo>
                  <a:pt x="66675" y="352425"/>
                </a:lnTo>
                <a:lnTo>
                  <a:pt x="66675" y="400050"/>
                </a:lnTo>
                <a:lnTo>
                  <a:pt x="57150" y="400050"/>
                </a:lnTo>
                <a:lnTo>
                  <a:pt x="57150" y="457200"/>
                </a:lnTo>
                <a:lnTo>
                  <a:pt x="47625" y="457200"/>
                </a:lnTo>
                <a:lnTo>
                  <a:pt x="47625" y="504825"/>
                </a:lnTo>
                <a:lnTo>
                  <a:pt x="38100" y="504825"/>
                </a:lnTo>
                <a:lnTo>
                  <a:pt x="38100" y="571500"/>
                </a:lnTo>
                <a:lnTo>
                  <a:pt x="28575" y="571500"/>
                </a:lnTo>
                <a:lnTo>
                  <a:pt x="28575" y="590550"/>
                </a:lnTo>
                <a:close/>
              </a:path>
            </a:pathLst>
          </a:custGeom>
          <a:solidFill xmlns:a="http://schemas.openxmlformats.org/drawingml/2006/main">
            <a:srgbClr val="66C870"/>
          </a:solidFill>
          <a:ln xmlns:a="http://schemas.openxmlformats.org/drawingml/2006/main" w="0">
            <a:noFill/>
          </a:ln>
        </p:spPr>
      </p:sp>
      <p:sp>
        <p:nvSpPr>
          <p:cNvPr id="171" name="Projected surface region 90">
            <a:extLst xmlns:a="http://schemas.openxmlformats.org/drawingml/2006/main">
              <a:ext uri="{FF2B5EF4-FFF2-40B4-BE49-F238E27FC236}">
                <a16:creationId xmlns:a16="http://schemas.microsoft.com/office/drawing/2014/main" id="{F479F42F-A1AB-4129-82B4-F34CA4B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585" y="1604010"/>
            <a:ext cx="49530" cy="306705"/>
          </a:xfrm>
          <a:custGeom xmlns:a="http://schemas.openxmlformats.org/drawingml/2006/main">
            <a:pathLst>
              <a:path w="49530" h="306705">
                <a:moveTo>
                  <a:pt x="20955" y="259080"/>
                </a:moveTo>
                <a:lnTo>
                  <a:pt x="30480" y="259080"/>
                </a:lnTo>
                <a:lnTo>
                  <a:pt x="30480" y="211455"/>
                </a:lnTo>
                <a:lnTo>
                  <a:pt x="40005" y="211455"/>
                </a:lnTo>
                <a:lnTo>
                  <a:pt x="40005" y="144780"/>
                </a:lnTo>
                <a:lnTo>
                  <a:pt x="49530" y="144780"/>
                </a:lnTo>
                <a:lnTo>
                  <a:pt x="49530" y="104775"/>
                </a:lnTo>
                <a:lnTo>
                  <a:pt x="40005" y="104775"/>
                </a:lnTo>
                <a:lnTo>
                  <a:pt x="40005" y="66675"/>
                </a:lnTo>
                <a:lnTo>
                  <a:pt x="30480" y="66675"/>
                </a:lnTo>
                <a:lnTo>
                  <a:pt x="30480" y="38100"/>
                </a:lnTo>
                <a:lnTo>
                  <a:pt x="20955" y="38100"/>
                </a:lnTo>
                <a:lnTo>
                  <a:pt x="20955" y="0"/>
                </a:lnTo>
                <a:lnTo>
                  <a:pt x="0" y="0"/>
                </a:lnTo>
                <a:lnTo>
                  <a:pt x="0" y="306705"/>
                </a:lnTo>
                <a:lnTo>
                  <a:pt x="20955" y="306705"/>
                </a:lnTo>
                <a:lnTo>
                  <a:pt x="20955" y="259080"/>
                </a:lnTo>
                <a:close/>
              </a:path>
            </a:pathLst>
          </a:custGeom>
          <a:solidFill xmlns:a="http://schemas.openxmlformats.org/drawingml/2006/main">
            <a:srgbClr val="66C870"/>
          </a:solidFill>
          <a:ln xmlns:a="http://schemas.openxmlformats.org/drawingml/2006/main" w="0">
            <a:noFill/>
          </a:ln>
        </p:spPr>
      </p:sp>
      <p:sp>
        <p:nvSpPr>
          <p:cNvPr id="172" name="Projected surface region 91">
            <a:extLst xmlns:a="http://schemas.openxmlformats.org/drawingml/2006/main">
              <a:ext uri="{FF2B5EF4-FFF2-40B4-BE49-F238E27FC236}">
                <a16:creationId xmlns:a16="http://schemas.microsoft.com/office/drawing/2014/main" id="{B4807348-A90B-48F5-8561-4E6138D4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253" y="1804035"/>
            <a:ext cx="253087" cy="630555"/>
          </a:xfrm>
          <a:custGeom xmlns:a="http://schemas.openxmlformats.org/drawingml/2006/main">
            <a:pathLst>
              <a:path w="253087" h="630555">
                <a:moveTo>
                  <a:pt x="13057" y="42466"/>
                </a:moveTo>
                <a:lnTo>
                  <a:pt x="0" y="68580"/>
                </a:lnTo>
                <a:lnTo>
                  <a:pt x="13057" y="68580"/>
                </a:lnTo>
                <a:lnTo>
                  <a:pt x="13057" y="106680"/>
                </a:lnTo>
                <a:lnTo>
                  <a:pt x="22582" y="106680"/>
                </a:lnTo>
                <a:lnTo>
                  <a:pt x="22582" y="173355"/>
                </a:lnTo>
                <a:lnTo>
                  <a:pt x="32107" y="173355"/>
                </a:lnTo>
                <a:lnTo>
                  <a:pt x="32107" y="240030"/>
                </a:lnTo>
                <a:lnTo>
                  <a:pt x="41632" y="240030"/>
                </a:lnTo>
                <a:lnTo>
                  <a:pt x="41632" y="287655"/>
                </a:lnTo>
                <a:lnTo>
                  <a:pt x="51157" y="287655"/>
                </a:lnTo>
                <a:lnTo>
                  <a:pt x="51157" y="325755"/>
                </a:lnTo>
                <a:lnTo>
                  <a:pt x="91162" y="325755"/>
                </a:lnTo>
                <a:lnTo>
                  <a:pt x="91162" y="316230"/>
                </a:lnTo>
                <a:lnTo>
                  <a:pt x="98782" y="316230"/>
                </a:lnTo>
                <a:lnTo>
                  <a:pt x="98782" y="323850"/>
                </a:lnTo>
                <a:lnTo>
                  <a:pt x="98782" y="325755"/>
                </a:lnTo>
                <a:lnTo>
                  <a:pt x="98782" y="354330"/>
                </a:lnTo>
                <a:lnTo>
                  <a:pt x="108307" y="354330"/>
                </a:lnTo>
                <a:lnTo>
                  <a:pt x="108307" y="401955"/>
                </a:lnTo>
                <a:lnTo>
                  <a:pt x="117832" y="401955"/>
                </a:lnTo>
                <a:lnTo>
                  <a:pt x="117832" y="449580"/>
                </a:lnTo>
                <a:lnTo>
                  <a:pt x="127357" y="449580"/>
                </a:lnTo>
                <a:lnTo>
                  <a:pt x="127357" y="497205"/>
                </a:lnTo>
                <a:lnTo>
                  <a:pt x="136882" y="497205"/>
                </a:lnTo>
                <a:lnTo>
                  <a:pt x="136882" y="544830"/>
                </a:lnTo>
                <a:lnTo>
                  <a:pt x="146407" y="544830"/>
                </a:lnTo>
                <a:lnTo>
                  <a:pt x="146407" y="582930"/>
                </a:lnTo>
                <a:lnTo>
                  <a:pt x="155932" y="582930"/>
                </a:lnTo>
                <a:lnTo>
                  <a:pt x="155932" y="630555"/>
                </a:lnTo>
                <a:lnTo>
                  <a:pt x="186412" y="630555"/>
                </a:lnTo>
                <a:lnTo>
                  <a:pt x="186412" y="592455"/>
                </a:lnTo>
                <a:lnTo>
                  <a:pt x="195937" y="592455"/>
                </a:lnTo>
                <a:lnTo>
                  <a:pt x="195937" y="563880"/>
                </a:lnTo>
                <a:lnTo>
                  <a:pt x="205462" y="563880"/>
                </a:lnTo>
                <a:lnTo>
                  <a:pt x="205462" y="535305"/>
                </a:lnTo>
                <a:lnTo>
                  <a:pt x="214987" y="535305"/>
                </a:lnTo>
                <a:lnTo>
                  <a:pt x="214987" y="497205"/>
                </a:lnTo>
                <a:lnTo>
                  <a:pt x="224512" y="497205"/>
                </a:lnTo>
                <a:lnTo>
                  <a:pt x="224512" y="459105"/>
                </a:lnTo>
                <a:lnTo>
                  <a:pt x="234037" y="459105"/>
                </a:lnTo>
                <a:lnTo>
                  <a:pt x="234037" y="430530"/>
                </a:lnTo>
                <a:lnTo>
                  <a:pt x="243562" y="430530"/>
                </a:lnTo>
                <a:lnTo>
                  <a:pt x="243562" y="401955"/>
                </a:lnTo>
                <a:lnTo>
                  <a:pt x="253087" y="401955"/>
                </a:lnTo>
                <a:lnTo>
                  <a:pt x="253087" y="381000"/>
                </a:lnTo>
                <a:lnTo>
                  <a:pt x="243562" y="381000"/>
                </a:lnTo>
                <a:lnTo>
                  <a:pt x="243562" y="304800"/>
                </a:lnTo>
                <a:lnTo>
                  <a:pt x="234037" y="304800"/>
                </a:lnTo>
                <a:lnTo>
                  <a:pt x="234037" y="238125"/>
                </a:lnTo>
                <a:lnTo>
                  <a:pt x="224512" y="238125"/>
                </a:lnTo>
                <a:lnTo>
                  <a:pt x="224512" y="171450"/>
                </a:lnTo>
                <a:lnTo>
                  <a:pt x="214987" y="171450"/>
                </a:lnTo>
                <a:lnTo>
                  <a:pt x="214987" y="104775"/>
                </a:lnTo>
                <a:lnTo>
                  <a:pt x="205462" y="104775"/>
                </a:lnTo>
                <a:lnTo>
                  <a:pt x="205462" y="47625"/>
                </a:lnTo>
                <a:lnTo>
                  <a:pt x="195937" y="47625"/>
                </a:lnTo>
                <a:lnTo>
                  <a:pt x="195937" y="9525"/>
                </a:lnTo>
                <a:lnTo>
                  <a:pt x="174982" y="9525"/>
                </a:lnTo>
                <a:lnTo>
                  <a:pt x="174982" y="28575"/>
                </a:lnTo>
                <a:lnTo>
                  <a:pt x="165457" y="28575"/>
                </a:lnTo>
                <a:lnTo>
                  <a:pt x="165457" y="57150"/>
                </a:lnTo>
                <a:lnTo>
                  <a:pt x="155932" y="57150"/>
                </a:lnTo>
                <a:lnTo>
                  <a:pt x="155932" y="76200"/>
                </a:lnTo>
                <a:lnTo>
                  <a:pt x="146407" y="76200"/>
                </a:lnTo>
                <a:lnTo>
                  <a:pt x="146407" y="104775"/>
                </a:lnTo>
                <a:lnTo>
                  <a:pt x="136882" y="104775"/>
                </a:lnTo>
                <a:lnTo>
                  <a:pt x="136882" y="133350"/>
                </a:lnTo>
                <a:lnTo>
                  <a:pt x="127357" y="133350"/>
                </a:lnTo>
                <a:lnTo>
                  <a:pt x="127357" y="171450"/>
                </a:lnTo>
                <a:lnTo>
                  <a:pt x="117832" y="171450"/>
                </a:lnTo>
                <a:lnTo>
                  <a:pt x="117832" y="209550"/>
                </a:lnTo>
                <a:lnTo>
                  <a:pt x="108307" y="209550"/>
                </a:lnTo>
                <a:lnTo>
                  <a:pt x="108307" y="247650"/>
                </a:lnTo>
                <a:lnTo>
                  <a:pt x="98782" y="247650"/>
                </a:lnTo>
                <a:lnTo>
                  <a:pt x="98782" y="272693"/>
                </a:lnTo>
                <a:lnTo>
                  <a:pt x="91162" y="268883"/>
                </a:lnTo>
                <a:lnTo>
                  <a:pt x="91162" y="219075"/>
                </a:lnTo>
                <a:lnTo>
                  <a:pt x="81637" y="219075"/>
                </a:lnTo>
                <a:lnTo>
                  <a:pt x="81637" y="171450"/>
                </a:lnTo>
                <a:lnTo>
                  <a:pt x="72112" y="171450"/>
                </a:lnTo>
                <a:lnTo>
                  <a:pt x="72112" y="133350"/>
                </a:lnTo>
                <a:lnTo>
                  <a:pt x="62587" y="133350"/>
                </a:lnTo>
                <a:lnTo>
                  <a:pt x="62587" y="85725"/>
                </a:lnTo>
                <a:lnTo>
                  <a:pt x="53062" y="85725"/>
                </a:lnTo>
                <a:lnTo>
                  <a:pt x="53062" y="47625"/>
                </a:lnTo>
                <a:lnTo>
                  <a:pt x="43537" y="47625"/>
                </a:lnTo>
                <a:lnTo>
                  <a:pt x="43537" y="9525"/>
                </a:lnTo>
                <a:lnTo>
                  <a:pt x="34012" y="9525"/>
                </a:lnTo>
                <a:lnTo>
                  <a:pt x="34012" y="0"/>
                </a:lnTo>
                <a:lnTo>
                  <a:pt x="13057" y="0"/>
                </a:lnTo>
                <a:lnTo>
                  <a:pt x="13057" y="42466"/>
                </a:lnTo>
                <a:close/>
              </a:path>
            </a:pathLst>
          </a:custGeom>
          <a:solidFill xmlns:a="http://schemas.openxmlformats.org/drawingml/2006/main">
            <a:srgbClr val="66C870"/>
          </a:solidFill>
          <a:ln xmlns:a="http://schemas.openxmlformats.org/drawingml/2006/main" w="0">
            <a:noFill/>
          </a:ln>
        </p:spPr>
      </p:sp>
      <p:sp>
        <p:nvSpPr>
          <p:cNvPr id="173" name="Projected surface region 92">
            <a:extLst xmlns:a="http://schemas.openxmlformats.org/drawingml/2006/main">
              <a:ext uri="{FF2B5EF4-FFF2-40B4-BE49-F238E27FC236}">
                <a16:creationId xmlns:a16="http://schemas.microsoft.com/office/drawing/2014/main" id="{48A134DC-67A8-4098-BF28-3CBC4CB1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935" y="2127885"/>
            <a:ext cx="30480" cy="59055"/>
          </a:xfrm>
          <a:custGeom xmlns:a="http://schemas.openxmlformats.org/drawingml/2006/main">
            <a:pathLst>
              <a:path w="30480" h="59055">
                <a:moveTo>
                  <a:pt x="0" y="59055"/>
                </a:moveTo>
                <a:lnTo>
                  <a:pt x="20955" y="59055"/>
                </a:lnTo>
                <a:lnTo>
                  <a:pt x="20955" y="40005"/>
                </a:lnTo>
                <a:lnTo>
                  <a:pt x="30480" y="40005"/>
                </a:lnTo>
                <a:lnTo>
                  <a:pt x="30480" y="0"/>
                </a:ln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66C870"/>
          </a:solidFill>
          <a:ln xmlns:a="http://schemas.openxmlformats.org/drawingml/2006/main" w="0">
            <a:noFill/>
          </a:ln>
        </p:spPr>
      </p:sp>
      <p:sp>
        <p:nvSpPr>
          <p:cNvPr id="174" name="Projected surface region 93">
            <a:extLst xmlns:a="http://schemas.openxmlformats.org/drawingml/2006/main">
              <a:ext uri="{FF2B5EF4-FFF2-40B4-BE49-F238E27FC236}">
                <a16:creationId xmlns:a16="http://schemas.microsoft.com/office/drawing/2014/main" id="{F44F9117-88C6-4876-B578-E4EC5662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310" y="3566160"/>
            <a:ext cx="354330" cy="211455"/>
          </a:xfrm>
          <a:custGeom xmlns:a="http://schemas.openxmlformats.org/drawingml/2006/main">
            <a:pathLst>
              <a:path w="354330" h="211455">
                <a:moveTo>
                  <a:pt x="47625" y="9525"/>
                </a:moveTo>
                <a:lnTo>
                  <a:pt x="47625" y="104775"/>
                </a:lnTo>
                <a:lnTo>
                  <a:pt x="38100" y="104775"/>
                </a:lnTo>
                <a:lnTo>
                  <a:pt x="38100" y="123825"/>
                </a:lnTo>
                <a:lnTo>
                  <a:pt x="28575" y="123825"/>
                </a:lnTo>
                <a:lnTo>
                  <a:pt x="28575" y="142875"/>
                </a:lnTo>
                <a:lnTo>
                  <a:pt x="19050" y="142875"/>
                </a:lnTo>
                <a:lnTo>
                  <a:pt x="19050" y="161925"/>
                </a:lnTo>
                <a:lnTo>
                  <a:pt x="9525" y="161925"/>
                </a:lnTo>
                <a:lnTo>
                  <a:pt x="9525" y="180975"/>
                </a:lnTo>
                <a:lnTo>
                  <a:pt x="0" y="180975"/>
                </a:lnTo>
                <a:lnTo>
                  <a:pt x="0" y="211455"/>
                </a:lnTo>
                <a:lnTo>
                  <a:pt x="30480" y="211455"/>
                </a:lnTo>
                <a:lnTo>
                  <a:pt x="30480" y="201930"/>
                </a:lnTo>
                <a:lnTo>
                  <a:pt x="49530" y="201930"/>
                </a:lnTo>
                <a:lnTo>
                  <a:pt x="49530" y="192405"/>
                </a:lnTo>
                <a:lnTo>
                  <a:pt x="68580" y="192405"/>
                </a:lnTo>
                <a:lnTo>
                  <a:pt x="68580" y="182880"/>
                </a:lnTo>
                <a:lnTo>
                  <a:pt x="97155" y="182880"/>
                </a:lnTo>
                <a:lnTo>
                  <a:pt x="97155" y="176887"/>
                </a:lnTo>
                <a:lnTo>
                  <a:pt x="116205" y="186412"/>
                </a:lnTo>
                <a:lnTo>
                  <a:pt x="116205" y="173355"/>
                </a:lnTo>
                <a:lnTo>
                  <a:pt x="154305" y="173355"/>
                </a:lnTo>
                <a:lnTo>
                  <a:pt x="154305" y="163830"/>
                </a:lnTo>
                <a:lnTo>
                  <a:pt x="201930" y="163830"/>
                </a:lnTo>
                <a:lnTo>
                  <a:pt x="201930" y="154305"/>
                </a:lnTo>
                <a:lnTo>
                  <a:pt x="238125" y="154305"/>
                </a:lnTo>
                <a:lnTo>
                  <a:pt x="238125" y="163830"/>
                </a:lnTo>
                <a:lnTo>
                  <a:pt x="276225" y="163830"/>
                </a:lnTo>
                <a:lnTo>
                  <a:pt x="276225" y="173355"/>
                </a:lnTo>
                <a:lnTo>
                  <a:pt x="304800" y="173355"/>
                </a:lnTo>
                <a:lnTo>
                  <a:pt x="304800" y="182880"/>
                </a:lnTo>
                <a:lnTo>
                  <a:pt x="323850" y="182880"/>
                </a:lnTo>
                <a:lnTo>
                  <a:pt x="323850" y="192405"/>
                </a:lnTo>
                <a:lnTo>
                  <a:pt x="354330" y="192405"/>
                </a:lnTo>
                <a:lnTo>
                  <a:pt x="354330" y="171450"/>
                </a:lnTo>
                <a:lnTo>
                  <a:pt x="344805" y="171450"/>
                </a:lnTo>
                <a:lnTo>
                  <a:pt x="344805" y="152400"/>
                </a:lnTo>
                <a:lnTo>
                  <a:pt x="335280" y="152400"/>
                </a:lnTo>
                <a:lnTo>
                  <a:pt x="335280" y="142875"/>
                </a:lnTo>
                <a:lnTo>
                  <a:pt x="325755" y="142875"/>
                </a:lnTo>
                <a:lnTo>
                  <a:pt x="325755" y="133350"/>
                </a:lnTo>
                <a:lnTo>
                  <a:pt x="316230" y="133350"/>
                </a:lnTo>
                <a:lnTo>
                  <a:pt x="316230" y="126008"/>
                </a:lnTo>
                <a:lnTo>
                  <a:pt x="297180" y="116483"/>
                </a:lnTo>
                <a:lnTo>
                  <a:pt x="297180" y="106680"/>
                </a:lnTo>
                <a:lnTo>
                  <a:pt x="306705" y="106680"/>
                </a:lnTo>
                <a:lnTo>
                  <a:pt x="306705" y="85725"/>
                </a:lnTo>
                <a:lnTo>
                  <a:pt x="297180" y="85725"/>
                </a:lnTo>
                <a:lnTo>
                  <a:pt x="297180" y="47625"/>
                </a:lnTo>
                <a:lnTo>
                  <a:pt x="257175" y="47625"/>
                </a:lnTo>
                <a:lnTo>
                  <a:pt x="257175" y="57150"/>
                </a:lnTo>
                <a:lnTo>
                  <a:pt x="249555" y="57150"/>
                </a:lnTo>
                <a:lnTo>
                  <a:pt x="249555" y="47625"/>
                </a:lnTo>
                <a:lnTo>
                  <a:pt x="230505" y="47625"/>
                </a:lnTo>
                <a:lnTo>
                  <a:pt x="230505" y="38100"/>
                </a:lnTo>
                <a:lnTo>
                  <a:pt x="182880" y="38100"/>
                </a:lnTo>
                <a:lnTo>
                  <a:pt x="182880" y="28575"/>
                </a:lnTo>
                <a:lnTo>
                  <a:pt x="173355" y="28575"/>
                </a:lnTo>
                <a:lnTo>
                  <a:pt x="173355" y="9525"/>
                </a:lnTo>
                <a:lnTo>
                  <a:pt x="125730" y="9525"/>
                </a:lnTo>
                <a:lnTo>
                  <a:pt x="125730" y="0"/>
                </a:lnTo>
                <a:lnTo>
                  <a:pt x="76200" y="0"/>
                </a:lnTo>
                <a:lnTo>
                  <a:pt x="76200" y="9525"/>
                </a:lnTo>
                <a:lnTo>
                  <a:pt x="47625" y="9525"/>
                </a:lnTo>
                <a:close/>
              </a:path>
            </a:pathLst>
          </a:custGeom>
          <a:solidFill xmlns:a="http://schemas.openxmlformats.org/drawingml/2006/main">
            <a:srgbClr val="7577A7"/>
          </a:solidFill>
          <a:ln xmlns:a="http://schemas.openxmlformats.org/drawingml/2006/main" w="0">
            <a:noFill/>
          </a:ln>
        </p:spPr>
      </p:sp>
      <p:sp>
        <p:nvSpPr>
          <p:cNvPr id="175" name="Projected surface region 94">
            <a:extLst xmlns:a="http://schemas.openxmlformats.org/drawingml/2006/main">
              <a:ext uri="{FF2B5EF4-FFF2-40B4-BE49-F238E27FC236}">
                <a16:creationId xmlns:a16="http://schemas.microsoft.com/office/drawing/2014/main" id="{23388F77-3D34-479D-88B4-35D305CF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185" y="3613785"/>
            <a:ext cx="401955" cy="230505"/>
          </a:xfrm>
          <a:custGeom xmlns:a="http://schemas.openxmlformats.org/drawingml/2006/main">
            <a:pathLst>
              <a:path w="401955" h="230505">
                <a:moveTo>
                  <a:pt x="126008" y="38100"/>
                </a:moveTo>
                <a:lnTo>
                  <a:pt x="114300" y="38100"/>
                </a:lnTo>
                <a:lnTo>
                  <a:pt x="114300" y="47625"/>
                </a:lnTo>
                <a:lnTo>
                  <a:pt x="104775" y="47625"/>
                </a:lnTo>
                <a:lnTo>
                  <a:pt x="104775" y="59333"/>
                </a:lnTo>
                <a:lnTo>
                  <a:pt x="85725" y="68858"/>
                </a:lnTo>
                <a:lnTo>
                  <a:pt x="85725" y="85725"/>
                </a:lnTo>
                <a:lnTo>
                  <a:pt x="76200" y="85725"/>
                </a:lnTo>
                <a:lnTo>
                  <a:pt x="76200" y="95250"/>
                </a:lnTo>
                <a:lnTo>
                  <a:pt x="59333" y="95250"/>
                </a:lnTo>
                <a:lnTo>
                  <a:pt x="49808" y="114300"/>
                </a:lnTo>
                <a:lnTo>
                  <a:pt x="28575" y="114300"/>
                </a:lnTo>
                <a:lnTo>
                  <a:pt x="28575" y="123825"/>
                </a:lnTo>
                <a:lnTo>
                  <a:pt x="19050" y="123825"/>
                </a:lnTo>
                <a:lnTo>
                  <a:pt x="19050" y="135533"/>
                </a:lnTo>
                <a:lnTo>
                  <a:pt x="0" y="145058"/>
                </a:lnTo>
                <a:lnTo>
                  <a:pt x="0" y="173355"/>
                </a:lnTo>
                <a:lnTo>
                  <a:pt x="9525" y="173355"/>
                </a:lnTo>
                <a:lnTo>
                  <a:pt x="9525" y="182880"/>
                </a:lnTo>
                <a:lnTo>
                  <a:pt x="28575" y="182880"/>
                </a:lnTo>
                <a:lnTo>
                  <a:pt x="28575" y="192405"/>
                </a:lnTo>
                <a:lnTo>
                  <a:pt x="57150" y="192405"/>
                </a:lnTo>
                <a:lnTo>
                  <a:pt x="57150" y="201930"/>
                </a:lnTo>
                <a:lnTo>
                  <a:pt x="104775" y="201930"/>
                </a:lnTo>
                <a:lnTo>
                  <a:pt x="104775" y="211455"/>
                </a:lnTo>
                <a:lnTo>
                  <a:pt x="123825" y="211455"/>
                </a:lnTo>
                <a:lnTo>
                  <a:pt x="123825" y="220980"/>
                </a:lnTo>
                <a:lnTo>
                  <a:pt x="152400" y="220980"/>
                </a:lnTo>
                <a:lnTo>
                  <a:pt x="152400" y="230505"/>
                </a:lnTo>
                <a:lnTo>
                  <a:pt x="259080" y="230505"/>
                </a:lnTo>
                <a:lnTo>
                  <a:pt x="259080" y="220980"/>
                </a:lnTo>
                <a:lnTo>
                  <a:pt x="306705" y="220980"/>
                </a:lnTo>
                <a:lnTo>
                  <a:pt x="306705" y="211455"/>
                </a:lnTo>
                <a:lnTo>
                  <a:pt x="344805" y="211455"/>
                </a:lnTo>
                <a:lnTo>
                  <a:pt x="344805" y="201930"/>
                </a:lnTo>
                <a:lnTo>
                  <a:pt x="382905" y="201930"/>
                </a:lnTo>
                <a:lnTo>
                  <a:pt x="382905" y="192405"/>
                </a:lnTo>
                <a:lnTo>
                  <a:pt x="401955" y="192405"/>
                </a:lnTo>
                <a:lnTo>
                  <a:pt x="401955" y="154583"/>
                </a:lnTo>
                <a:lnTo>
                  <a:pt x="382905" y="145058"/>
                </a:lnTo>
                <a:lnTo>
                  <a:pt x="382905" y="123825"/>
                </a:lnTo>
                <a:lnTo>
                  <a:pt x="373380" y="123825"/>
                </a:lnTo>
                <a:lnTo>
                  <a:pt x="373380" y="104775"/>
                </a:lnTo>
                <a:lnTo>
                  <a:pt x="363855" y="104775"/>
                </a:lnTo>
                <a:lnTo>
                  <a:pt x="363855" y="85725"/>
                </a:lnTo>
                <a:lnTo>
                  <a:pt x="354330" y="85725"/>
                </a:lnTo>
                <a:lnTo>
                  <a:pt x="354330" y="66675"/>
                </a:lnTo>
                <a:lnTo>
                  <a:pt x="344805" y="66675"/>
                </a:lnTo>
                <a:lnTo>
                  <a:pt x="344805" y="47625"/>
                </a:lnTo>
                <a:lnTo>
                  <a:pt x="335280" y="47625"/>
                </a:lnTo>
                <a:lnTo>
                  <a:pt x="335280" y="28575"/>
                </a:lnTo>
                <a:lnTo>
                  <a:pt x="325755" y="28575"/>
                </a:lnTo>
                <a:lnTo>
                  <a:pt x="325755" y="9525"/>
                </a:lnTo>
                <a:lnTo>
                  <a:pt x="316230" y="9525"/>
                </a:lnTo>
                <a:lnTo>
                  <a:pt x="316230" y="0"/>
                </a:lnTo>
                <a:lnTo>
                  <a:pt x="295275" y="0"/>
                </a:lnTo>
                <a:lnTo>
                  <a:pt x="295275" y="9525"/>
                </a:lnTo>
                <a:lnTo>
                  <a:pt x="276225" y="9525"/>
                </a:lnTo>
                <a:lnTo>
                  <a:pt x="276225" y="19050"/>
                </a:lnTo>
                <a:lnTo>
                  <a:pt x="268883" y="19050"/>
                </a:lnTo>
                <a:lnTo>
                  <a:pt x="259358" y="38100"/>
                </a:lnTo>
                <a:lnTo>
                  <a:pt x="238125" y="38100"/>
                </a:lnTo>
                <a:lnTo>
                  <a:pt x="238125" y="47625"/>
                </a:lnTo>
                <a:lnTo>
                  <a:pt x="228600" y="47625"/>
                </a:lnTo>
                <a:lnTo>
                  <a:pt x="228600" y="57150"/>
                </a:lnTo>
                <a:lnTo>
                  <a:pt x="221258" y="57150"/>
                </a:lnTo>
                <a:lnTo>
                  <a:pt x="211733" y="76200"/>
                </a:lnTo>
                <a:lnTo>
                  <a:pt x="201930" y="76200"/>
                </a:lnTo>
                <a:lnTo>
                  <a:pt x="201930" y="66675"/>
                </a:lnTo>
                <a:lnTo>
                  <a:pt x="192405" y="66675"/>
                </a:lnTo>
                <a:lnTo>
                  <a:pt x="192405" y="57150"/>
                </a:lnTo>
                <a:lnTo>
                  <a:pt x="182880" y="57150"/>
                </a:lnTo>
                <a:lnTo>
                  <a:pt x="182880" y="47625"/>
                </a:lnTo>
                <a:lnTo>
                  <a:pt x="173355" y="47625"/>
                </a:lnTo>
                <a:lnTo>
                  <a:pt x="173355" y="38100"/>
                </a:lnTo>
                <a:lnTo>
                  <a:pt x="161647" y="38100"/>
                </a:lnTo>
                <a:lnTo>
                  <a:pt x="152122" y="19050"/>
                </a:lnTo>
                <a:lnTo>
                  <a:pt x="135533" y="19050"/>
                </a:lnTo>
                <a:lnTo>
                  <a:pt x="126008" y="38100"/>
                </a:lnTo>
                <a:close/>
              </a:path>
            </a:pathLst>
          </a:custGeom>
          <a:solidFill xmlns:a="http://schemas.openxmlformats.org/drawingml/2006/main">
            <a:srgbClr val="7577A7"/>
          </a:solidFill>
          <a:ln xmlns:a="http://schemas.openxmlformats.org/drawingml/2006/main" w="0">
            <a:noFill/>
          </a:ln>
        </p:spPr>
      </p:sp>
      <p:sp>
        <p:nvSpPr>
          <p:cNvPr id="176" name="Projected surface region 95">
            <a:extLst xmlns:a="http://schemas.openxmlformats.org/drawingml/2006/main">
              <a:ext uri="{FF2B5EF4-FFF2-40B4-BE49-F238E27FC236}">
                <a16:creationId xmlns:a16="http://schemas.microsoft.com/office/drawing/2014/main" id="{D37A4601-C4B1-4909-BBAC-2DED8ADE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010" y="3737610"/>
            <a:ext cx="138787" cy="87630"/>
          </a:xfrm>
          <a:custGeom xmlns:a="http://schemas.openxmlformats.org/drawingml/2006/main">
            <a:pathLst>
              <a:path w="138787" h="87630">
                <a:moveTo>
                  <a:pt x="138787" y="0"/>
                </a:moveTo>
                <a:lnTo>
                  <a:pt x="47625" y="0"/>
                </a:lnTo>
                <a:lnTo>
                  <a:pt x="47625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lnTo>
                  <a:pt x="0" y="49530"/>
                </a:lnTo>
                <a:lnTo>
                  <a:pt x="9525" y="49530"/>
                </a:lnTo>
                <a:lnTo>
                  <a:pt x="9525" y="68580"/>
                </a:lnTo>
                <a:lnTo>
                  <a:pt x="28575" y="68580"/>
                </a:lnTo>
                <a:lnTo>
                  <a:pt x="28575" y="87630"/>
                </a:lnTo>
                <a:lnTo>
                  <a:pt x="59055" y="87630"/>
                </a:lnTo>
                <a:lnTo>
                  <a:pt x="59055" y="78105"/>
                </a:lnTo>
                <a:lnTo>
                  <a:pt x="78105" y="78105"/>
                </a:lnTo>
                <a:lnTo>
                  <a:pt x="78105" y="68580"/>
                </a:lnTo>
                <a:lnTo>
                  <a:pt x="87630" y="68580"/>
                </a:lnTo>
                <a:lnTo>
                  <a:pt x="87630" y="59055"/>
                </a:lnTo>
                <a:lnTo>
                  <a:pt x="97155" y="59055"/>
                </a:lnTo>
                <a:lnTo>
                  <a:pt x="97155" y="49530"/>
                </a:lnTo>
                <a:lnTo>
                  <a:pt x="106680" y="49530"/>
                </a:lnTo>
                <a:lnTo>
                  <a:pt x="106680" y="40005"/>
                </a:lnTo>
                <a:lnTo>
                  <a:pt x="116205" y="40005"/>
                </a:lnTo>
                <a:lnTo>
                  <a:pt x="116205" y="30480"/>
                </a:lnTo>
                <a:lnTo>
                  <a:pt x="123547" y="30480"/>
                </a:lnTo>
                <a:lnTo>
                  <a:pt x="138787" y="0"/>
                </a:lnTo>
                <a:close/>
              </a:path>
            </a:pathLst>
          </a:custGeom>
          <a:solidFill xmlns:a="http://schemas.openxmlformats.org/drawingml/2006/main">
            <a:srgbClr val="7577A7"/>
          </a:solidFill>
          <a:ln xmlns:a="http://schemas.openxmlformats.org/drawingml/2006/main" w="0">
            <a:noFill/>
          </a:ln>
        </p:spPr>
      </p:sp>
      <p:sp>
        <p:nvSpPr>
          <p:cNvPr id="177" name="Projected surface region 96">
            <a:extLst xmlns:a="http://schemas.openxmlformats.org/drawingml/2006/main">
              <a:ext uri="{FF2B5EF4-FFF2-40B4-BE49-F238E27FC236}">
                <a16:creationId xmlns:a16="http://schemas.microsoft.com/office/drawing/2014/main" id="{9BFFE88C-7BF4-430B-B600-E2A82D15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253" y="3556635"/>
            <a:ext cx="424537" cy="306705"/>
          </a:xfrm>
          <a:custGeom xmlns:a="http://schemas.openxmlformats.org/drawingml/2006/main">
            <a:pathLst>
              <a:path w="424537" h="306705">
                <a:moveTo>
                  <a:pt x="22582" y="30758"/>
                </a:moveTo>
                <a:lnTo>
                  <a:pt x="22582" y="38100"/>
                </a:lnTo>
                <a:lnTo>
                  <a:pt x="15240" y="38100"/>
                </a:lnTo>
                <a:lnTo>
                  <a:pt x="0" y="68580"/>
                </a:lnTo>
                <a:lnTo>
                  <a:pt x="13057" y="68580"/>
                </a:lnTo>
                <a:lnTo>
                  <a:pt x="13057" y="78105"/>
                </a:lnTo>
                <a:lnTo>
                  <a:pt x="22582" y="78105"/>
                </a:lnTo>
                <a:lnTo>
                  <a:pt x="22582" y="87630"/>
                </a:lnTo>
                <a:lnTo>
                  <a:pt x="32107" y="87630"/>
                </a:lnTo>
                <a:lnTo>
                  <a:pt x="32107" y="97155"/>
                </a:lnTo>
                <a:lnTo>
                  <a:pt x="43815" y="97155"/>
                </a:lnTo>
                <a:lnTo>
                  <a:pt x="53340" y="116205"/>
                </a:lnTo>
                <a:lnTo>
                  <a:pt x="70207" y="116205"/>
                </a:lnTo>
                <a:lnTo>
                  <a:pt x="70207" y="125730"/>
                </a:lnTo>
                <a:lnTo>
                  <a:pt x="79732" y="125730"/>
                </a:lnTo>
                <a:lnTo>
                  <a:pt x="79732" y="135255"/>
                </a:lnTo>
                <a:lnTo>
                  <a:pt x="89257" y="135255"/>
                </a:lnTo>
                <a:lnTo>
                  <a:pt x="89257" y="144780"/>
                </a:lnTo>
                <a:lnTo>
                  <a:pt x="98782" y="144780"/>
                </a:lnTo>
                <a:lnTo>
                  <a:pt x="98782" y="154305"/>
                </a:lnTo>
                <a:lnTo>
                  <a:pt x="110490" y="154305"/>
                </a:lnTo>
                <a:lnTo>
                  <a:pt x="120015" y="173355"/>
                </a:lnTo>
                <a:lnTo>
                  <a:pt x="136882" y="173355"/>
                </a:lnTo>
                <a:lnTo>
                  <a:pt x="136882" y="182880"/>
                </a:lnTo>
                <a:lnTo>
                  <a:pt x="148590" y="182880"/>
                </a:lnTo>
                <a:lnTo>
                  <a:pt x="158115" y="201930"/>
                </a:lnTo>
                <a:lnTo>
                  <a:pt x="176887" y="201930"/>
                </a:lnTo>
                <a:lnTo>
                  <a:pt x="176887" y="192405"/>
                </a:lnTo>
                <a:lnTo>
                  <a:pt x="184507" y="192405"/>
                </a:lnTo>
                <a:lnTo>
                  <a:pt x="184507" y="209272"/>
                </a:lnTo>
                <a:lnTo>
                  <a:pt x="203557" y="218797"/>
                </a:lnTo>
                <a:lnTo>
                  <a:pt x="203557" y="237847"/>
                </a:lnTo>
                <a:lnTo>
                  <a:pt x="222607" y="247372"/>
                </a:lnTo>
                <a:lnTo>
                  <a:pt x="222607" y="268605"/>
                </a:lnTo>
                <a:lnTo>
                  <a:pt x="241657" y="268605"/>
                </a:lnTo>
                <a:lnTo>
                  <a:pt x="241657" y="278130"/>
                </a:lnTo>
                <a:lnTo>
                  <a:pt x="260707" y="278130"/>
                </a:lnTo>
                <a:lnTo>
                  <a:pt x="260707" y="287655"/>
                </a:lnTo>
                <a:lnTo>
                  <a:pt x="289282" y="287655"/>
                </a:lnTo>
                <a:lnTo>
                  <a:pt x="289282" y="297180"/>
                </a:lnTo>
                <a:lnTo>
                  <a:pt x="308332" y="297180"/>
                </a:lnTo>
                <a:lnTo>
                  <a:pt x="308332" y="306705"/>
                </a:lnTo>
                <a:lnTo>
                  <a:pt x="329287" y="306705"/>
                </a:lnTo>
                <a:lnTo>
                  <a:pt x="329287" y="294997"/>
                </a:lnTo>
                <a:lnTo>
                  <a:pt x="348337" y="285472"/>
                </a:lnTo>
                <a:lnTo>
                  <a:pt x="348337" y="268605"/>
                </a:lnTo>
                <a:lnTo>
                  <a:pt x="357862" y="268605"/>
                </a:lnTo>
                <a:lnTo>
                  <a:pt x="357862" y="259080"/>
                </a:lnTo>
                <a:lnTo>
                  <a:pt x="367387" y="259080"/>
                </a:lnTo>
                <a:lnTo>
                  <a:pt x="367387" y="247372"/>
                </a:lnTo>
                <a:lnTo>
                  <a:pt x="386437" y="237847"/>
                </a:lnTo>
                <a:lnTo>
                  <a:pt x="386437" y="220980"/>
                </a:lnTo>
                <a:lnTo>
                  <a:pt x="395962" y="220980"/>
                </a:lnTo>
                <a:lnTo>
                  <a:pt x="395962" y="211455"/>
                </a:lnTo>
                <a:lnTo>
                  <a:pt x="405487" y="211455"/>
                </a:lnTo>
                <a:lnTo>
                  <a:pt x="405487" y="190222"/>
                </a:lnTo>
                <a:lnTo>
                  <a:pt x="424537" y="180697"/>
                </a:lnTo>
                <a:lnTo>
                  <a:pt x="424537" y="152400"/>
                </a:lnTo>
                <a:lnTo>
                  <a:pt x="415012" y="152400"/>
                </a:lnTo>
                <a:lnTo>
                  <a:pt x="415012" y="142875"/>
                </a:lnTo>
                <a:lnTo>
                  <a:pt x="405487" y="142875"/>
                </a:lnTo>
                <a:lnTo>
                  <a:pt x="405487" y="135533"/>
                </a:lnTo>
                <a:lnTo>
                  <a:pt x="386437" y="126008"/>
                </a:lnTo>
                <a:lnTo>
                  <a:pt x="386437" y="104775"/>
                </a:lnTo>
                <a:lnTo>
                  <a:pt x="376912" y="104775"/>
                </a:lnTo>
                <a:lnTo>
                  <a:pt x="376912" y="97433"/>
                </a:lnTo>
                <a:lnTo>
                  <a:pt x="357862" y="87908"/>
                </a:lnTo>
                <a:lnTo>
                  <a:pt x="357862" y="66675"/>
                </a:lnTo>
                <a:lnTo>
                  <a:pt x="348337" y="66675"/>
                </a:lnTo>
                <a:lnTo>
                  <a:pt x="348337" y="57150"/>
                </a:lnTo>
                <a:lnTo>
                  <a:pt x="338812" y="57150"/>
                </a:lnTo>
                <a:lnTo>
                  <a:pt x="338812" y="49808"/>
                </a:lnTo>
                <a:lnTo>
                  <a:pt x="319762" y="40283"/>
                </a:lnTo>
                <a:lnTo>
                  <a:pt x="319762" y="19050"/>
                </a:lnTo>
                <a:lnTo>
                  <a:pt x="298807" y="19050"/>
                </a:lnTo>
                <a:lnTo>
                  <a:pt x="298807" y="30758"/>
                </a:lnTo>
                <a:lnTo>
                  <a:pt x="279757" y="40283"/>
                </a:lnTo>
                <a:lnTo>
                  <a:pt x="279757" y="57150"/>
                </a:lnTo>
                <a:lnTo>
                  <a:pt x="270232" y="57150"/>
                </a:lnTo>
                <a:lnTo>
                  <a:pt x="270232" y="66675"/>
                </a:lnTo>
                <a:lnTo>
                  <a:pt x="260707" y="66675"/>
                </a:lnTo>
                <a:lnTo>
                  <a:pt x="260707" y="78383"/>
                </a:lnTo>
                <a:lnTo>
                  <a:pt x="241657" y="87908"/>
                </a:lnTo>
                <a:lnTo>
                  <a:pt x="241657" y="104775"/>
                </a:lnTo>
                <a:lnTo>
                  <a:pt x="232132" y="104775"/>
                </a:lnTo>
                <a:lnTo>
                  <a:pt x="232132" y="114300"/>
                </a:lnTo>
                <a:lnTo>
                  <a:pt x="222607" y="114300"/>
                </a:lnTo>
                <a:lnTo>
                  <a:pt x="222607" y="126008"/>
                </a:lnTo>
                <a:lnTo>
                  <a:pt x="203557" y="135533"/>
                </a:lnTo>
                <a:lnTo>
                  <a:pt x="203557" y="152400"/>
                </a:lnTo>
                <a:lnTo>
                  <a:pt x="196215" y="152400"/>
                </a:lnTo>
                <a:lnTo>
                  <a:pt x="186690" y="171450"/>
                </a:lnTo>
                <a:lnTo>
                  <a:pt x="176887" y="171450"/>
                </a:lnTo>
                <a:lnTo>
                  <a:pt x="176887" y="152400"/>
                </a:lnTo>
                <a:lnTo>
                  <a:pt x="167362" y="152400"/>
                </a:lnTo>
                <a:lnTo>
                  <a:pt x="167362" y="135533"/>
                </a:lnTo>
                <a:lnTo>
                  <a:pt x="148312" y="126008"/>
                </a:lnTo>
                <a:lnTo>
                  <a:pt x="148312" y="104775"/>
                </a:lnTo>
                <a:lnTo>
                  <a:pt x="138787" y="104775"/>
                </a:lnTo>
                <a:lnTo>
                  <a:pt x="138787" y="87908"/>
                </a:lnTo>
                <a:lnTo>
                  <a:pt x="119737" y="78383"/>
                </a:lnTo>
                <a:lnTo>
                  <a:pt x="119737" y="59333"/>
                </a:lnTo>
                <a:lnTo>
                  <a:pt x="100687" y="49808"/>
                </a:lnTo>
                <a:lnTo>
                  <a:pt x="100687" y="28575"/>
                </a:lnTo>
                <a:lnTo>
                  <a:pt x="91162" y="28575"/>
                </a:lnTo>
                <a:lnTo>
                  <a:pt x="91162" y="9525"/>
                </a:lnTo>
                <a:lnTo>
                  <a:pt x="81637" y="9525"/>
                </a:lnTo>
                <a:lnTo>
                  <a:pt x="81637" y="0"/>
                </a:lnTo>
                <a:lnTo>
                  <a:pt x="51157" y="0"/>
                </a:lnTo>
                <a:lnTo>
                  <a:pt x="51157" y="9525"/>
                </a:lnTo>
                <a:lnTo>
                  <a:pt x="41632" y="9525"/>
                </a:lnTo>
                <a:lnTo>
                  <a:pt x="41632" y="21233"/>
                </a:lnTo>
                <a:lnTo>
                  <a:pt x="22582" y="30758"/>
                </a:lnTo>
                <a:close/>
              </a:path>
            </a:pathLst>
          </a:custGeom>
          <a:solidFill xmlns:a="http://schemas.openxmlformats.org/drawingml/2006/main">
            <a:srgbClr val="7577A7"/>
          </a:solidFill>
          <a:ln xmlns:a="http://schemas.openxmlformats.org/drawingml/2006/main" w="0">
            <a:noFill/>
          </a:ln>
        </p:spPr>
      </p:sp>
      <p:sp>
        <p:nvSpPr>
          <p:cNvPr id="178" name="Projected surface region 97">
            <a:extLst xmlns:a="http://schemas.openxmlformats.org/drawingml/2006/main">
              <a:ext uri="{FF2B5EF4-FFF2-40B4-BE49-F238E27FC236}">
                <a16:creationId xmlns:a16="http://schemas.microsoft.com/office/drawing/2014/main" id="{B4CA58E8-908A-4E63-B75D-0D06CC83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085" y="3318510"/>
            <a:ext cx="78105" cy="116205"/>
          </a:xfrm>
          <a:custGeom xmlns:a="http://schemas.openxmlformats.org/drawingml/2006/main">
            <a:pathLst>
              <a:path w="78105" h="116205">
                <a:moveTo>
                  <a:pt x="9525" y="28575"/>
                </a:moveTo>
                <a:lnTo>
                  <a:pt x="9525" y="66675"/>
                </a:lnTo>
                <a:lnTo>
                  <a:pt x="0" y="66675"/>
                </a:lnTo>
                <a:lnTo>
                  <a:pt x="0" y="116205"/>
                </a:lnTo>
                <a:lnTo>
                  <a:pt x="20955" y="116205"/>
                </a:lnTo>
                <a:lnTo>
                  <a:pt x="20955" y="106680"/>
                </a:lnTo>
                <a:lnTo>
                  <a:pt x="30480" y="106680"/>
                </a:lnTo>
                <a:lnTo>
                  <a:pt x="30480" y="85447"/>
                </a:lnTo>
                <a:lnTo>
                  <a:pt x="49530" y="75922"/>
                </a:lnTo>
                <a:lnTo>
                  <a:pt x="49530" y="59055"/>
                </a:lnTo>
                <a:lnTo>
                  <a:pt x="59055" y="59055"/>
                </a:lnTo>
                <a:lnTo>
                  <a:pt x="59055" y="40005"/>
                </a:lnTo>
                <a:lnTo>
                  <a:pt x="68580" y="40005"/>
                </a:lnTo>
                <a:lnTo>
                  <a:pt x="68580" y="20955"/>
                </a:lnTo>
                <a:lnTo>
                  <a:pt x="78105" y="20955"/>
                </a:lnTo>
                <a:lnTo>
                  <a:pt x="78105" y="0"/>
                </a:lnTo>
                <a:lnTo>
                  <a:pt x="19050" y="0"/>
                </a:lnTo>
                <a:lnTo>
                  <a:pt x="19050" y="28575"/>
                </a:lnTo>
                <a:lnTo>
                  <a:pt x="9525" y="28575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79" name="Projected surface region 98">
            <a:extLst xmlns:a="http://schemas.openxmlformats.org/drawingml/2006/main">
              <a:ext uri="{FF2B5EF4-FFF2-40B4-BE49-F238E27FC236}">
                <a16:creationId xmlns:a16="http://schemas.microsoft.com/office/drawing/2014/main" id="{8E9C9F2D-1CAA-4E3C-BEF4-6207AC3B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3328035"/>
            <a:ext cx="116205" cy="78105"/>
          </a:xfrm>
          <a:custGeom xmlns:a="http://schemas.openxmlformats.org/drawingml/2006/main">
            <a:pathLst>
              <a:path w="116205" h="78105">
                <a:moveTo>
                  <a:pt x="0" y="28575"/>
                </a:moveTo>
                <a:lnTo>
                  <a:pt x="0" y="59055"/>
                </a:lnTo>
                <a:lnTo>
                  <a:pt x="28575" y="59055"/>
                </a:lnTo>
                <a:lnTo>
                  <a:pt x="28575" y="68580"/>
                </a:lnTo>
                <a:lnTo>
                  <a:pt x="47625" y="68580"/>
                </a:lnTo>
                <a:lnTo>
                  <a:pt x="47625" y="78105"/>
                </a:lnTo>
                <a:lnTo>
                  <a:pt x="68580" y="78105"/>
                </a:lnTo>
                <a:lnTo>
                  <a:pt x="68580" y="68580"/>
                </a:lnTo>
                <a:lnTo>
                  <a:pt x="87630" y="68580"/>
                </a:lnTo>
                <a:lnTo>
                  <a:pt x="87630" y="59055"/>
                </a:lnTo>
                <a:lnTo>
                  <a:pt x="97155" y="59055"/>
                </a:lnTo>
                <a:lnTo>
                  <a:pt x="97155" y="37822"/>
                </a:lnTo>
                <a:lnTo>
                  <a:pt x="116205" y="28297"/>
                </a:lnTo>
                <a:lnTo>
                  <a:pt x="116205" y="0"/>
                </a:lnTo>
                <a:lnTo>
                  <a:pt x="76200" y="0"/>
                </a:lnTo>
                <a:lnTo>
                  <a:pt x="76200" y="9525"/>
                </a:lnTo>
                <a:lnTo>
                  <a:pt x="59333" y="9525"/>
                </a:lnTo>
                <a:lnTo>
                  <a:pt x="49808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80" name="Projected surface region 99">
            <a:extLst xmlns:a="http://schemas.openxmlformats.org/drawingml/2006/main">
              <a:ext uri="{FF2B5EF4-FFF2-40B4-BE49-F238E27FC236}">
                <a16:creationId xmlns:a16="http://schemas.microsoft.com/office/drawing/2014/main" id="{790CC00B-5E49-4B46-9DB3-ACCBD667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585" y="3356610"/>
            <a:ext cx="261032" cy="144780"/>
          </a:xfrm>
          <a:custGeom xmlns:a="http://schemas.openxmlformats.org/drawingml/2006/main">
            <a:pathLst>
              <a:path w="261032" h="144780">
                <a:moveTo>
                  <a:pt x="47625" y="19050"/>
                </a:moveTo>
                <a:lnTo>
                  <a:pt x="40005" y="19050"/>
                </a:lnTo>
                <a:lnTo>
                  <a:pt x="40005" y="9525"/>
                </a:lnTo>
                <a:lnTo>
                  <a:pt x="0" y="9525"/>
                </a:lnTo>
                <a:lnTo>
                  <a:pt x="0" y="30480"/>
                </a:lnTo>
                <a:lnTo>
                  <a:pt x="9525" y="30480"/>
                </a:lnTo>
                <a:lnTo>
                  <a:pt x="9525" y="59055"/>
                </a:lnTo>
                <a:lnTo>
                  <a:pt x="19050" y="59055"/>
                </a:lnTo>
                <a:lnTo>
                  <a:pt x="19050" y="106680"/>
                </a:lnTo>
                <a:lnTo>
                  <a:pt x="28575" y="106680"/>
                </a:lnTo>
                <a:lnTo>
                  <a:pt x="28575" y="116205"/>
                </a:lnTo>
                <a:lnTo>
                  <a:pt x="57150" y="116205"/>
                </a:lnTo>
                <a:lnTo>
                  <a:pt x="57150" y="125730"/>
                </a:lnTo>
                <a:lnTo>
                  <a:pt x="76200" y="125730"/>
                </a:lnTo>
                <a:lnTo>
                  <a:pt x="76200" y="135255"/>
                </a:lnTo>
                <a:lnTo>
                  <a:pt x="104775" y="135255"/>
                </a:lnTo>
                <a:lnTo>
                  <a:pt x="104775" y="144780"/>
                </a:lnTo>
                <a:lnTo>
                  <a:pt x="173355" y="144780"/>
                </a:lnTo>
                <a:lnTo>
                  <a:pt x="173355" y="135255"/>
                </a:lnTo>
                <a:lnTo>
                  <a:pt x="192405" y="135255"/>
                </a:lnTo>
                <a:lnTo>
                  <a:pt x="192405" y="125730"/>
                </a:lnTo>
                <a:lnTo>
                  <a:pt x="201930" y="125730"/>
                </a:lnTo>
                <a:lnTo>
                  <a:pt x="201930" y="116205"/>
                </a:lnTo>
                <a:lnTo>
                  <a:pt x="211455" y="116205"/>
                </a:lnTo>
                <a:lnTo>
                  <a:pt x="211455" y="106680"/>
                </a:lnTo>
                <a:lnTo>
                  <a:pt x="220980" y="106680"/>
                </a:lnTo>
                <a:lnTo>
                  <a:pt x="220980" y="97155"/>
                </a:lnTo>
                <a:lnTo>
                  <a:pt x="230505" y="97155"/>
                </a:lnTo>
                <a:lnTo>
                  <a:pt x="230505" y="87630"/>
                </a:lnTo>
                <a:lnTo>
                  <a:pt x="240030" y="87630"/>
                </a:lnTo>
                <a:lnTo>
                  <a:pt x="240030" y="75922"/>
                </a:lnTo>
                <a:lnTo>
                  <a:pt x="261032" y="65421"/>
                </a:lnTo>
                <a:lnTo>
                  <a:pt x="247372" y="38100"/>
                </a:lnTo>
                <a:lnTo>
                  <a:pt x="230505" y="38100"/>
                </a:lnTo>
                <a:lnTo>
                  <a:pt x="230505" y="28575"/>
                </a:lnTo>
                <a:lnTo>
                  <a:pt x="201930" y="28575"/>
                </a:lnTo>
                <a:lnTo>
                  <a:pt x="201930" y="19050"/>
                </a:lnTo>
                <a:lnTo>
                  <a:pt x="182880" y="19050"/>
                </a:lnTo>
                <a:lnTo>
                  <a:pt x="182880" y="9525"/>
                </a:lnTo>
                <a:lnTo>
                  <a:pt x="154305" y="9525"/>
                </a:lnTo>
                <a:lnTo>
                  <a:pt x="154305" y="0"/>
                </a:lnTo>
                <a:lnTo>
                  <a:pt x="76200" y="0"/>
                </a:lnTo>
                <a:lnTo>
                  <a:pt x="76200" y="9525"/>
                </a:lnTo>
                <a:lnTo>
                  <a:pt x="47625" y="9525"/>
                </a:lnTo>
                <a:lnTo>
                  <a:pt x="47625" y="19050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81" name="Projected surface region 100">
            <a:extLst xmlns:a="http://schemas.openxmlformats.org/drawingml/2006/main">
              <a:ext uri="{FF2B5EF4-FFF2-40B4-BE49-F238E27FC236}">
                <a16:creationId xmlns:a16="http://schemas.microsoft.com/office/drawing/2014/main" id="{450AB584-DF24-479D-900F-2D9EF4E2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3185160"/>
            <a:ext cx="154305" cy="243562"/>
          </a:xfrm>
          <a:custGeom xmlns:a="http://schemas.openxmlformats.org/drawingml/2006/main">
            <a:pathLst>
              <a:path w="154305" h="243562">
                <a:moveTo>
                  <a:pt x="0" y="59055"/>
                </a:moveTo>
                <a:lnTo>
                  <a:pt x="20955" y="59055"/>
                </a:lnTo>
                <a:lnTo>
                  <a:pt x="20955" y="43537"/>
                </a:lnTo>
                <a:lnTo>
                  <a:pt x="28575" y="47347"/>
                </a:lnTo>
                <a:lnTo>
                  <a:pt x="28575" y="106680"/>
                </a:lnTo>
                <a:lnTo>
                  <a:pt x="38100" y="106680"/>
                </a:lnTo>
                <a:lnTo>
                  <a:pt x="38100" y="144780"/>
                </a:lnTo>
                <a:lnTo>
                  <a:pt x="47625" y="144780"/>
                </a:lnTo>
                <a:lnTo>
                  <a:pt x="47625" y="173355"/>
                </a:lnTo>
                <a:lnTo>
                  <a:pt x="57150" y="173355"/>
                </a:lnTo>
                <a:lnTo>
                  <a:pt x="57150" y="201930"/>
                </a:lnTo>
                <a:lnTo>
                  <a:pt x="66675" y="201930"/>
                </a:lnTo>
                <a:lnTo>
                  <a:pt x="66675" y="228322"/>
                </a:lnTo>
                <a:lnTo>
                  <a:pt x="97155" y="243562"/>
                </a:lnTo>
                <a:lnTo>
                  <a:pt x="97155" y="230505"/>
                </a:lnTo>
                <a:lnTo>
                  <a:pt x="106680" y="230505"/>
                </a:lnTo>
                <a:lnTo>
                  <a:pt x="106680" y="211455"/>
                </a:lnTo>
                <a:lnTo>
                  <a:pt x="116205" y="211455"/>
                </a:lnTo>
                <a:lnTo>
                  <a:pt x="116205" y="199747"/>
                </a:lnTo>
                <a:lnTo>
                  <a:pt x="135255" y="190222"/>
                </a:lnTo>
                <a:lnTo>
                  <a:pt x="135255" y="173355"/>
                </a:lnTo>
                <a:lnTo>
                  <a:pt x="144780" y="173355"/>
                </a:lnTo>
                <a:lnTo>
                  <a:pt x="144780" y="154305"/>
                </a:lnTo>
                <a:lnTo>
                  <a:pt x="154305" y="154305"/>
                </a:lnTo>
                <a:lnTo>
                  <a:pt x="154305" y="133350"/>
                </a:lnTo>
                <a:lnTo>
                  <a:pt x="144780" y="133350"/>
                </a:lnTo>
                <a:lnTo>
                  <a:pt x="144780" y="123825"/>
                </a:lnTo>
                <a:lnTo>
                  <a:pt x="135255" y="123825"/>
                </a:lnTo>
                <a:lnTo>
                  <a:pt x="135255" y="114300"/>
                </a:lnTo>
                <a:lnTo>
                  <a:pt x="125730" y="114300"/>
                </a:lnTo>
                <a:lnTo>
                  <a:pt x="125730" y="104775"/>
                </a:lnTo>
                <a:lnTo>
                  <a:pt x="116205" y="104775"/>
                </a:lnTo>
                <a:lnTo>
                  <a:pt x="116205" y="97433"/>
                </a:lnTo>
                <a:lnTo>
                  <a:pt x="97155" y="87908"/>
                </a:lnTo>
                <a:lnTo>
                  <a:pt x="97155" y="66675"/>
                </a:lnTo>
                <a:lnTo>
                  <a:pt x="87630" y="66675"/>
                </a:lnTo>
                <a:lnTo>
                  <a:pt x="87630" y="57150"/>
                </a:lnTo>
                <a:lnTo>
                  <a:pt x="78105" y="57150"/>
                </a:lnTo>
                <a:lnTo>
                  <a:pt x="78105" y="47625"/>
                </a:lnTo>
                <a:lnTo>
                  <a:pt x="68580" y="47625"/>
                </a:lnTo>
                <a:lnTo>
                  <a:pt x="68580" y="38100"/>
                </a:lnTo>
                <a:lnTo>
                  <a:pt x="59055" y="38100"/>
                </a:lnTo>
                <a:lnTo>
                  <a:pt x="59055" y="28575"/>
                </a:lnTo>
                <a:lnTo>
                  <a:pt x="49530" y="28575"/>
                </a:lnTo>
                <a:lnTo>
                  <a:pt x="49530" y="19050"/>
                </a:lnTo>
                <a:lnTo>
                  <a:pt x="37822" y="19050"/>
                </a:lnTo>
                <a:lnTo>
                  <a:pt x="28297" y="0"/>
                </a:lnTo>
                <a:lnTo>
                  <a:pt x="9525" y="0"/>
                </a:lnTo>
                <a:lnTo>
                  <a:pt x="9525" y="19050"/>
                </a:lnTo>
                <a:lnTo>
                  <a:pt x="0" y="1905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82" name="Projected surface region 101">
            <a:extLst xmlns:a="http://schemas.openxmlformats.org/drawingml/2006/main">
              <a:ext uri="{FF2B5EF4-FFF2-40B4-BE49-F238E27FC236}">
                <a16:creationId xmlns:a16="http://schemas.microsoft.com/office/drawing/2014/main" id="{1D64FB8B-50A4-4553-A6AB-EEEC907B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653" y="3280410"/>
            <a:ext cx="81637" cy="59055"/>
          </a:xfrm>
          <a:custGeom xmlns:a="http://schemas.openxmlformats.org/drawingml/2006/main">
            <a:pathLst>
              <a:path w="81637" h="59055">
                <a:moveTo>
                  <a:pt x="81637" y="0"/>
                </a:moveTo>
                <a:lnTo>
                  <a:pt x="41632" y="0"/>
                </a:lnTo>
                <a:lnTo>
                  <a:pt x="41632" y="9525"/>
                </a:lnTo>
                <a:lnTo>
                  <a:pt x="32107" y="9525"/>
                </a:lnTo>
                <a:lnTo>
                  <a:pt x="32107" y="19050"/>
                </a:lnTo>
                <a:lnTo>
                  <a:pt x="22582" y="19050"/>
                </a:lnTo>
                <a:lnTo>
                  <a:pt x="22582" y="28575"/>
                </a:lnTo>
                <a:lnTo>
                  <a:pt x="15240" y="28575"/>
                </a:lnTo>
                <a:lnTo>
                  <a:pt x="0" y="59055"/>
                </a:lnTo>
                <a:lnTo>
                  <a:pt x="34012" y="59055"/>
                </a:lnTo>
                <a:lnTo>
                  <a:pt x="34012" y="49530"/>
                </a:lnTo>
                <a:lnTo>
                  <a:pt x="43537" y="49530"/>
                </a:lnTo>
                <a:lnTo>
                  <a:pt x="43537" y="40005"/>
                </a:lnTo>
                <a:lnTo>
                  <a:pt x="50879" y="40005"/>
                </a:lnTo>
                <a:lnTo>
                  <a:pt x="60404" y="20955"/>
                </a:lnTo>
                <a:lnTo>
                  <a:pt x="81637" y="20955"/>
                </a:lnTo>
                <a:lnTo>
                  <a:pt x="81637" y="0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83" name="Projected surface region 102">
            <a:extLst xmlns:a="http://schemas.openxmlformats.org/drawingml/2006/main">
              <a:ext uri="{FF2B5EF4-FFF2-40B4-BE49-F238E27FC236}">
                <a16:creationId xmlns:a16="http://schemas.microsoft.com/office/drawing/2014/main" id="{CC2A6CE1-06E4-4E70-955D-9EE642FB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235" y="3251835"/>
            <a:ext cx="163830" cy="211455"/>
          </a:xfrm>
          <a:custGeom xmlns:a="http://schemas.openxmlformats.org/drawingml/2006/main">
            <a:pathLst>
              <a:path w="163830" h="211455">
                <a:moveTo>
                  <a:pt x="9525" y="171450"/>
                </a:moveTo>
                <a:lnTo>
                  <a:pt x="0" y="171450"/>
                </a:lnTo>
                <a:lnTo>
                  <a:pt x="0" y="205462"/>
                </a:lnTo>
                <a:lnTo>
                  <a:pt x="19050" y="195937"/>
                </a:lnTo>
                <a:lnTo>
                  <a:pt x="19050" y="211455"/>
                </a:lnTo>
                <a:lnTo>
                  <a:pt x="49530" y="211455"/>
                </a:lnTo>
                <a:lnTo>
                  <a:pt x="49530" y="201930"/>
                </a:lnTo>
                <a:lnTo>
                  <a:pt x="68580" y="201930"/>
                </a:lnTo>
                <a:lnTo>
                  <a:pt x="68580" y="192405"/>
                </a:lnTo>
                <a:lnTo>
                  <a:pt x="87630" y="192405"/>
                </a:lnTo>
                <a:lnTo>
                  <a:pt x="87630" y="182880"/>
                </a:lnTo>
                <a:lnTo>
                  <a:pt x="116205" y="182880"/>
                </a:lnTo>
                <a:lnTo>
                  <a:pt x="116205" y="154305"/>
                </a:lnTo>
                <a:lnTo>
                  <a:pt x="125730" y="154305"/>
                </a:lnTo>
                <a:lnTo>
                  <a:pt x="125730" y="135255"/>
                </a:lnTo>
                <a:lnTo>
                  <a:pt x="135255" y="135255"/>
                </a:lnTo>
                <a:lnTo>
                  <a:pt x="135255" y="94972"/>
                </a:lnTo>
                <a:lnTo>
                  <a:pt x="154305" y="85447"/>
                </a:lnTo>
                <a:lnTo>
                  <a:pt x="154305" y="49530"/>
                </a:lnTo>
                <a:lnTo>
                  <a:pt x="163830" y="49530"/>
                </a:lnTo>
                <a:lnTo>
                  <a:pt x="163830" y="0"/>
                </a:lnTo>
                <a:lnTo>
                  <a:pt x="76200" y="0"/>
                </a:lnTo>
                <a:lnTo>
                  <a:pt x="76200" y="30758"/>
                </a:lnTo>
                <a:lnTo>
                  <a:pt x="57150" y="40283"/>
                </a:lnTo>
                <a:lnTo>
                  <a:pt x="57150" y="66675"/>
                </a:lnTo>
                <a:lnTo>
                  <a:pt x="47625" y="66675"/>
                </a:lnTo>
                <a:lnTo>
                  <a:pt x="47625" y="95250"/>
                </a:lnTo>
                <a:lnTo>
                  <a:pt x="38100" y="95250"/>
                </a:lnTo>
                <a:lnTo>
                  <a:pt x="38100" y="114300"/>
                </a:lnTo>
                <a:lnTo>
                  <a:pt x="28575" y="114300"/>
                </a:lnTo>
                <a:lnTo>
                  <a:pt x="28575" y="133350"/>
                </a:lnTo>
                <a:lnTo>
                  <a:pt x="19050" y="133350"/>
                </a:lnTo>
                <a:lnTo>
                  <a:pt x="19050" y="152400"/>
                </a:lnTo>
                <a:lnTo>
                  <a:pt x="9525" y="152400"/>
                </a:lnTo>
                <a:lnTo>
                  <a:pt x="9525" y="171450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84" name="Projected surface region 103">
            <a:extLst xmlns:a="http://schemas.openxmlformats.org/drawingml/2006/main">
              <a:ext uri="{FF2B5EF4-FFF2-40B4-BE49-F238E27FC236}">
                <a16:creationId xmlns:a16="http://schemas.microsoft.com/office/drawing/2014/main" id="{56ADD64B-69DD-4968-90EA-F0874A7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885" y="3099435"/>
            <a:ext cx="802005" cy="382905"/>
          </a:xfrm>
          <a:custGeom xmlns:a="http://schemas.openxmlformats.org/drawingml/2006/main">
            <a:pathLst>
              <a:path w="802005" h="382905">
                <a:moveTo>
                  <a:pt x="106958" y="180975"/>
                </a:moveTo>
                <a:lnTo>
                  <a:pt x="95250" y="180975"/>
                </a:lnTo>
                <a:lnTo>
                  <a:pt x="95250" y="211733"/>
                </a:lnTo>
                <a:lnTo>
                  <a:pt x="76200" y="221258"/>
                </a:lnTo>
                <a:lnTo>
                  <a:pt x="76200" y="238125"/>
                </a:lnTo>
                <a:lnTo>
                  <a:pt x="59055" y="238125"/>
                </a:lnTo>
                <a:lnTo>
                  <a:pt x="59055" y="228600"/>
                </a:lnTo>
                <a:lnTo>
                  <a:pt x="49530" y="228600"/>
                </a:lnTo>
                <a:lnTo>
                  <a:pt x="49530" y="219075"/>
                </a:lnTo>
                <a:lnTo>
                  <a:pt x="37822" y="219075"/>
                </a:lnTo>
                <a:lnTo>
                  <a:pt x="28297" y="200025"/>
                </a:lnTo>
                <a:lnTo>
                  <a:pt x="0" y="200025"/>
                </a:lnTo>
                <a:lnTo>
                  <a:pt x="0" y="220980"/>
                </a:lnTo>
                <a:lnTo>
                  <a:pt x="9525" y="220980"/>
                </a:lnTo>
                <a:lnTo>
                  <a:pt x="9525" y="228322"/>
                </a:lnTo>
                <a:lnTo>
                  <a:pt x="28575" y="237847"/>
                </a:lnTo>
                <a:lnTo>
                  <a:pt x="28575" y="287655"/>
                </a:lnTo>
                <a:lnTo>
                  <a:pt x="38100" y="287655"/>
                </a:lnTo>
                <a:lnTo>
                  <a:pt x="38100" y="297180"/>
                </a:lnTo>
                <a:lnTo>
                  <a:pt x="59055" y="297180"/>
                </a:lnTo>
                <a:lnTo>
                  <a:pt x="59055" y="278130"/>
                </a:lnTo>
                <a:lnTo>
                  <a:pt x="68580" y="278130"/>
                </a:lnTo>
                <a:lnTo>
                  <a:pt x="68580" y="268605"/>
                </a:lnTo>
                <a:lnTo>
                  <a:pt x="76200" y="268605"/>
                </a:lnTo>
                <a:lnTo>
                  <a:pt x="76200" y="278130"/>
                </a:lnTo>
                <a:lnTo>
                  <a:pt x="85725" y="278130"/>
                </a:lnTo>
                <a:lnTo>
                  <a:pt x="85725" y="287655"/>
                </a:lnTo>
                <a:lnTo>
                  <a:pt x="95250" y="287655"/>
                </a:lnTo>
                <a:lnTo>
                  <a:pt x="95250" y="297180"/>
                </a:lnTo>
                <a:lnTo>
                  <a:pt x="104775" y="297180"/>
                </a:lnTo>
                <a:lnTo>
                  <a:pt x="104775" y="306705"/>
                </a:lnTo>
                <a:lnTo>
                  <a:pt x="114300" y="306705"/>
                </a:lnTo>
                <a:lnTo>
                  <a:pt x="114300" y="316230"/>
                </a:lnTo>
                <a:lnTo>
                  <a:pt x="123825" y="316230"/>
                </a:lnTo>
                <a:lnTo>
                  <a:pt x="123825" y="325755"/>
                </a:lnTo>
                <a:lnTo>
                  <a:pt x="133350" y="325755"/>
                </a:lnTo>
                <a:lnTo>
                  <a:pt x="133350" y="335280"/>
                </a:lnTo>
                <a:lnTo>
                  <a:pt x="142875" y="335280"/>
                </a:lnTo>
                <a:lnTo>
                  <a:pt x="142875" y="344805"/>
                </a:lnTo>
                <a:lnTo>
                  <a:pt x="154583" y="344805"/>
                </a:lnTo>
                <a:lnTo>
                  <a:pt x="164108" y="363855"/>
                </a:lnTo>
                <a:lnTo>
                  <a:pt x="192405" y="363855"/>
                </a:lnTo>
                <a:lnTo>
                  <a:pt x="192405" y="354330"/>
                </a:lnTo>
                <a:lnTo>
                  <a:pt x="201930" y="354330"/>
                </a:lnTo>
                <a:lnTo>
                  <a:pt x="201930" y="335280"/>
                </a:lnTo>
                <a:lnTo>
                  <a:pt x="211455" y="335280"/>
                </a:lnTo>
                <a:lnTo>
                  <a:pt x="211455" y="316230"/>
                </a:lnTo>
                <a:lnTo>
                  <a:pt x="220980" y="316230"/>
                </a:lnTo>
                <a:lnTo>
                  <a:pt x="220980" y="297180"/>
                </a:lnTo>
                <a:lnTo>
                  <a:pt x="230505" y="297180"/>
                </a:lnTo>
                <a:lnTo>
                  <a:pt x="230505" y="287655"/>
                </a:lnTo>
                <a:lnTo>
                  <a:pt x="249555" y="287655"/>
                </a:lnTo>
                <a:lnTo>
                  <a:pt x="249555" y="268605"/>
                </a:lnTo>
                <a:lnTo>
                  <a:pt x="259080" y="268605"/>
                </a:lnTo>
                <a:lnTo>
                  <a:pt x="259080" y="247372"/>
                </a:lnTo>
                <a:lnTo>
                  <a:pt x="278130" y="237847"/>
                </a:lnTo>
                <a:lnTo>
                  <a:pt x="278130" y="220980"/>
                </a:lnTo>
                <a:lnTo>
                  <a:pt x="287655" y="220980"/>
                </a:lnTo>
                <a:lnTo>
                  <a:pt x="287655" y="190222"/>
                </a:lnTo>
                <a:lnTo>
                  <a:pt x="306705" y="180697"/>
                </a:lnTo>
                <a:lnTo>
                  <a:pt x="306705" y="163830"/>
                </a:lnTo>
                <a:lnTo>
                  <a:pt x="316230" y="163830"/>
                </a:lnTo>
                <a:lnTo>
                  <a:pt x="316230" y="144780"/>
                </a:lnTo>
                <a:lnTo>
                  <a:pt x="323850" y="144780"/>
                </a:lnTo>
                <a:lnTo>
                  <a:pt x="323850" y="154305"/>
                </a:lnTo>
                <a:lnTo>
                  <a:pt x="333375" y="154305"/>
                </a:lnTo>
                <a:lnTo>
                  <a:pt x="333375" y="182880"/>
                </a:lnTo>
                <a:lnTo>
                  <a:pt x="342900" y="182880"/>
                </a:lnTo>
                <a:lnTo>
                  <a:pt x="342900" y="201930"/>
                </a:lnTo>
                <a:lnTo>
                  <a:pt x="352425" y="201930"/>
                </a:lnTo>
                <a:lnTo>
                  <a:pt x="352425" y="230505"/>
                </a:lnTo>
                <a:lnTo>
                  <a:pt x="361950" y="230505"/>
                </a:lnTo>
                <a:lnTo>
                  <a:pt x="361950" y="249555"/>
                </a:lnTo>
                <a:lnTo>
                  <a:pt x="371475" y="249555"/>
                </a:lnTo>
                <a:lnTo>
                  <a:pt x="371475" y="297180"/>
                </a:lnTo>
                <a:lnTo>
                  <a:pt x="401955" y="297180"/>
                </a:lnTo>
                <a:lnTo>
                  <a:pt x="401955" y="287655"/>
                </a:lnTo>
                <a:lnTo>
                  <a:pt x="411480" y="287655"/>
                </a:lnTo>
                <a:lnTo>
                  <a:pt x="411480" y="268605"/>
                </a:lnTo>
                <a:lnTo>
                  <a:pt x="421005" y="268605"/>
                </a:lnTo>
                <a:lnTo>
                  <a:pt x="421005" y="259080"/>
                </a:lnTo>
                <a:lnTo>
                  <a:pt x="438150" y="259080"/>
                </a:lnTo>
                <a:lnTo>
                  <a:pt x="438150" y="268605"/>
                </a:lnTo>
                <a:lnTo>
                  <a:pt x="447675" y="268605"/>
                </a:lnTo>
                <a:lnTo>
                  <a:pt x="447675" y="278130"/>
                </a:lnTo>
                <a:lnTo>
                  <a:pt x="457200" y="278130"/>
                </a:lnTo>
                <a:lnTo>
                  <a:pt x="457200" y="287655"/>
                </a:lnTo>
                <a:lnTo>
                  <a:pt x="466725" y="287655"/>
                </a:lnTo>
                <a:lnTo>
                  <a:pt x="466725" y="297180"/>
                </a:lnTo>
                <a:lnTo>
                  <a:pt x="476250" y="297180"/>
                </a:lnTo>
                <a:lnTo>
                  <a:pt x="476250" y="304522"/>
                </a:lnTo>
                <a:lnTo>
                  <a:pt x="495300" y="314047"/>
                </a:lnTo>
                <a:lnTo>
                  <a:pt x="495300" y="335280"/>
                </a:lnTo>
                <a:lnTo>
                  <a:pt x="504825" y="335280"/>
                </a:lnTo>
                <a:lnTo>
                  <a:pt x="504825" y="344805"/>
                </a:lnTo>
                <a:lnTo>
                  <a:pt x="514350" y="344805"/>
                </a:lnTo>
                <a:lnTo>
                  <a:pt x="514350" y="352147"/>
                </a:lnTo>
                <a:lnTo>
                  <a:pt x="533400" y="361672"/>
                </a:lnTo>
                <a:lnTo>
                  <a:pt x="533400" y="382905"/>
                </a:lnTo>
                <a:lnTo>
                  <a:pt x="563880" y="382905"/>
                </a:lnTo>
                <a:lnTo>
                  <a:pt x="563880" y="373380"/>
                </a:lnTo>
                <a:lnTo>
                  <a:pt x="573405" y="373380"/>
                </a:lnTo>
                <a:lnTo>
                  <a:pt x="573405" y="361672"/>
                </a:lnTo>
                <a:lnTo>
                  <a:pt x="592455" y="352147"/>
                </a:lnTo>
                <a:lnTo>
                  <a:pt x="592455" y="335280"/>
                </a:lnTo>
                <a:lnTo>
                  <a:pt x="601980" y="335280"/>
                </a:lnTo>
                <a:lnTo>
                  <a:pt x="601980" y="316230"/>
                </a:lnTo>
                <a:lnTo>
                  <a:pt x="611505" y="316230"/>
                </a:lnTo>
                <a:lnTo>
                  <a:pt x="611505" y="294997"/>
                </a:lnTo>
                <a:lnTo>
                  <a:pt x="630555" y="285472"/>
                </a:lnTo>
                <a:lnTo>
                  <a:pt x="630555" y="268605"/>
                </a:lnTo>
                <a:lnTo>
                  <a:pt x="640080" y="268605"/>
                </a:lnTo>
                <a:lnTo>
                  <a:pt x="640080" y="249555"/>
                </a:lnTo>
                <a:lnTo>
                  <a:pt x="649605" y="249555"/>
                </a:lnTo>
                <a:lnTo>
                  <a:pt x="649605" y="230505"/>
                </a:lnTo>
                <a:lnTo>
                  <a:pt x="659130" y="230505"/>
                </a:lnTo>
                <a:lnTo>
                  <a:pt x="659130" y="211455"/>
                </a:lnTo>
                <a:lnTo>
                  <a:pt x="668655" y="211455"/>
                </a:lnTo>
                <a:lnTo>
                  <a:pt x="668655" y="192405"/>
                </a:lnTo>
                <a:lnTo>
                  <a:pt x="678180" y="192405"/>
                </a:lnTo>
                <a:lnTo>
                  <a:pt x="678180" y="173355"/>
                </a:lnTo>
                <a:lnTo>
                  <a:pt x="685800" y="173355"/>
                </a:lnTo>
                <a:lnTo>
                  <a:pt x="685800" y="182880"/>
                </a:lnTo>
                <a:lnTo>
                  <a:pt x="695325" y="182880"/>
                </a:lnTo>
                <a:lnTo>
                  <a:pt x="695325" y="199747"/>
                </a:lnTo>
                <a:lnTo>
                  <a:pt x="714375" y="209272"/>
                </a:lnTo>
                <a:lnTo>
                  <a:pt x="714375" y="228322"/>
                </a:lnTo>
                <a:lnTo>
                  <a:pt x="733425" y="237847"/>
                </a:lnTo>
                <a:lnTo>
                  <a:pt x="733425" y="259080"/>
                </a:lnTo>
                <a:lnTo>
                  <a:pt x="742950" y="259080"/>
                </a:lnTo>
                <a:lnTo>
                  <a:pt x="742950" y="266422"/>
                </a:lnTo>
                <a:lnTo>
                  <a:pt x="762000" y="275947"/>
                </a:lnTo>
                <a:lnTo>
                  <a:pt x="762000" y="297180"/>
                </a:lnTo>
                <a:lnTo>
                  <a:pt x="771525" y="297180"/>
                </a:lnTo>
                <a:lnTo>
                  <a:pt x="771525" y="306705"/>
                </a:lnTo>
                <a:lnTo>
                  <a:pt x="781050" y="306705"/>
                </a:lnTo>
                <a:lnTo>
                  <a:pt x="781050" y="325755"/>
                </a:lnTo>
                <a:lnTo>
                  <a:pt x="802005" y="325755"/>
                </a:lnTo>
                <a:lnTo>
                  <a:pt x="802005" y="285750"/>
                </a:lnTo>
                <a:lnTo>
                  <a:pt x="792480" y="285750"/>
                </a:lnTo>
                <a:lnTo>
                  <a:pt x="792480" y="228600"/>
                </a:lnTo>
                <a:lnTo>
                  <a:pt x="782955" y="228600"/>
                </a:lnTo>
                <a:lnTo>
                  <a:pt x="782955" y="171450"/>
                </a:lnTo>
                <a:lnTo>
                  <a:pt x="773430" y="171450"/>
                </a:lnTo>
                <a:lnTo>
                  <a:pt x="773430" y="123825"/>
                </a:lnTo>
                <a:lnTo>
                  <a:pt x="763905" y="123825"/>
                </a:lnTo>
                <a:lnTo>
                  <a:pt x="763905" y="68858"/>
                </a:lnTo>
                <a:lnTo>
                  <a:pt x="733425" y="53618"/>
                </a:lnTo>
                <a:lnTo>
                  <a:pt x="733425" y="66675"/>
                </a:lnTo>
                <a:lnTo>
                  <a:pt x="723900" y="66675"/>
                </a:lnTo>
                <a:lnTo>
                  <a:pt x="723900" y="87908"/>
                </a:lnTo>
                <a:lnTo>
                  <a:pt x="704850" y="97433"/>
                </a:lnTo>
                <a:lnTo>
                  <a:pt x="704850" y="116483"/>
                </a:lnTo>
                <a:lnTo>
                  <a:pt x="685800" y="126008"/>
                </a:lnTo>
                <a:lnTo>
                  <a:pt x="685800" y="142875"/>
                </a:lnTo>
                <a:lnTo>
                  <a:pt x="678180" y="142875"/>
                </a:lnTo>
                <a:lnTo>
                  <a:pt x="678180" y="133350"/>
                </a:lnTo>
                <a:lnTo>
                  <a:pt x="668655" y="133350"/>
                </a:lnTo>
                <a:lnTo>
                  <a:pt x="668655" y="114300"/>
                </a:lnTo>
                <a:lnTo>
                  <a:pt x="659130" y="114300"/>
                </a:lnTo>
                <a:lnTo>
                  <a:pt x="659130" y="104775"/>
                </a:lnTo>
                <a:lnTo>
                  <a:pt x="649605" y="104775"/>
                </a:lnTo>
                <a:lnTo>
                  <a:pt x="649605" y="85725"/>
                </a:lnTo>
                <a:lnTo>
                  <a:pt x="640080" y="85725"/>
                </a:lnTo>
                <a:lnTo>
                  <a:pt x="640080" y="76200"/>
                </a:lnTo>
                <a:lnTo>
                  <a:pt x="630555" y="76200"/>
                </a:lnTo>
                <a:lnTo>
                  <a:pt x="630555" y="68858"/>
                </a:lnTo>
                <a:lnTo>
                  <a:pt x="611505" y="59333"/>
                </a:lnTo>
                <a:lnTo>
                  <a:pt x="611505" y="40283"/>
                </a:lnTo>
                <a:lnTo>
                  <a:pt x="592455" y="30758"/>
                </a:lnTo>
                <a:lnTo>
                  <a:pt x="592455" y="9525"/>
                </a:lnTo>
                <a:lnTo>
                  <a:pt x="582930" y="9525"/>
                </a:lnTo>
                <a:lnTo>
                  <a:pt x="582930" y="0"/>
                </a:lnTo>
                <a:lnTo>
                  <a:pt x="552450" y="0"/>
                </a:lnTo>
                <a:lnTo>
                  <a:pt x="552450" y="19050"/>
                </a:lnTo>
                <a:lnTo>
                  <a:pt x="542925" y="19050"/>
                </a:lnTo>
                <a:lnTo>
                  <a:pt x="542925" y="38100"/>
                </a:lnTo>
                <a:lnTo>
                  <a:pt x="533400" y="38100"/>
                </a:lnTo>
                <a:lnTo>
                  <a:pt x="533400" y="59333"/>
                </a:lnTo>
                <a:lnTo>
                  <a:pt x="514350" y="68858"/>
                </a:lnTo>
                <a:lnTo>
                  <a:pt x="514350" y="85725"/>
                </a:lnTo>
                <a:lnTo>
                  <a:pt x="504825" y="85725"/>
                </a:lnTo>
                <a:lnTo>
                  <a:pt x="504825" y="104775"/>
                </a:lnTo>
                <a:lnTo>
                  <a:pt x="495300" y="104775"/>
                </a:lnTo>
                <a:lnTo>
                  <a:pt x="495300" y="123825"/>
                </a:lnTo>
                <a:lnTo>
                  <a:pt x="485775" y="123825"/>
                </a:lnTo>
                <a:lnTo>
                  <a:pt x="485775" y="152400"/>
                </a:lnTo>
                <a:lnTo>
                  <a:pt x="476250" y="152400"/>
                </a:lnTo>
                <a:lnTo>
                  <a:pt x="476250" y="171450"/>
                </a:lnTo>
                <a:lnTo>
                  <a:pt x="466725" y="171450"/>
                </a:lnTo>
                <a:lnTo>
                  <a:pt x="466725" y="200025"/>
                </a:lnTo>
                <a:lnTo>
                  <a:pt x="457200" y="200025"/>
                </a:lnTo>
                <a:lnTo>
                  <a:pt x="457200" y="219075"/>
                </a:lnTo>
                <a:lnTo>
                  <a:pt x="438150" y="219075"/>
                </a:lnTo>
                <a:lnTo>
                  <a:pt x="438150" y="228600"/>
                </a:lnTo>
                <a:lnTo>
                  <a:pt x="430530" y="228600"/>
                </a:lnTo>
                <a:lnTo>
                  <a:pt x="430530" y="219075"/>
                </a:lnTo>
                <a:lnTo>
                  <a:pt x="421005" y="219075"/>
                </a:lnTo>
                <a:lnTo>
                  <a:pt x="421005" y="209550"/>
                </a:lnTo>
                <a:lnTo>
                  <a:pt x="411480" y="209550"/>
                </a:lnTo>
                <a:lnTo>
                  <a:pt x="411480" y="200025"/>
                </a:lnTo>
                <a:lnTo>
                  <a:pt x="401955" y="200025"/>
                </a:lnTo>
                <a:lnTo>
                  <a:pt x="401955" y="190500"/>
                </a:lnTo>
                <a:lnTo>
                  <a:pt x="392430" y="190500"/>
                </a:lnTo>
                <a:lnTo>
                  <a:pt x="392430" y="180975"/>
                </a:lnTo>
                <a:lnTo>
                  <a:pt x="382905" y="180975"/>
                </a:lnTo>
                <a:lnTo>
                  <a:pt x="382905" y="173633"/>
                </a:lnTo>
                <a:lnTo>
                  <a:pt x="363855" y="164108"/>
                </a:lnTo>
                <a:lnTo>
                  <a:pt x="363855" y="142875"/>
                </a:lnTo>
                <a:lnTo>
                  <a:pt x="354330" y="142875"/>
                </a:lnTo>
                <a:lnTo>
                  <a:pt x="354330" y="133350"/>
                </a:lnTo>
                <a:lnTo>
                  <a:pt x="342622" y="133350"/>
                </a:lnTo>
                <a:lnTo>
                  <a:pt x="333097" y="114300"/>
                </a:lnTo>
                <a:lnTo>
                  <a:pt x="316230" y="114300"/>
                </a:lnTo>
                <a:lnTo>
                  <a:pt x="316230" y="104775"/>
                </a:lnTo>
                <a:lnTo>
                  <a:pt x="306705" y="104775"/>
                </a:lnTo>
                <a:lnTo>
                  <a:pt x="306705" y="95250"/>
                </a:lnTo>
                <a:lnTo>
                  <a:pt x="294997" y="95250"/>
                </a:lnTo>
                <a:lnTo>
                  <a:pt x="285472" y="76200"/>
                </a:lnTo>
                <a:lnTo>
                  <a:pt x="257175" y="76200"/>
                </a:lnTo>
                <a:lnTo>
                  <a:pt x="257175" y="104775"/>
                </a:lnTo>
                <a:lnTo>
                  <a:pt x="247650" y="104775"/>
                </a:lnTo>
                <a:lnTo>
                  <a:pt x="247650" y="133350"/>
                </a:lnTo>
                <a:lnTo>
                  <a:pt x="238125" y="133350"/>
                </a:lnTo>
                <a:lnTo>
                  <a:pt x="238125" y="171450"/>
                </a:lnTo>
                <a:lnTo>
                  <a:pt x="228600" y="171450"/>
                </a:lnTo>
                <a:lnTo>
                  <a:pt x="228600" y="200025"/>
                </a:lnTo>
                <a:lnTo>
                  <a:pt x="220980" y="200025"/>
                </a:lnTo>
                <a:lnTo>
                  <a:pt x="219075" y="200025"/>
                </a:lnTo>
                <a:lnTo>
                  <a:pt x="211455" y="200025"/>
                </a:lnTo>
                <a:lnTo>
                  <a:pt x="211455" y="161925"/>
                </a:lnTo>
                <a:lnTo>
                  <a:pt x="201930" y="161925"/>
                </a:lnTo>
                <a:lnTo>
                  <a:pt x="201930" y="123825"/>
                </a:lnTo>
                <a:lnTo>
                  <a:pt x="192405" y="123825"/>
                </a:lnTo>
                <a:lnTo>
                  <a:pt x="192405" y="76200"/>
                </a:lnTo>
                <a:lnTo>
                  <a:pt x="182880" y="76200"/>
                </a:lnTo>
                <a:lnTo>
                  <a:pt x="182880" y="66675"/>
                </a:lnTo>
                <a:lnTo>
                  <a:pt x="161925" y="66675"/>
                </a:lnTo>
                <a:lnTo>
                  <a:pt x="161925" y="85725"/>
                </a:lnTo>
                <a:lnTo>
                  <a:pt x="152400" y="85725"/>
                </a:lnTo>
                <a:lnTo>
                  <a:pt x="152400" y="116483"/>
                </a:lnTo>
                <a:lnTo>
                  <a:pt x="133350" y="126008"/>
                </a:lnTo>
                <a:lnTo>
                  <a:pt x="133350" y="142875"/>
                </a:lnTo>
                <a:lnTo>
                  <a:pt x="123825" y="142875"/>
                </a:lnTo>
                <a:lnTo>
                  <a:pt x="123825" y="161925"/>
                </a:lnTo>
                <a:lnTo>
                  <a:pt x="116483" y="161925"/>
                </a:lnTo>
                <a:lnTo>
                  <a:pt x="106958" y="180975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85" name="Projected surface region 104">
            <a:extLst xmlns:a="http://schemas.openxmlformats.org/drawingml/2006/main">
              <a:ext uri="{FF2B5EF4-FFF2-40B4-BE49-F238E27FC236}">
                <a16:creationId xmlns:a16="http://schemas.microsoft.com/office/drawing/2014/main" id="{E8636A22-890B-4AF1-B147-FAA21F4B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337560"/>
            <a:ext cx="68580" cy="68580"/>
          </a:xfrm>
          <a:custGeom xmlns:a="http://schemas.openxmlformats.org/drawingml/2006/main">
            <a:pathLst>
              <a:path w="68580" h="68580">
                <a:moveTo>
                  <a:pt x="9525" y="0"/>
                </a:moveTo>
                <a:lnTo>
                  <a:pt x="9525" y="28575"/>
                </a:lnTo>
                <a:lnTo>
                  <a:pt x="0" y="28575"/>
                </a:lnTo>
                <a:lnTo>
                  <a:pt x="0" y="68580"/>
                </a:lnTo>
                <a:lnTo>
                  <a:pt x="20955" y="68580"/>
                </a:lnTo>
                <a:lnTo>
                  <a:pt x="20955" y="59055"/>
                </a:lnTo>
                <a:lnTo>
                  <a:pt x="40005" y="59055"/>
                </a:lnTo>
                <a:lnTo>
                  <a:pt x="40005" y="49530"/>
                </a:lnTo>
                <a:lnTo>
                  <a:pt x="68580" y="49530"/>
                </a:lnTo>
                <a:lnTo>
                  <a:pt x="68580" y="28575"/>
                </a:lnTo>
                <a:lnTo>
                  <a:pt x="40005" y="28575"/>
                </a:lnTo>
                <a:lnTo>
                  <a:pt x="40005" y="9525"/>
                </a:lnTo>
                <a:lnTo>
                  <a:pt x="30480" y="9525"/>
                </a:lnTo>
                <a:lnTo>
                  <a:pt x="30480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86" name="Projected surface region 105">
            <a:extLst xmlns:a="http://schemas.openxmlformats.org/drawingml/2006/main">
              <a:ext uri="{FF2B5EF4-FFF2-40B4-BE49-F238E27FC236}">
                <a16:creationId xmlns:a16="http://schemas.microsoft.com/office/drawing/2014/main" id="{73C64B95-B939-4EE8-AF96-E0321585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835" y="3289935"/>
            <a:ext cx="68580" cy="59055"/>
          </a:xfrm>
          <a:custGeom xmlns:a="http://schemas.openxmlformats.org/drawingml/2006/main">
            <a:pathLst>
              <a:path w="68580" h="59055">
                <a:moveTo>
                  <a:pt x="11708" y="38100"/>
                </a:moveTo>
                <a:lnTo>
                  <a:pt x="0" y="38100"/>
                </a:lnTo>
                <a:lnTo>
                  <a:pt x="0" y="59055"/>
                </a:lnTo>
                <a:lnTo>
                  <a:pt x="49530" y="59055"/>
                </a:lnTo>
                <a:lnTo>
                  <a:pt x="49530" y="49530"/>
                </a:lnTo>
                <a:lnTo>
                  <a:pt x="68580" y="49530"/>
                </a:lnTo>
                <a:lnTo>
                  <a:pt x="68580" y="19050"/>
                </a:lnTo>
                <a:lnTo>
                  <a:pt x="56872" y="19050"/>
                </a:lnTo>
                <a:lnTo>
                  <a:pt x="47347" y="0"/>
                </a:lnTo>
                <a:lnTo>
                  <a:pt x="0" y="0"/>
                </a:lnTo>
                <a:lnTo>
                  <a:pt x="0" y="18772"/>
                </a:lnTo>
                <a:lnTo>
                  <a:pt x="17098" y="27321"/>
                </a:lnTo>
                <a:lnTo>
                  <a:pt x="11708" y="38100"/>
                </a:lnTo>
                <a:close/>
              </a:path>
            </a:pathLst>
          </a:custGeom>
          <a:solidFill xmlns:a="http://schemas.openxmlformats.org/drawingml/2006/main">
            <a:srgbClr val="336A8F"/>
          </a:solidFill>
          <a:ln xmlns:a="http://schemas.openxmlformats.org/drawingml/2006/main" w="0">
            <a:noFill/>
          </a:ln>
        </p:spPr>
      </p:sp>
      <p:sp>
        <p:nvSpPr>
          <p:cNvPr id="187" name="Projected surface region 106">
            <a:extLst xmlns:a="http://schemas.openxmlformats.org/drawingml/2006/main">
              <a:ext uri="{FF2B5EF4-FFF2-40B4-BE49-F238E27FC236}">
                <a16:creationId xmlns:a16="http://schemas.microsoft.com/office/drawing/2014/main" id="{1A53CCA3-9345-423B-B1AF-420F8AF5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3518535"/>
            <a:ext cx="363855" cy="220980"/>
          </a:xfrm>
          <a:custGeom xmlns:a="http://schemas.openxmlformats.org/drawingml/2006/main">
            <a:pathLst>
              <a:path w="363855" h="220980">
                <a:moveTo>
                  <a:pt x="228600" y="19050"/>
                </a:moveTo>
                <a:lnTo>
                  <a:pt x="228600" y="28575"/>
                </a:lnTo>
                <a:lnTo>
                  <a:pt x="190500" y="28575"/>
                </a:lnTo>
                <a:lnTo>
                  <a:pt x="190500" y="38100"/>
                </a:lnTo>
                <a:lnTo>
                  <a:pt x="161925" y="38100"/>
                </a:lnTo>
                <a:lnTo>
                  <a:pt x="161925" y="47625"/>
                </a:lnTo>
                <a:lnTo>
                  <a:pt x="123825" y="47625"/>
                </a:lnTo>
                <a:lnTo>
                  <a:pt x="123825" y="57150"/>
                </a:lnTo>
                <a:lnTo>
                  <a:pt x="85725" y="57150"/>
                </a:lnTo>
                <a:lnTo>
                  <a:pt x="85725" y="66675"/>
                </a:lnTo>
                <a:lnTo>
                  <a:pt x="47625" y="66675"/>
                </a:lnTo>
                <a:lnTo>
                  <a:pt x="47625" y="76200"/>
                </a:lnTo>
                <a:lnTo>
                  <a:pt x="0" y="76200"/>
                </a:lnTo>
                <a:lnTo>
                  <a:pt x="0" y="161647"/>
                </a:lnTo>
                <a:lnTo>
                  <a:pt x="19050" y="171172"/>
                </a:lnTo>
                <a:lnTo>
                  <a:pt x="19050" y="192405"/>
                </a:lnTo>
                <a:lnTo>
                  <a:pt x="30758" y="192405"/>
                </a:lnTo>
                <a:lnTo>
                  <a:pt x="40283" y="211455"/>
                </a:lnTo>
                <a:lnTo>
                  <a:pt x="57150" y="211455"/>
                </a:lnTo>
                <a:lnTo>
                  <a:pt x="57150" y="220980"/>
                </a:lnTo>
                <a:lnTo>
                  <a:pt x="87630" y="220980"/>
                </a:lnTo>
                <a:lnTo>
                  <a:pt x="87630" y="202208"/>
                </a:lnTo>
                <a:lnTo>
                  <a:pt x="68580" y="192683"/>
                </a:lnTo>
                <a:lnTo>
                  <a:pt x="68580" y="182880"/>
                </a:lnTo>
                <a:lnTo>
                  <a:pt x="78383" y="182880"/>
                </a:lnTo>
                <a:lnTo>
                  <a:pt x="87908" y="201930"/>
                </a:lnTo>
                <a:lnTo>
                  <a:pt x="114300" y="201930"/>
                </a:lnTo>
                <a:lnTo>
                  <a:pt x="114300" y="211455"/>
                </a:lnTo>
                <a:lnTo>
                  <a:pt x="201930" y="211455"/>
                </a:lnTo>
                <a:lnTo>
                  <a:pt x="201930" y="201930"/>
                </a:lnTo>
                <a:lnTo>
                  <a:pt x="220980" y="201930"/>
                </a:lnTo>
                <a:lnTo>
                  <a:pt x="220980" y="192405"/>
                </a:lnTo>
                <a:lnTo>
                  <a:pt x="230505" y="192405"/>
                </a:lnTo>
                <a:lnTo>
                  <a:pt x="230505" y="171172"/>
                </a:lnTo>
                <a:lnTo>
                  <a:pt x="249555" y="161647"/>
                </a:lnTo>
                <a:lnTo>
                  <a:pt x="249555" y="135255"/>
                </a:lnTo>
                <a:lnTo>
                  <a:pt x="259080" y="135255"/>
                </a:lnTo>
                <a:lnTo>
                  <a:pt x="259080" y="106680"/>
                </a:lnTo>
                <a:lnTo>
                  <a:pt x="268605" y="106680"/>
                </a:lnTo>
                <a:lnTo>
                  <a:pt x="268605" y="87630"/>
                </a:lnTo>
                <a:lnTo>
                  <a:pt x="268605" y="85725"/>
                </a:lnTo>
                <a:lnTo>
                  <a:pt x="268605" y="68580"/>
                </a:lnTo>
                <a:lnTo>
                  <a:pt x="285750" y="68580"/>
                </a:lnTo>
                <a:lnTo>
                  <a:pt x="285750" y="78105"/>
                </a:lnTo>
                <a:lnTo>
                  <a:pt x="333097" y="78105"/>
                </a:lnTo>
                <a:lnTo>
                  <a:pt x="342622" y="59055"/>
                </a:lnTo>
                <a:lnTo>
                  <a:pt x="363855" y="59055"/>
                </a:lnTo>
                <a:lnTo>
                  <a:pt x="363855" y="38100"/>
                </a:lnTo>
                <a:lnTo>
                  <a:pt x="354330" y="38100"/>
                </a:lnTo>
                <a:lnTo>
                  <a:pt x="354330" y="0"/>
                </a:lnTo>
                <a:lnTo>
                  <a:pt x="323850" y="0"/>
                </a:lnTo>
                <a:lnTo>
                  <a:pt x="323850" y="28575"/>
                </a:lnTo>
                <a:lnTo>
                  <a:pt x="316230" y="28575"/>
                </a:lnTo>
                <a:lnTo>
                  <a:pt x="316230" y="19050"/>
                </a:lnTo>
                <a:lnTo>
                  <a:pt x="276225" y="19050"/>
                </a:lnTo>
                <a:lnTo>
                  <a:pt x="276225" y="28575"/>
                </a:lnTo>
                <a:lnTo>
                  <a:pt x="268605" y="28575"/>
                </a:lnTo>
                <a:lnTo>
                  <a:pt x="268605" y="19050"/>
                </a:lnTo>
                <a:lnTo>
                  <a:pt x="228600" y="19050"/>
                </a:lnTo>
                <a:close/>
              </a:path>
            </a:pathLst>
          </a:custGeom>
          <a:solidFill xmlns:a="http://schemas.openxmlformats.org/drawingml/2006/main">
            <a:srgbClr val="4C5891"/>
          </a:solidFill>
          <a:ln xmlns:a="http://schemas.openxmlformats.org/drawingml/2006/main" w="0">
            <a:noFill/>
          </a:ln>
        </p:spPr>
      </p:sp>
      <p:sp>
        <p:nvSpPr>
          <p:cNvPr id="188" name="Projected surface region 107">
            <a:extLst xmlns:a="http://schemas.openxmlformats.org/drawingml/2006/main">
              <a:ext uri="{FF2B5EF4-FFF2-40B4-BE49-F238E27FC236}">
                <a16:creationId xmlns:a16="http://schemas.microsoft.com/office/drawing/2014/main" id="{FA7269DA-F5A1-486C-BF4F-51B3242D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760" y="3566160"/>
            <a:ext cx="68580" cy="49530"/>
          </a:xfrm>
          <a:custGeom xmlns:a="http://schemas.openxmlformats.org/drawingml/2006/main">
            <a:pathLst>
              <a:path w="68580" h="49530">
                <a:moveTo>
                  <a:pt x="0" y="0"/>
                </a:moveTo>
                <a:lnTo>
                  <a:pt x="0" y="40005"/>
                </a:lnTo>
                <a:lnTo>
                  <a:pt x="28575" y="40005"/>
                </a:lnTo>
                <a:lnTo>
                  <a:pt x="28575" y="49530"/>
                </a:lnTo>
                <a:lnTo>
                  <a:pt x="68580" y="49530"/>
                </a:lnTo>
                <a:lnTo>
                  <a:pt x="68580" y="28575"/>
                </a:lnTo>
                <a:lnTo>
                  <a:pt x="49530" y="28575"/>
                </a:lnTo>
                <a:lnTo>
                  <a:pt x="49530" y="19050"/>
                </a:lnTo>
                <a:lnTo>
                  <a:pt x="40005" y="19050"/>
                </a:lnTo>
                <a:lnTo>
                  <a:pt x="40005" y="9525"/>
                </a:lnTo>
                <a:lnTo>
                  <a:pt x="20955" y="9525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C5891"/>
          </a:solidFill>
          <a:ln xmlns:a="http://schemas.openxmlformats.org/drawingml/2006/main" w="0">
            <a:noFill/>
          </a:ln>
        </p:spPr>
      </p:sp>
      <p:sp>
        <p:nvSpPr>
          <p:cNvPr id="189" name="Projected surface region 108">
            <a:extLst xmlns:a="http://schemas.openxmlformats.org/drawingml/2006/main">
              <a:ext uri="{FF2B5EF4-FFF2-40B4-BE49-F238E27FC236}">
                <a16:creationId xmlns:a16="http://schemas.microsoft.com/office/drawing/2014/main" id="{1A4483F4-FDFD-4641-A817-F044712C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660" y="3651885"/>
            <a:ext cx="135255" cy="125730"/>
          </a:xfrm>
          <a:custGeom xmlns:a="http://schemas.openxmlformats.org/drawingml/2006/main">
            <a:pathLst>
              <a:path w="135255" h="125730">
                <a:moveTo>
                  <a:pt x="11708" y="28575"/>
                </a:moveTo>
                <a:lnTo>
                  <a:pt x="0" y="28575"/>
                </a:lnTo>
                <a:lnTo>
                  <a:pt x="0" y="59055"/>
                </a:lnTo>
                <a:lnTo>
                  <a:pt x="9525" y="59055"/>
                </a:lnTo>
                <a:lnTo>
                  <a:pt x="9525" y="68580"/>
                </a:lnTo>
                <a:lnTo>
                  <a:pt x="19050" y="68580"/>
                </a:lnTo>
                <a:lnTo>
                  <a:pt x="19050" y="78105"/>
                </a:lnTo>
                <a:lnTo>
                  <a:pt x="28575" y="78105"/>
                </a:lnTo>
                <a:lnTo>
                  <a:pt x="28575" y="87630"/>
                </a:lnTo>
                <a:lnTo>
                  <a:pt x="38100" y="87630"/>
                </a:lnTo>
                <a:lnTo>
                  <a:pt x="38100" y="97155"/>
                </a:lnTo>
                <a:lnTo>
                  <a:pt x="47625" y="97155"/>
                </a:lnTo>
                <a:lnTo>
                  <a:pt x="47625" y="106680"/>
                </a:lnTo>
                <a:lnTo>
                  <a:pt x="59333" y="106680"/>
                </a:lnTo>
                <a:lnTo>
                  <a:pt x="68858" y="125730"/>
                </a:lnTo>
                <a:lnTo>
                  <a:pt x="106680" y="125730"/>
                </a:lnTo>
                <a:lnTo>
                  <a:pt x="106680" y="116205"/>
                </a:lnTo>
                <a:lnTo>
                  <a:pt x="116205" y="116205"/>
                </a:lnTo>
                <a:lnTo>
                  <a:pt x="116205" y="94972"/>
                </a:lnTo>
                <a:lnTo>
                  <a:pt x="135255" y="85447"/>
                </a:lnTo>
                <a:lnTo>
                  <a:pt x="135255" y="66675"/>
                </a:lnTo>
                <a:lnTo>
                  <a:pt x="125730" y="66675"/>
                </a:lnTo>
                <a:lnTo>
                  <a:pt x="125730" y="57150"/>
                </a:lnTo>
                <a:lnTo>
                  <a:pt x="116205" y="57150"/>
                </a:lnTo>
                <a:lnTo>
                  <a:pt x="116205" y="47625"/>
                </a:lnTo>
                <a:lnTo>
                  <a:pt x="104497" y="47625"/>
                </a:lnTo>
                <a:lnTo>
                  <a:pt x="94972" y="28575"/>
                </a:lnTo>
                <a:lnTo>
                  <a:pt x="78105" y="28575"/>
                </a:lnTo>
                <a:lnTo>
                  <a:pt x="78105" y="19050"/>
                </a:lnTo>
                <a:lnTo>
                  <a:pt x="66397" y="19050"/>
                </a:lnTo>
                <a:lnTo>
                  <a:pt x="56872" y="0"/>
                </a:lnTo>
                <a:lnTo>
                  <a:pt x="38100" y="0"/>
                </a:lnTo>
                <a:lnTo>
                  <a:pt x="38100" y="9525"/>
                </a:lnTo>
                <a:lnTo>
                  <a:pt x="21233" y="9525"/>
                </a:lnTo>
                <a:lnTo>
                  <a:pt x="11708" y="28575"/>
                </a:lnTo>
                <a:close/>
              </a:path>
            </a:pathLst>
          </a:custGeom>
          <a:solidFill xmlns:a="http://schemas.openxmlformats.org/drawingml/2006/main">
            <a:srgbClr val="4C5891"/>
          </a:solidFill>
          <a:ln xmlns:a="http://schemas.openxmlformats.org/drawingml/2006/main" w="0">
            <a:noFill/>
          </a:ln>
        </p:spPr>
      </p:sp>
      <p:sp>
        <p:nvSpPr>
          <p:cNvPr id="190" name="Projected surface region 109">
            <a:extLst xmlns:a="http://schemas.openxmlformats.org/drawingml/2006/main">
              <a:ext uri="{FF2B5EF4-FFF2-40B4-BE49-F238E27FC236}">
                <a16:creationId xmlns:a16="http://schemas.microsoft.com/office/drawing/2014/main" id="{7E669587-998B-4287-8AF8-328E8AD6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328" y="3547110"/>
            <a:ext cx="53062" cy="49530"/>
          </a:xfrm>
          <a:custGeom xmlns:a="http://schemas.openxmlformats.org/drawingml/2006/main">
            <a:pathLst>
              <a:path w="53062" h="49530">
                <a:moveTo>
                  <a:pt x="0" y="40005"/>
                </a:moveTo>
                <a:lnTo>
                  <a:pt x="22582" y="40005"/>
                </a:lnTo>
                <a:lnTo>
                  <a:pt x="22582" y="49530"/>
                </a:lnTo>
                <a:lnTo>
                  <a:pt x="53062" y="49530"/>
                </a:lnTo>
                <a:lnTo>
                  <a:pt x="53062" y="30480"/>
                </a:lnTo>
                <a:lnTo>
                  <a:pt x="53062" y="28575"/>
                </a:lnTo>
                <a:lnTo>
                  <a:pt x="53062" y="0"/>
                </a:lnTo>
                <a:lnTo>
                  <a:pt x="32107" y="0"/>
                </a:lnTo>
                <a:lnTo>
                  <a:pt x="32107" y="9525"/>
                </a:lnTo>
                <a:lnTo>
                  <a:pt x="15240" y="9525"/>
                </a:lnTo>
                <a:lnTo>
                  <a:pt x="0" y="40005"/>
                </a:lnTo>
                <a:close/>
              </a:path>
            </a:pathLst>
          </a:custGeom>
          <a:solidFill xmlns:a="http://schemas.openxmlformats.org/drawingml/2006/main">
            <a:srgbClr val="4C5891"/>
          </a:solidFill>
          <a:ln xmlns:a="http://schemas.openxmlformats.org/drawingml/2006/main" w="0">
            <a:noFill/>
          </a:ln>
        </p:spPr>
      </p:sp>
      <p:sp>
        <p:nvSpPr>
          <p:cNvPr id="191" name="Projected surface region 110">
            <a:extLst xmlns:a="http://schemas.openxmlformats.org/drawingml/2006/main">
              <a:ext uri="{FF2B5EF4-FFF2-40B4-BE49-F238E27FC236}">
                <a16:creationId xmlns:a16="http://schemas.microsoft.com/office/drawing/2014/main" id="{9552E19F-8BC8-4CCF-A42E-C501A5EC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210" y="3518535"/>
            <a:ext cx="125730" cy="281662"/>
          </a:xfrm>
          <a:custGeom xmlns:a="http://schemas.openxmlformats.org/drawingml/2006/main">
            <a:pathLst>
              <a:path w="125730" h="281662">
                <a:moveTo>
                  <a:pt x="30480" y="266422"/>
                </a:moveTo>
                <a:lnTo>
                  <a:pt x="30480" y="259080"/>
                </a:lnTo>
                <a:lnTo>
                  <a:pt x="47347" y="259080"/>
                </a:lnTo>
                <a:lnTo>
                  <a:pt x="56872" y="240030"/>
                </a:lnTo>
                <a:lnTo>
                  <a:pt x="78105" y="240030"/>
                </a:lnTo>
                <a:lnTo>
                  <a:pt x="78105" y="201930"/>
                </a:lnTo>
                <a:lnTo>
                  <a:pt x="87630" y="201930"/>
                </a:lnTo>
                <a:lnTo>
                  <a:pt x="87630" y="163830"/>
                </a:lnTo>
                <a:lnTo>
                  <a:pt x="97155" y="163830"/>
                </a:lnTo>
                <a:lnTo>
                  <a:pt x="97155" y="125730"/>
                </a:lnTo>
                <a:lnTo>
                  <a:pt x="106680" y="125730"/>
                </a:lnTo>
                <a:lnTo>
                  <a:pt x="106680" y="78105"/>
                </a:lnTo>
                <a:lnTo>
                  <a:pt x="116205" y="78105"/>
                </a:lnTo>
                <a:lnTo>
                  <a:pt x="116205" y="40005"/>
                </a:lnTo>
                <a:lnTo>
                  <a:pt x="125730" y="40005"/>
                </a:lnTo>
                <a:lnTo>
                  <a:pt x="125730" y="0"/>
                </a:lnTo>
                <a:lnTo>
                  <a:pt x="104775" y="0"/>
                </a:lnTo>
                <a:lnTo>
                  <a:pt x="104775" y="19050"/>
                </a:lnTo>
                <a:lnTo>
                  <a:pt x="95250" y="19050"/>
                </a:lnTo>
                <a:lnTo>
                  <a:pt x="95250" y="38100"/>
                </a:lnTo>
                <a:lnTo>
                  <a:pt x="85725" y="38100"/>
                </a:lnTo>
                <a:lnTo>
                  <a:pt x="85725" y="57150"/>
                </a:lnTo>
                <a:lnTo>
                  <a:pt x="76200" y="57150"/>
                </a:lnTo>
                <a:lnTo>
                  <a:pt x="76200" y="85725"/>
                </a:lnTo>
                <a:lnTo>
                  <a:pt x="66675" y="85725"/>
                </a:lnTo>
                <a:lnTo>
                  <a:pt x="66675" y="114300"/>
                </a:lnTo>
                <a:lnTo>
                  <a:pt x="57150" y="114300"/>
                </a:lnTo>
                <a:lnTo>
                  <a:pt x="57150" y="133350"/>
                </a:lnTo>
                <a:lnTo>
                  <a:pt x="47625" y="133350"/>
                </a:lnTo>
                <a:lnTo>
                  <a:pt x="47625" y="152400"/>
                </a:lnTo>
                <a:lnTo>
                  <a:pt x="38100" y="152400"/>
                </a:lnTo>
                <a:lnTo>
                  <a:pt x="38100" y="180975"/>
                </a:lnTo>
                <a:lnTo>
                  <a:pt x="28575" y="180975"/>
                </a:lnTo>
                <a:lnTo>
                  <a:pt x="28575" y="200025"/>
                </a:lnTo>
                <a:lnTo>
                  <a:pt x="19050" y="200025"/>
                </a:lnTo>
                <a:lnTo>
                  <a:pt x="19050" y="228600"/>
                </a:lnTo>
                <a:lnTo>
                  <a:pt x="9525" y="228600"/>
                </a:lnTo>
                <a:lnTo>
                  <a:pt x="9525" y="247650"/>
                </a:lnTo>
                <a:lnTo>
                  <a:pt x="0" y="247650"/>
                </a:lnTo>
                <a:lnTo>
                  <a:pt x="0" y="281662"/>
                </a:lnTo>
                <a:lnTo>
                  <a:pt x="30480" y="266422"/>
                </a:lnTo>
                <a:close/>
              </a:path>
            </a:pathLst>
          </a:custGeom>
          <a:solidFill xmlns:a="http://schemas.openxmlformats.org/drawingml/2006/main">
            <a:srgbClr val="4C5891"/>
          </a:solidFill>
          <a:ln xmlns:a="http://schemas.openxmlformats.org/drawingml/2006/main" w="0">
            <a:noFill/>
          </a:ln>
        </p:spPr>
      </p:sp>
      <p:sp>
        <p:nvSpPr>
          <p:cNvPr id="192" name="Projected surface region 111">
            <a:extLst xmlns:a="http://schemas.openxmlformats.org/drawingml/2006/main">
              <a:ext uri="{FF2B5EF4-FFF2-40B4-BE49-F238E27FC236}">
                <a16:creationId xmlns:a16="http://schemas.microsoft.com/office/drawing/2014/main" id="{39C083E1-FCF5-4615-8376-B514AC8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835" y="3699510"/>
            <a:ext cx="205462" cy="201930"/>
          </a:xfrm>
          <a:custGeom xmlns:a="http://schemas.openxmlformats.org/drawingml/2006/main">
            <a:pathLst>
              <a:path w="205462" h="201930">
                <a:moveTo>
                  <a:pt x="47625" y="28575"/>
                </a:moveTo>
                <a:lnTo>
                  <a:pt x="47625" y="38100"/>
                </a:lnTo>
                <a:lnTo>
                  <a:pt x="38100" y="38100"/>
                </a:lnTo>
                <a:lnTo>
                  <a:pt x="38100" y="49808"/>
                </a:lnTo>
                <a:lnTo>
                  <a:pt x="19050" y="59333"/>
                </a:lnTo>
                <a:lnTo>
                  <a:pt x="19050" y="78383"/>
                </a:lnTo>
                <a:lnTo>
                  <a:pt x="0" y="87908"/>
                </a:lnTo>
                <a:lnTo>
                  <a:pt x="0" y="116205"/>
                </a:lnTo>
                <a:lnTo>
                  <a:pt x="19050" y="116205"/>
                </a:lnTo>
                <a:lnTo>
                  <a:pt x="19050" y="125730"/>
                </a:lnTo>
                <a:lnTo>
                  <a:pt x="28575" y="125730"/>
                </a:lnTo>
                <a:lnTo>
                  <a:pt x="28575" y="135255"/>
                </a:lnTo>
                <a:lnTo>
                  <a:pt x="47625" y="135255"/>
                </a:lnTo>
                <a:lnTo>
                  <a:pt x="47625" y="144780"/>
                </a:lnTo>
                <a:lnTo>
                  <a:pt x="57150" y="144780"/>
                </a:lnTo>
                <a:lnTo>
                  <a:pt x="57150" y="154305"/>
                </a:lnTo>
                <a:lnTo>
                  <a:pt x="66675" y="154305"/>
                </a:lnTo>
                <a:lnTo>
                  <a:pt x="66675" y="163830"/>
                </a:lnTo>
                <a:lnTo>
                  <a:pt x="78383" y="163830"/>
                </a:lnTo>
                <a:lnTo>
                  <a:pt x="87908" y="182880"/>
                </a:lnTo>
                <a:lnTo>
                  <a:pt x="104775" y="182880"/>
                </a:lnTo>
                <a:lnTo>
                  <a:pt x="104775" y="192405"/>
                </a:lnTo>
                <a:lnTo>
                  <a:pt x="123825" y="192405"/>
                </a:lnTo>
                <a:lnTo>
                  <a:pt x="123825" y="201930"/>
                </a:lnTo>
                <a:lnTo>
                  <a:pt x="144780" y="201930"/>
                </a:lnTo>
                <a:lnTo>
                  <a:pt x="144780" y="182880"/>
                </a:lnTo>
                <a:lnTo>
                  <a:pt x="154305" y="182880"/>
                </a:lnTo>
                <a:lnTo>
                  <a:pt x="154305" y="163830"/>
                </a:lnTo>
                <a:lnTo>
                  <a:pt x="163830" y="163830"/>
                </a:lnTo>
                <a:lnTo>
                  <a:pt x="163830" y="154305"/>
                </a:lnTo>
                <a:lnTo>
                  <a:pt x="173355" y="154305"/>
                </a:lnTo>
                <a:lnTo>
                  <a:pt x="173355" y="144780"/>
                </a:lnTo>
                <a:lnTo>
                  <a:pt x="182880" y="144780"/>
                </a:lnTo>
                <a:lnTo>
                  <a:pt x="182880" y="135255"/>
                </a:lnTo>
                <a:lnTo>
                  <a:pt x="190222" y="135255"/>
                </a:lnTo>
                <a:lnTo>
                  <a:pt x="205462" y="104775"/>
                </a:lnTo>
                <a:lnTo>
                  <a:pt x="182880" y="104775"/>
                </a:lnTo>
                <a:lnTo>
                  <a:pt x="182880" y="95250"/>
                </a:lnTo>
                <a:lnTo>
                  <a:pt x="173355" y="95250"/>
                </a:lnTo>
                <a:lnTo>
                  <a:pt x="173355" y="85725"/>
                </a:lnTo>
                <a:lnTo>
                  <a:pt x="163830" y="85725"/>
                </a:lnTo>
                <a:lnTo>
                  <a:pt x="163830" y="76200"/>
                </a:lnTo>
                <a:lnTo>
                  <a:pt x="154305" y="76200"/>
                </a:lnTo>
                <a:lnTo>
                  <a:pt x="154305" y="66675"/>
                </a:lnTo>
                <a:lnTo>
                  <a:pt x="144780" y="66675"/>
                </a:lnTo>
                <a:lnTo>
                  <a:pt x="144780" y="57150"/>
                </a:lnTo>
                <a:lnTo>
                  <a:pt x="135255" y="57150"/>
                </a:lnTo>
                <a:lnTo>
                  <a:pt x="135255" y="47625"/>
                </a:lnTo>
                <a:lnTo>
                  <a:pt x="125730" y="47625"/>
                </a:lnTo>
                <a:lnTo>
                  <a:pt x="125730" y="38100"/>
                </a:lnTo>
                <a:lnTo>
                  <a:pt x="116205" y="38100"/>
                </a:lnTo>
                <a:lnTo>
                  <a:pt x="116205" y="28575"/>
                </a:lnTo>
                <a:lnTo>
                  <a:pt x="106680" y="28575"/>
                </a:lnTo>
                <a:lnTo>
                  <a:pt x="106680" y="19050"/>
                </a:lnTo>
                <a:lnTo>
                  <a:pt x="94972" y="19050"/>
                </a:lnTo>
                <a:lnTo>
                  <a:pt x="85447" y="0"/>
                </a:lnTo>
                <a:lnTo>
                  <a:pt x="66675" y="0"/>
                </a:lnTo>
                <a:lnTo>
                  <a:pt x="66675" y="9525"/>
                </a:lnTo>
                <a:lnTo>
                  <a:pt x="57150" y="9525"/>
                </a:lnTo>
                <a:lnTo>
                  <a:pt x="57150" y="28575"/>
                </a:lnTo>
                <a:lnTo>
                  <a:pt x="47625" y="28575"/>
                </a:lnTo>
                <a:close/>
              </a:path>
            </a:pathLst>
          </a:custGeom>
          <a:solidFill xmlns:a="http://schemas.openxmlformats.org/drawingml/2006/main">
            <a:srgbClr val="443F84"/>
          </a:solidFill>
          <a:ln xmlns:a="http://schemas.openxmlformats.org/drawingml/2006/main" w="0">
            <a:noFill/>
          </a:ln>
        </p:spPr>
      </p:sp>
      <p:sp>
        <p:nvSpPr>
          <p:cNvPr id="193" name="Projected surface region 112">
            <a:extLst xmlns:a="http://schemas.openxmlformats.org/drawingml/2006/main">
              <a:ext uri="{FF2B5EF4-FFF2-40B4-BE49-F238E27FC236}">
                <a16:creationId xmlns:a16="http://schemas.microsoft.com/office/drawing/2014/main" id="{C280AA92-03D5-4A52-8CB6-941DDEA6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3728085"/>
            <a:ext cx="430530" cy="144780"/>
          </a:xfrm>
          <a:custGeom xmlns:a="http://schemas.openxmlformats.org/drawingml/2006/main">
            <a:pathLst>
              <a:path w="430530" h="144780">
                <a:moveTo>
                  <a:pt x="47625" y="19050"/>
                </a:moveTo>
                <a:lnTo>
                  <a:pt x="28575" y="19050"/>
                </a:lnTo>
                <a:lnTo>
                  <a:pt x="28575" y="28575"/>
                </a:lnTo>
                <a:lnTo>
                  <a:pt x="0" y="28575"/>
                </a:lnTo>
                <a:lnTo>
                  <a:pt x="0" y="59055"/>
                </a:lnTo>
                <a:lnTo>
                  <a:pt x="9525" y="59055"/>
                </a:lnTo>
                <a:lnTo>
                  <a:pt x="9525" y="68580"/>
                </a:lnTo>
                <a:lnTo>
                  <a:pt x="21233" y="68580"/>
                </a:lnTo>
                <a:lnTo>
                  <a:pt x="30758" y="87630"/>
                </a:lnTo>
                <a:lnTo>
                  <a:pt x="49808" y="87630"/>
                </a:lnTo>
                <a:lnTo>
                  <a:pt x="59333" y="106680"/>
                </a:lnTo>
                <a:lnTo>
                  <a:pt x="85725" y="106680"/>
                </a:lnTo>
                <a:lnTo>
                  <a:pt x="85725" y="116205"/>
                </a:lnTo>
                <a:lnTo>
                  <a:pt x="114300" y="116205"/>
                </a:lnTo>
                <a:lnTo>
                  <a:pt x="114300" y="125730"/>
                </a:lnTo>
                <a:lnTo>
                  <a:pt x="142875" y="125730"/>
                </a:lnTo>
                <a:lnTo>
                  <a:pt x="142875" y="135255"/>
                </a:lnTo>
                <a:lnTo>
                  <a:pt x="247650" y="135255"/>
                </a:lnTo>
                <a:lnTo>
                  <a:pt x="247650" y="144780"/>
                </a:lnTo>
                <a:lnTo>
                  <a:pt x="306705" y="144780"/>
                </a:lnTo>
                <a:lnTo>
                  <a:pt x="306705" y="135255"/>
                </a:lnTo>
                <a:lnTo>
                  <a:pt x="325755" y="135255"/>
                </a:lnTo>
                <a:lnTo>
                  <a:pt x="325755" y="125730"/>
                </a:lnTo>
                <a:lnTo>
                  <a:pt x="344805" y="125730"/>
                </a:lnTo>
                <a:lnTo>
                  <a:pt x="344805" y="116205"/>
                </a:lnTo>
                <a:lnTo>
                  <a:pt x="363855" y="116205"/>
                </a:lnTo>
                <a:lnTo>
                  <a:pt x="363855" y="106680"/>
                </a:lnTo>
                <a:lnTo>
                  <a:pt x="382905" y="106680"/>
                </a:lnTo>
                <a:lnTo>
                  <a:pt x="382905" y="97155"/>
                </a:lnTo>
                <a:lnTo>
                  <a:pt x="390247" y="97155"/>
                </a:lnTo>
                <a:lnTo>
                  <a:pt x="399772" y="78105"/>
                </a:lnTo>
                <a:lnTo>
                  <a:pt x="421005" y="78105"/>
                </a:lnTo>
                <a:lnTo>
                  <a:pt x="421005" y="68580"/>
                </a:lnTo>
                <a:lnTo>
                  <a:pt x="430530" y="68580"/>
                </a:lnTo>
                <a:lnTo>
                  <a:pt x="430530" y="47625"/>
                </a:lnTo>
                <a:lnTo>
                  <a:pt x="411480" y="47625"/>
                </a:lnTo>
                <a:lnTo>
                  <a:pt x="411480" y="38100"/>
                </a:lnTo>
                <a:lnTo>
                  <a:pt x="401955" y="38100"/>
                </a:lnTo>
                <a:lnTo>
                  <a:pt x="401955" y="28575"/>
                </a:lnTo>
                <a:lnTo>
                  <a:pt x="390247" y="28575"/>
                </a:lnTo>
                <a:lnTo>
                  <a:pt x="380722" y="9525"/>
                </a:lnTo>
                <a:lnTo>
                  <a:pt x="342900" y="9525"/>
                </a:lnTo>
                <a:lnTo>
                  <a:pt x="342900" y="19050"/>
                </a:lnTo>
                <a:lnTo>
                  <a:pt x="323850" y="19050"/>
                </a:lnTo>
                <a:lnTo>
                  <a:pt x="323850" y="30758"/>
                </a:lnTo>
                <a:lnTo>
                  <a:pt x="304800" y="40283"/>
                </a:lnTo>
                <a:lnTo>
                  <a:pt x="304800" y="57150"/>
                </a:lnTo>
                <a:lnTo>
                  <a:pt x="287933" y="57150"/>
                </a:lnTo>
                <a:lnTo>
                  <a:pt x="278408" y="76200"/>
                </a:lnTo>
                <a:lnTo>
                  <a:pt x="268605" y="76200"/>
                </a:lnTo>
                <a:lnTo>
                  <a:pt x="268605" y="66675"/>
                </a:lnTo>
                <a:lnTo>
                  <a:pt x="230783" y="66675"/>
                </a:lnTo>
                <a:lnTo>
                  <a:pt x="221258" y="85725"/>
                </a:lnTo>
                <a:lnTo>
                  <a:pt x="201930" y="85725"/>
                </a:lnTo>
                <a:lnTo>
                  <a:pt x="201930" y="76200"/>
                </a:lnTo>
                <a:lnTo>
                  <a:pt x="192405" y="76200"/>
                </a:lnTo>
                <a:lnTo>
                  <a:pt x="192405" y="66675"/>
                </a:lnTo>
                <a:lnTo>
                  <a:pt x="182880" y="66675"/>
                </a:lnTo>
                <a:lnTo>
                  <a:pt x="182880" y="57150"/>
                </a:lnTo>
                <a:lnTo>
                  <a:pt x="173355" y="57150"/>
                </a:lnTo>
                <a:lnTo>
                  <a:pt x="173355" y="47625"/>
                </a:lnTo>
                <a:lnTo>
                  <a:pt x="161647" y="47625"/>
                </a:lnTo>
                <a:lnTo>
                  <a:pt x="152122" y="28575"/>
                </a:lnTo>
                <a:lnTo>
                  <a:pt x="116205" y="28575"/>
                </a:lnTo>
                <a:lnTo>
                  <a:pt x="116205" y="19050"/>
                </a:lnTo>
                <a:lnTo>
                  <a:pt x="94972" y="19050"/>
                </a:lnTo>
                <a:lnTo>
                  <a:pt x="85447" y="0"/>
                </a:lnTo>
                <a:lnTo>
                  <a:pt x="66675" y="0"/>
                </a:lnTo>
                <a:lnTo>
                  <a:pt x="66675" y="9525"/>
                </a:lnTo>
                <a:lnTo>
                  <a:pt x="47625" y="9525"/>
                </a:lnTo>
                <a:lnTo>
                  <a:pt x="47625" y="19050"/>
                </a:lnTo>
                <a:close/>
              </a:path>
            </a:pathLst>
          </a:custGeom>
          <a:solidFill xmlns:a="http://schemas.openxmlformats.org/drawingml/2006/main">
            <a:srgbClr val="443F84"/>
          </a:solidFill>
          <a:ln xmlns:a="http://schemas.openxmlformats.org/drawingml/2006/main" w="0">
            <a:noFill/>
          </a:ln>
        </p:spPr>
      </p:sp>
      <p:sp>
        <p:nvSpPr>
          <p:cNvPr id="194" name="Projected surface region 113">
            <a:extLst xmlns:a="http://schemas.openxmlformats.org/drawingml/2006/main">
              <a:ext uri="{FF2B5EF4-FFF2-40B4-BE49-F238E27FC236}">
                <a16:creationId xmlns:a16="http://schemas.microsoft.com/office/drawing/2014/main" id="{B3F6C610-EFCC-4647-BEEE-BFC38810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737610"/>
            <a:ext cx="49530" cy="40005"/>
          </a:xfrm>
          <a:custGeom xmlns:a="http://schemas.openxmlformats.org/drawingml/2006/main">
            <a:pathLst>
              <a:path w="49530" h="40005">
                <a:moveTo>
                  <a:pt x="0" y="9525"/>
                </a:moveTo>
                <a:lnTo>
                  <a:pt x="0" y="40005"/>
                </a:lnTo>
                <a:lnTo>
                  <a:pt x="49530" y="40005"/>
                </a:lnTo>
                <a:lnTo>
                  <a:pt x="49530" y="9525"/>
                </a:lnTo>
                <a:lnTo>
                  <a:pt x="40005" y="9525"/>
                </a:lnTo>
                <a:lnTo>
                  <a:pt x="40005" y="0"/>
                </a:lnTo>
                <a:lnTo>
                  <a:pt x="19050" y="0"/>
                </a:lnTo>
                <a:lnTo>
                  <a:pt x="1905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443F84"/>
          </a:solidFill>
          <a:ln xmlns:a="http://schemas.openxmlformats.org/drawingml/2006/main" w="0">
            <a:noFill/>
          </a:ln>
        </p:spPr>
      </p:sp>
      <p:sp>
        <p:nvSpPr>
          <p:cNvPr id="195" name="Projected surface region 114">
            <a:extLst xmlns:a="http://schemas.openxmlformats.org/drawingml/2006/main">
              <a:ext uri="{FF2B5EF4-FFF2-40B4-BE49-F238E27FC236}">
                <a16:creationId xmlns:a16="http://schemas.microsoft.com/office/drawing/2014/main" id="{4213D063-40BB-4B1E-9D7E-F924688F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3813810"/>
            <a:ext cx="119737" cy="59055"/>
          </a:xfrm>
          <a:custGeom xmlns:a="http://schemas.openxmlformats.org/drawingml/2006/main">
            <a:pathLst>
              <a:path w="119737" h="59055">
                <a:moveTo>
                  <a:pt x="0" y="28575"/>
                </a:moveTo>
                <a:lnTo>
                  <a:pt x="0" y="49530"/>
                </a:lnTo>
                <a:lnTo>
                  <a:pt x="47625" y="49530"/>
                </a:lnTo>
                <a:lnTo>
                  <a:pt x="47625" y="59055"/>
                </a:lnTo>
                <a:lnTo>
                  <a:pt x="68580" y="59055"/>
                </a:lnTo>
                <a:lnTo>
                  <a:pt x="68580" y="49530"/>
                </a:lnTo>
                <a:lnTo>
                  <a:pt x="87630" y="49530"/>
                </a:lnTo>
                <a:lnTo>
                  <a:pt x="87630" y="40005"/>
                </a:lnTo>
                <a:lnTo>
                  <a:pt x="104497" y="40005"/>
                </a:lnTo>
                <a:lnTo>
                  <a:pt x="119737" y="9525"/>
                </a:lnTo>
                <a:lnTo>
                  <a:pt x="97155" y="9525"/>
                </a:lnTo>
                <a:lnTo>
                  <a:pt x="97155" y="0"/>
                </a:lnTo>
                <a:lnTo>
                  <a:pt x="59333" y="0"/>
                </a:lnTo>
                <a:lnTo>
                  <a:pt x="49808" y="19050"/>
                </a:lnTo>
                <a:lnTo>
                  <a:pt x="28575" y="19050"/>
                </a:lnTo>
                <a:lnTo>
                  <a:pt x="28575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443F84"/>
          </a:solidFill>
          <a:ln xmlns:a="http://schemas.openxmlformats.org/drawingml/2006/main" w="0">
            <a:noFill/>
          </a:ln>
        </p:spPr>
      </p:sp>
      <p:sp>
        <p:nvSpPr>
          <p:cNvPr id="196" name="Projected surface region 115">
            <a:extLst xmlns:a="http://schemas.openxmlformats.org/drawingml/2006/main">
              <a:ext uri="{FF2B5EF4-FFF2-40B4-BE49-F238E27FC236}">
                <a16:creationId xmlns:a16="http://schemas.microsoft.com/office/drawing/2014/main" id="{470DF197-D433-460E-A44E-87D70962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485" y="3737610"/>
            <a:ext cx="640080" cy="182880"/>
          </a:xfrm>
          <a:custGeom xmlns:a="http://schemas.openxmlformats.org/drawingml/2006/main">
            <a:pathLst>
              <a:path w="640080" h="182880">
                <a:moveTo>
                  <a:pt x="192683" y="38100"/>
                </a:moveTo>
                <a:lnTo>
                  <a:pt x="190222" y="38100"/>
                </a:lnTo>
                <a:lnTo>
                  <a:pt x="180697" y="19050"/>
                </a:lnTo>
                <a:lnTo>
                  <a:pt x="152400" y="19050"/>
                </a:lnTo>
                <a:lnTo>
                  <a:pt x="152400" y="28575"/>
                </a:lnTo>
                <a:lnTo>
                  <a:pt x="142875" y="28575"/>
                </a:lnTo>
                <a:lnTo>
                  <a:pt x="142875" y="49808"/>
                </a:lnTo>
                <a:lnTo>
                  <a:pt x="123825" y="59333"/>
                </a:lnTo>
                <a:lnTo>
                  <a:pt x="123825" y="76200"/>
                </a:lnTo>
                <a:lnTo>
                  <a:pt x="114300" y="76200"/>
                </a:lnTo>
                <a:lnTo>
                  <a:pt x="114300" y="95250"/>
                </a:lnTo>
                <a:lnTo>
                  <a:pt x="104775" y="95250"/>
                </a:lnTo>
                <a:lnTo>
                  <a:pt x="104775" y="104775"/>
                </a:lnTo>
                <a:lnTo>
                  <a:pt x="97433" y="104775"/>
                </a:lnTo>
                <a:lnTo>
                  <a:pt x="87908" y="123825"/>
                </a:lnTo>
                <a:lnTo>
                  <a:pt x="87630" y="123825"/>
                </a:lnTo>
                <a:lnTo>
                  <a:pt x="87630" y="114300"/>
                </a:lnTo>
                <a:lnTo>
                  <a:pt x="28575" y="114300"/>
                </a:lnTo>
                <a:lnTo>
                  <a:pt x="28575" y="123825"/>
                </a:lnTo>
                <a:lnTo>
                  <a:pt x="19050" y="123825"/>
                </a:lnTo>
                <a:lnTo>
                  <a:pt x="19050" y="133350"/>
                </a:lnTo>
                <a:lnTo>
                  <a:pt x="0" y="133350"/>
                </a:lnTo>
                <a:lnTo>
                  <a:pt x="0" y="154305"/>
                </a:lnTo>
                <a:lnTo>
                  <a:pt x="19050" y="154305"/>
                </a:lnTo>
                <a:lnTo>
                  <a:pt x="19050" y="163830"/>
                </a:lnTo>
                <a:lnTo>
                  <a:pt x="28575" y="163830"/>
                </a:lnTo>
                <a:lnTo>
                  <a:pt x="28575" y="173355"/>
                </a:lnTo>
                <a:lnTo>
                  <a:pt x="47625" y="173355"/>
                </a:lnTo>
                <a:lnTo>
                  <a:pt x="47625" y="182880"/>
                </a:lnTo>
                <a:lnTo>
                  <a:pt x="78105" y="182880"/>
                </a:lnTo>
                <a:lnTo>
                  <a:pt x="78105" y="173355"/>
                </a:lnTo>
                <a:lnTo>
                  <a:pt x="85447" y="173355"/>
                </a:lnTo>
                <a:lnTo>
                  <a:pt x="94972" y="154305"/>
                </a:lnTo>
                <a:lnTo>
                  <a:pt x="133350" y="154305"/>
                </a:lnTo>
                <a:lnTo>
                  <a:pt x="133350" y="163830"/>
                </a:lnTo>
                <a:lnTo>
                  <a:pt x="180975" y="163830"/>
                </a:lnTo>
                <a:lnTo>
                  <a:pt x="180975" y="173355"/>
                </a:lnTo>
                <a:lnTo>
                  <a:pt x="259080" y="173355"/>
                </a:lnTo>
                <a:lnTo>
                  <a:pt x="259080" y="154305"/>
                </a:lnTo>
                <a:lnTo>
                  <a:pt x="268605" y="154305"/>
                </a:lnTo>
                <a:lnTo>
                  <a:pt x="268605" y="144780"/>
                </a:lnTo>
                <a:lnTo>
                  <a:pt x="278130" y="144780"/>
                </a:lnTo>
                <a:lnTo>
                  <a:pt x="278130" y="133072"/>
                </a:lnTo>
                <a:lnTo>
                  <a:pt x="297180" y="123547"/>
                </a:lnTo>
                <a:lnTo>
                  <a:pt x="297180" y="106680"/>
                </a:lnTo>
                <a:lnTo>
                  <a:pt x="314325" y="106680"/>
                </a:lnTo>
                <a:lnTo>
                  <a:pt x="314325" y="116205"/>
                </a:lnTo>
                <a:lnTo>
                  <a:pt x="326033" y="116205"/>
                </a:lnTo>
                <a:lnTo>
                  <a:pt x="335558" y="135255"/>
                </a:lnTo>
                <a:lnTo>
                  <a:pt x="352425" y="135255"/>
                </a:lnTo>
                <a:lnTo>
                  <a:pt x="352425" y="144780"/>
                </a:lnTo>
                <a:lnTo>
                  <a:pt x="371475" y="144780"/>
                </a:lnTo>
                <a:lnTo>
                  <a:pt x="371475" y="154305"/>
                </a:lnTo>
                <a:lnTo>
                  <a:pt x="390525" y="154305"/>
                </a:lnTo>
                <a:lnTo>
                  <a:pt x="390525" y="163830"/>
                </a:lnTo>
                <a:lnTo>
                  <a:pt x="497205" y="163830"/>
                </a:lnTo>
                <a:lnTo>
                  <a:pt x="497205" y="154305"/>
                </a:lnTo>
                <a:lnTo>
                  <a:pt x="525780" y="154305"/>
                </a:lnTo>
                <a:lnTo>
                  <a:pt x="525780" y="144780"/>
                </a:lnTo>
                <a:lnTo>
                  <a:pt x="535305" y="144780"/>
                </a:lnTo>
                <a:lnTo>
                  <a:pt x="535305" y="125730"/>
                </a:lnTo>
                <a:lnTo>
                  <a:pt x="542647" y="125730"/>
                </a:lnTo>
                <a:lnTo>
                  <a:pt x="552172" y="106680"/>
                </a:lnTo>
                <a:lnTo>
                  <a:pt x="573405" y="106680"/>
                </a:lnTo>
                <a:lnTo>
                  <a:pt x="573405" y="97155"/>
                </a:lnTo>
                <a:lnTo>
                  <a:pt x="582930" y="97155"/>
                </a:lnTo>
                <a:lnTo>
                  <a:pt x="582930" y="87630"/>
                </a:lnTo>
                <a:lnTo>
                  <a:pt x="592455" y="87630"/>
                </a:lnTo>
                <a:lnTo>
                  <a:pt x="592455" y="78105"/>
                </a:lnTo>
                <a:lnTo>
                  <a:pt x="601980" y="78105"/>
                </a:lnTo>
                <a:lnTo>
                  <a:pt x="601980" y="68580"/>
                </a:lnTo>
                <a:lnTo>
                  <a:pt x="611505" y="68580"/>
                </a:lnTo>
                <a:lnTo>
                  <a:pt x="611505" y="59055"/>
                </a:lnTo>
                <a:lnTo>
                  <a:pt x="621030" y="59055"/>
                </a:lnTo>
                <a:lnTo>
                  <a:pt x="621030" y="47347"/>
                </a:lnTo>
                <a:lnTo>
                  <a:pt x="640080" y="37822"/>
                </a:lnTo>
                <a:lnTo>
                  <a:pt x="640080" y="9525"/>
                </a:lnTo>
                <a:lnTo>
                  <a:pt x="619125" y="9525"/>
                </a:lnTo>
                <a:lnTo>
                  <a:pt x="619125" y="19050"/>
                </a:lnTo>
                <a:lnTo>
                  <a:pt x="600075" y="19050"/>
                </a:lnTo>
                <a:lnTo>
                  <a:pt x="600075" y="28575"/>
                </a:lnTo>
                <a:lnTo>
                  <a:pt x="592733" y="28575"/>
                </a:lnTo>
                <a:lnTo>
                  <a:pt x="583208" y="47625"/>
                </a:lnTo>
                <a:lnTo>
                  <a:pt x="563880" y="47625"/>
                </a:lnTo>
                <a:lnTo>
                  <a:pt x="563880" y="30480"/>
                </a:lnTo>
                <a:lnTo>
                  <a:pt x="573405" y="30480"/>
                </a:lnTo>
                <a:lnTo>
                  <a:pt x="573405" y="0"/>
                </a:lnTo>
                <a:lnTo>
                  <a:pt x="533400" y="0"/>
                </a:lnTo>
                <a:lnTo>
                  <a:pt x="533400" y="19050"/>
                </a:lnTo>
                <a:lnTo>
                  <a:pt x="523875" y="19050"/>
                </a:lnTo>
                <a:lnTo>
                  <a:pt x="523875" y="30758"/>
                </a:lnTo>
                <a:lnTo>
                  <a:pt x="504825" y="40283"/>
                </a:lnTo>
                <a:lnTo>
                  <a:pt x="504825" y="57150"/>
                </a:lnTo>
                <a:lnTo>
                  <a:pt x="485775" y="57150"/>
                </a:lnTo>
                <a:lnTo>
                  <a:pt x="485775" y="76200"/>
                </a:lnTo>
                <a:lnTo>
                  <a:pt x="476250" y="76200"/>
                </a:lnTo>
                <a:lnTo>
                  <a:pt x="476250" y="95250"/>
                </a:lnTo>
                <a:lnTo>
                  <a:pt x="468908" y="95250"/>
                </a:lnTo>
                <a:lnTo>
                  <a:pt x="459383" y="114300"/>
                </a:lnTo>
                <a:lnTo>
                  <a:pt x="438150" y="114300"/>
                </a:lnTo>
                <a:lnTo>
                  <a:pt x="438150" y="133350"/>
                </a:lnTo>
                <a:lnTo>
                  <a:pt x="430530" y="133350"/>
                </a:lnTo>
                <a:lnTo>
                  <a:pt x="430530" y="114300"/>
                </a:lnTo>
                <a:lnTo>
                  <a:pt x="418822" y="114300"/>
                </a:lnTo>
                <a:lnTo>
                  <a:pt x="409297" y="95250"/>
                </a:lnTo>
                <a:lnTo>
                  <a:pt x="392430" y="95250"/>
                </a:lnTo>
                <a:lnTo>
                  <a:pt x="392430" y="57150"/>
                </a:lnTo>
                <a:lnTo>
                  <a:pt x="361950" y="57150"/>
                </a:lnTo>
                <a:lnTo>
                  <a:pt x="361950" y="66675"/>
                </a:lnTo>
                <a:lnTo>
                  <a:pt x="326033" y="66675"/>
                </a:lnTo>
                <a:lnTo>
                  <a:pt x="316508" y="85725"/>
                </a:lnTo>
                <a:lnTo>
                  <a:pt x="306705" y="85725"/>
                </a:lnTo>
                <a:lnTo>
                  <a:pt x="306705" y="76200"/>
                </a:lnTo>
                <a:lnTo>
                  <a:pt x="287655" y="76200"/>
                </a:lnTo>
                <a:lnTo>
                  <a:pt x="287655" y="66675"/>
                </a:lnTo>
                <a:lnTo>
                  <a:pt x="268605" y="66675"/>
                </a:lnTo>
                <a:lnTo>
                  <a:pt x="268605" y="57150"/>
                </a:lnTo>
                <a:lnTo>
                  <a:pt x="259080" y="57150"/>
                </a:lnTo>
                <a:lnTo>
                  <a:pt x="259080" y="47625"/>
                </a:lnTo>
                <a:lnTo>
                  <a:pt x="249555" y="47625"/>
                </a:lnTo>
                <a:lnTo>
                  <a:pt x="249555" y="38100"/>
                </a:lnTo>
                <a:lnTo>
                  <a:pt x="237847" y="38100"/>
                </a:lnTo>
                <a:lnTo>
                  <a:pt x="228322" y="19050"/>
                </a:lnTo>
                <a:lnTo>
                  <a:pt x="202208" y="19050"/>
                </a:lnTo>
                <a:lnTo>
                  <a:pt x="192683" y="38100"/>
                </a:lnTo>
                <a:close/>
                <a:moveTo>
                  <a:pt x="561975" y="49530"/>
                </a:moveTo>
                <a:lnTo>
                  <a:pt x="561975" y="57150"/>
                </a:lnTo>
                <a:lnTo>
                  <a:pt x="554355" y="57150"/>
                </a:lnTo>
                <a:lnTo>
                  <a:pt x="554355" y="49530"/>
                </a:lnTo>
                <a:lnTo>
                  <a:pt x="561975" y="49530"/>
                </a:lnTo>
                <a:close/>
              </a:path>
            </a:pathLst>
          </a:custGeom>
          <a:solidFill xmlns:a="http://schemas.openxmlformats.org/drawingml/2006/main">
            <a:srgbClr val="443F84"/>
          </a:solidFill>
          <a:ln xmlns:a="http://schemas.openxmlformats.org/drawingml/2006/main" w="0">
            <a:noFill/>
          </a:ln>
        </p:spPr>
      </p:sp>
      <p:sp>
        <p:nvSpPr>
          <p:cNvPr id="197" name="Projected surface region 116">
            <a:extLst xmlns:a="http://schemas.openxmlformats.org/drawingml/2006/main">
              <a:ext uri="{FF2B5EF4-FFF2-40B4-BE49-F238E27FC236}">
                <a16:creationId xmlns:a16="http://schemas.microsoft.com/office/drawing/2014/main" id="{7675CA1F-CBA9-48D8-AFB0-753CF31E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285" y="3689985"/>
            <a:ext cx="259080" cy="230505"/>
          </a:xfrm>
          <a:custGeom xmlns:a="http://schemas.openxmlformats.org/drawingml/2006/main">
            <a:pathLst>
              <a:path w="259080" h="230505">
                <a:moveTo>
                  <a:pt x="9525" y="40005"/>
                </a:moveTo>
                <a:lnTo>
                  <a:pt x="9525" y="56872"/>
                </a:lnTo>
                <a:lnTo>
                  <a:pt x="28575" y="66397"/>
                </a:lnTo>
                <a:lnTo>
                  <a:pt x="28575" y="144780"/>
                </a:lnTo>
                <a:lnTo>
                  <a:pt x="38100" y="144780"/>
                </a:lnTo>
                <a:lnTo>
                  <a:pt x="38100" y="157837"/>
                </a:lnTo>
                <a:lnTo>
                  <a:pt x="57150" y="148312"/>
                </a:lnTo>
                <a:lnTo>
                  <a:pt x="57150" y="173355"/>
                </a:lnTo>
                <a:lnTo>
                  <a:pt x="76200" y="173355"/>
                </a:lnTo>
                <a:lnTo>
                  <a:pt x="76200" y="190500"/>
                </a:lnTo>
                <a:lnTo>
                  <a:pt x="66675" y="190500"/>
                </a:lnTo>
                <a:lnTo>
                  <a:pt x="66675" y="211455"/>
                </a:lnTo>
                <a:lnTo>
                  <a:pt x="85725" y="211455"/>
                </a:lnTo>
                <a:lnTo>
                  <a:pt x="85725" y="220980"/>
                </a:lnTo>
                <a:lnTo>
                  <a:pt x="104775" y="220980"/>
                </a:lnTo>
                <a:lnTo>
                  <a:pt x="104775" y="230505"/>
                </a:lnTo>
                <a:lnTo>
                  <a:pt x="125730" y="230505"/>
                </a:lnTo>
                <a:lnTo>
                  <a:pt x="125730" y="220980"/>
                </a:lnTo>
                <a:lnTo>
                  <a:pt x="192405" y="220980"/>
                </a:lnTo>
                <a:lnTo>
                  <a:pt x="192405" y="211455"/>
                </a:lnTo>
                <a:lnTo>
                  <a:pt x="209272" y="211455"/>
                </a:lnTo>
                <a:lnTo>
                  <a:pt x="218797" y="192405"/>
                </a:lnTo>
                <a:lnTo>
                  <a:pt x="240030" y="192405"/>
                </a:lnTo>
                <a:lnTo>
                  <a:pt x="240030" y="182880"/>
                </a:lnTo>
                <a:lnTo>
                  <a:pt x="259080" y="182880"/>
                </a:lnTo>
                <a:lnTo>
                  <a:pt x="259080" y="161925"/>
                </a:lnTo>
                <a:lnTo>
                  <a:pt x="230505" y="161925"/>
                </a:lnTo>
                <a:lnTo>
                  <a:pt x="230505" y="142875"/>
                </a:lnTo>
                <a:lnTo>
                  <a:pt x="220980" y="142875"/>
                </a:lnTo>
                <a:lnTo>
                  <a:pt x="220980" y="123825"/>
                </a:lnTo>
                <a:lnTo>
                  <a:pt x="211455" y="123825"/>
                </a:lnTo>
                <a:lnTo>
                  <a:pt x="211455" y="106958"/>
                </a:lnTo>
                <a:lnTo>
                  <a:pt x="192405" y="97433"/>
                </a:lnTo>
                <a:lnTo>
                  <a:pt x="192405" y="78383"/>
                </a:lnTo>
                <a:lnTo>
                  <a:pt x="173355" y="68858"/>
                </a:lnTo>
                <a:lnTo>
                  <a:pt x="173355" y="47625"/>
                </a:lnTo>
                <a:lnTo>
                  <a:pt x="163830" y="47625"/>
                </a:lnTo>
                <a:lnTo>
                  <a:pt x="163830" y="19050"/>
                </a:lnTo>
                <a:lnTo>
                  <a:pt x="154305" y="19050"/>
                </a:lnTo>
                <a:lnTo>
                  <a:pt x="154305" y="9525"/>
                </a:lnTo>
                <a:lnTo>
                  <a:pt x="49530" y="9525"/>
                </a:lnTo>
                <a:lnTo>
                  <a:pt x="49530" y="0"/>
                </a:lnTo>
                <a:lnTo>
                  <a:pt x="28575" y="0"/>
                </a:lnTo>
                <a:lnTo>
                  <a:pt x="28575" y="9525"/>
                </a:lnTo>
                <a:lnTo>
                  <a:pt x="0" y="9525"/>
                </a:lnTo>
                <a:lnTo>
                  <a:pt x="0" y="40005"/>
                </a:lnTo>
                <a:lnTo>
                  <a:pt x="9525" y="40005"/>
                </a:lnTo>
                <a:close/>
              </a:path>
            </a:pathLst>
          </a:custGeom>
          <a:solidFill xmlns:a="http://schemas.openxmlformats.org/drawingml/2006/main">
            <a:srgbClr val="443F84"/>
          </a:solidFill>
          <a:ln xmlns:a="http://schemas.openxmlformats.org/drawingml/2006/main" w="0">
            <a:noFill/>
          </a:ln>
        </p:spPr>
      </p:sp>
      <p:sp>
        <p:nvSpPr>
          <p:cNvPr id="198" name="Projected surface region 117">
            <a:extLst xmlns:a="http://schemas.openxmlformats.org/drawingml/2006/main">
              <a:ext uri="{FF2B5EF4-FFF2-40B4-BE49-F238E27FC236}">
                <a16:creationId xmlns:a16="http://schemas.microsoft.com/office/drawing/2014/main" id="{CD15110F-F671-4B15-B91D-F1ED8AB0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3756660"/>
            <a:ext cx="68580" cy="49530"/>
          </a:xfrm>
          <a:custGeom xmlns:a="http://schemas.openxmlformats.org/drawingml/2006/main">
            <a:pathLst>
              <a:path w="68580" h="49530">
                <a:moveTo>
                  <a:pt x="28575" y="40005"/>
                </a:moveTo>
                <a:lnTo>
                  <a:pt x="28575" y="49530"/>
                </a:lnTo>
                <a:lnTo>
                  <a:pt x="68580" y="49530"/>
                </a:lnTo>
                <a:lnTo>
                  <a:pt x="68580" y="30758"/>
                </a:lnTo>
                <a:lnTo>
                  <a:pt x="49530" y="21233"/>
                </a:lnTo>
                <a:lnTo>
                  <a:pt x="49530" y="0"/>
                </a:lnTo>
                <a:lnTo>
                  <a:pt x="19050" y="0"/>
                </a:lnTo>
                <a:lnTo>
                  <a:pt x="19050" y="11708"/>
                </a:lnTo>
                <a:lnTo>
                  <a:pt x="0" y="21233"/>
                </a:lnTo>
                <a:lnTo>
                  <a:pt x="0" y="40005"/>
                </a:lnTo>
                <a:lnTo>
                  <a:pt x="28575" y="40005"/>
                </a:lnTo>
                <a:close/>
              </a:path>
            </a:pathLst>
          </a:custGeom>
          <a:solidFill xmlns:a="http://schemas.openxmlformats.org/drawingml/2006/main">
            <a:srgbClr val="443F84"/>
          </a:solidFill>
          <a:ln xmlns:a="http://schemas.openxmlformats.org/drawingml/2006/main" w="0">
            <a:noFill/>
          </a:ln>
        </p:spPr>
      </p:sp>
      <p:sp>
        <p:nvSpPr>
          <p:cNvPr id="199" name="Projected surface region 118">
            <a:extLst xmlns:a="http://schemas.openxmlformats.org/drawingml/2006/main">
              <a:ext uri="{FF2B5EF4-FFF2-40B4-BE49-F238E27FC236}">
                <a16:creationId xmlns:a16="http://schemas.microsoft.com/office/drawing/2014/main" id="{F271662C-1631-4D90-9D32-1E0EAB14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435" y="3842385"/>
            <a:ext cx="72112" cy="49530"/>
          </a:xfrm>
          <a:custGeom xmlns:a="http://schemas.openxmlformats.org/drawingml/2006/main">
            <a:pathLst>
              <a:path w="72112" h="49530">
                <a:moveTo>
                  <a:pt x="28575" y="37822"/>
                </a:moveTo>
                <a:lnTo>
                  <a:pt x="28575" y="49530"/>
                </a:lnTo>
                <a:lnTo>
                  <a:pt x="56872" y="49530"/>
                </a:lnTo>
                <a:lnTo>
                  <a:pt x="72112" y="19050"/>
                </a:lnTo>
                <a:lnTo>
                  <a:pt x="47347" y="19050"/>
                </a:lnTo>
                <a:lnTo>
                  <a:pt x="37822" y="0"/>
                </a:lnTo>
                <a:lnTo>
                  <a:pt x="0" y="0"/>
                </a:lnTo>
                <a:lnTo>
                  <a:pt x="0" y="20955"/>
                </a:lnTo>
                <a:lnTo>
                  <a:pt x="9525" y="20955"/>
                </a:lnTo>
                <a:lnTo>
                  <a:pt x="9525" y="28297"/>
                </a:lnTo>
                <a:lnTo>
                  <a:pt x="28575" y="37822"/>
                </a:lnTo>
                <a:close/>
              </a:path>
            </a:pathLst>
          </a:custGeom>
          <a:solidFill xmlns:a="http://schemas.openxmlformats.org/drawingml/2006/main">
            <a:srgbClr val="443F84"/>
          </a:solidFill>
          <a:ln xmlns:a="http://schemas.openxmlformats.org/drawingml/2006/main" w="0">
            <a:noFill/>
          </a:ln>
        </p:spPr>
      </p:sp>
      <p:sp>
        <p:nvSpPr>
          <p:cNvPr id="200" name="Projected surface region 119">
            <a:extLst xmlns:a="http://schemas.openxmlformats.org/drawingml/2006/main">
              <a:ext uri="{FF2B5EF4-FFF2-40B4-BE49-F238E27FC236}">
                <a16:creationId xmlns:a16="http://schemas.microsoft.com/office/drawing/2014/main" id="{D23A6730-23E4-496A-A237-C6183564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880360"/>
            <a:ext cx="135255" cy="338812"/>
          </a:xfrm>
          <a:custGeom xmlns:a="http://schemas.openxmlformats.org/drawingml/2006/main">
            <a:pathLst>
              <a:path w="135255" h="338812">
                <a:moveTo>
                  <a:pt x="47625" y="49530"/>
                </a:moveTo>
                <a:lnTo>
                  <a:pt x="47625" y="85725"/>
                </a:lnTo>
                <a:lnTo>
                  <a:pt x="40005" y="85725"/>
                </a:lnTo>
                <a:lnTo>
                  <a:pt x="40005" y="76200"/>
                </a:lnTo>
                <a:lnTo>
                  <a:pt x="30480" y="76200"/>
                </a:lnTo>
                <a:lnTo>
                  <a:pt x="30480" y="68858"/>
                </a:lnTo>
                <a:lnTo>
                  <a:pt x="0" y="53618"/>
                </a:lnTo>
                <a:lnTo>
                  <a:pt x="0" y="87630"/>
                </a:lnTo>
                <a:lnTo>
                  <a:pt x="9525" y="87630"/>
                </a:lnTo>
                <a:lnTo>
                  <a:pt x="9525" y="135255"/>
                </a:lnTo>
                <a:lnTo>
                  <a:pt x="19050" y="135255"/>
                </a:lnTo>
                <a:lnTo>
                  <a:pt x="19050" y="154305"/>
                </a:lnTo>
                <a:lnTo>
                  <a:pt x="28575" y="154305"/>
                </a:lnTo>
                <a:lnTo>
                  <a:pt x="28575" y="173355"/>
                </a:lnTo>
                <a:lnTo>
                  <a:pt x="38100" y="173355"/>
                </a:lnTo>
                <a:lnTo>
                  <a:pt x="38100" y="192405"/>
                </a:lnTo>
                <a:lnTo>
                  <a:pt x="47625" y="192405"/>
                </a:lnTo>
                <a:lnTo>
                  <a:pt x="47625" y="211455"/>
                </a:lnTo>
                <a:lnTo>
                  <a:pt x="57150" y="211455"/>
                </a:lnTo>
                <a:lnTo>
                  <a:pt x="57150" y="230505"/>
                </a:lnTo>
                <a:lnTo>
                  <a:pt x="66675" y="230505"/>
                </a:lnTo>
                <a:lnTo>
                  <a:pt x="66675" y="249555"/>
                </a:lnTo>
                <a:lnTo>
                  <a:pt x="76200" y="249555"/>
                </a:lnTo>
                <a:lnTo>
                  <a:pt x="76200" y="268605"/>
                </a:lnTo>
                <a:lnTo>
                  <a:pt x="85725" y="268605"/>
                </a:lnTo>
                <a:lnTo>
                  <a:pt x="85725" y="287655"/>
                </a:lnTo>
                <a:lnTo>
                  <a:pt x="95250" y="287655"/>
                </a:lnTo>
                <a:lnTo>
                  <a:pt x="95250" y="306705"/>
                </a:lnTo>
                <a:lnTo>
                  <a:pt x="104775" y="306705"/>
                </a:lnTo>
                <a:lnTo>
                  <a:pt x="104775" y="323572"/>
                </a:lnTo>
                <a:lnTo>
                  <a:pt x="135255" y="338812"/>
                </a:lnTo>
                <a:lnTo>
                  <a:pt x="135255" y="295275"/>
                </a:lnTo>
                <a:lnTo>
                  <a:pt x="125730" y="295275"/>
                </a:lnTo>
                <a:lnTo>
                  <a:pt x="125730" y="257175"/>
                </a:lnTo>
                <a:lnTo>
                  <a:pt x="116205" y="257175"/>
                </a:lnTo>
                <a:lnTo>
                  <a:pt x="116205" y="219075"/>
                </a:lnTo>
                <a:lnTo>
                  <a:pt x="106680" y="219075"/>
                </a:lnTo>
                <a:lnTo>
                  <a:pt x="106680" y="180975"/>
                </a:lnTo>
                <a:lnTo>
                  <a:pt x="97155" y="180975"/>
                </a:lnTo>
                <a:lnTo>
                  <a:pt x="97155" y="163830"/>
                </a:lnTo>
                <a:lnTo>
                  <a:pt x="106680" y="163830"/>
                </a:lnTo>
                <a:lnTo>
                  <a:pt x="106680" y="133350"/>
                </a:lnTo>
                <a:lnTo>
                  <a:pt x="97155" y="133350"/>
                </a:lnTo>
                <a:lnTo>
                  <a:pt x="97155" y="114300"/>
                </a:lnTo>
                <a:lnTo>
                  <a:pt x="87630" y="114300"/>
                </a:lnTo>
                <a:lnTo>
                  <a:pt x="87630" y="85725"/>
                </a:lnTo>
                <a:lnTo>
                  <a:pt x="78105" y="85725"/>
                </a:lnTo>
                <a:lnTo>
                  <a:pt x="78105" y="66675"/>
                </a:lnTo>
                <a:lnTo>
                  <a:pt x="68580" y="66675"/>
                </a:lnTo>
                <a:lnTo>
                  <a:pt x="68580" y="28575"/>
                </a:lnTo>
                <a:lnTo>
                  <a:pt x="59055" y="28575"/>
                </a:lnTo>
                <a:lnTo>
                  <a:pt x="59055" y="0"/>
                </a:lnTo>
                <a:lnTo>
                  <a:pt x="38100" y="0"/>
                </a:lnTo>
                <a:lnTo>
                  <a:pt x="38100" y="49530"/>
                </a:lnTo>
                <a:lnTo>
                  <a:pt x="47625" y="49530"/>
                </a:lnTo>
                <a:close/>
              </a:path>
            </a:pathLst>
          </a:custGeom>
          <a:solidFill xmlns:a="http://schemas.openxmlformats.org/drawingml/2006/main">
            <a:srgbClr val="388894"/>
          </a:solidFill>
          <a:ln xmlns:a="http://schemas.openxmlformats.org/drawingml/2006/main" w="0">
            <a:noFill/>
          </a:ln>
        </p:spPr>
      </p:sp>
      <p:sp>
        <p:nvSpPr>
          <p:cNvPr id="201" name="Projected surface region 120">
            <a:extLst xmlns:a="http://schemas.openxmlformats.org/drawingml/2006/main">
              <a:ext uri="{FF2B5EF4-FFF2-40B4-BE49-F238E27FC236}">
                <a16:creationId xmlns:a16="http://schemas.microsoft.com/office/drawing/2014/main" id="{E9ABE647-7C35-491F-9F50-CF04F474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2861310"/>
            <a:ext cx="125730" cy="338812"/>
          </a:xfrm>
          <a:custGeom xmlns:a="http://schemas.openxmlformats.org/drawingml/2006/main">
            <a:pathLst>
              <a:path w="125730" h="338812">
                <a:moveTo>
                  <a:pt x="68580" y="294997"/>
                </a:moveTo>
                <a:lnTo>
                  <a:pt x="68580" y="278130"/>
                </a:lnTo>
                <a:lnTo>
                  <a:pt x="78105" y="278130"/>
                </a:lnTo>
                <a:lnTo>
                  <a:pt x="78105" y="230505"/>
                </a:lnTo>
                <a:lnTo>
                  <a:pt x="87630" y="230505"/>
                </a:lnTo>
                <a:lnTo>
                  <a:pt x="87630" y="182880"/>
                </a:lnTo>
                <a:lnTo>
                  <a:pt x="97155" y="182880"/>
                </a:lnTo>
                <a:lnTo>
                  <a:pt x="97155" y="135255"/>
                </a:lnTo>
                <a:lnTo>
                  <a:pt x="106680" y="135255"/>
                </a:lnTo>
                <a:lnTo>
                  <a:pt x="106680" y="87630"/>
                </a:lnTo>
                <a:lnTo>
                  <a:pt x="116205" y="87630"/>
                </a:lnTo>
                <a:lnTo>
                  <a:pt x="116205" y="49530"/>
                </a:lnTo>
                <a:lnTo>
                  <a:pt x="125730" y="49530"/>
                </a:lnTo>
                <a:lnTo>
                  <a:pt x="125730" y="0"/>
                </a:lnTo>
                <a:lnTo>
                  <a:pt x="104775" y="0"/>
                </a:lnTo>
                <a:lnTo>
                  <a:pt x="104775" y="21233"/>
                </a:lnTo>
                <a:lnTo>
                  <a:pt x="85725" y="30758"/>
                </a:lnTo>
                <a:lnTo>
                  <a:pt x="85725" y="47625"/>
                </a:lnTo>
                <a:lnTo>
                  <a:pt x="76200" y="47625"/>
                </a:lnTo>
                <a:lnTo>
                  <a:pt x="76200" y="66675"/>
                </a:lnTo>
                <a:lnTo>
                  <a:pt x="66675" y="66675"/>
                </a:lnTo>
                <a:lnTo>
                  <a:pt x="66675" y="85725"/>
                </a:lnTo>
                <a:lnTo>
                  <a:pt x="57150" y="85725"/>
                </a:lnTo>
                <a:lnTo>
                  <a:pt x="57150" y="104775"/>
                </a:lnTo>
                <a:lnTo>
                  <a:pt x="47625" y="104775"/>
                </a:lnTo>
                <a:lnTo>
                  <a:pt x="47625" y="133350"/>
                </a:lnTo>
                <a:lnTo>
                  <a:pt x="38100" y="133350"/>
                </a:lnTo>
                <a:lnTo>
                  <a:pt x="38100" y="161925"/>
                </a:lnTo>
                <a:lnTo>
                  <a:pt x="28575" y="161925"/>
                </a:lnTo>
                <a:lnTo>
                  <a:pt x="28575" y="209550"/>
                </a:lnTo>
                <a:lnTo>
                  <a:pt x="19050" y="209550"/>
                </a:lnTo>
                <a:lnTo>
                  <a:pt x="19050" y="247650"/>
                </a:lnTo>
                <a:lnTo>
                  <a:pt x="9525" y="247650"/>
                </a:lnTo>
                <a:lnTo>
                  <a:pt x="9525" y="285750"/>
                </a:lnTo>
                <a:lnTo>
                  <a:pt x="0" y="285750"/>
                </a:lnTo>
                <a:lnTo>
                  <a:pt x="0" y="335280"/>
                </a:lnTo>
                <a:lnTo>
                  <a:pt x="20955" y="335280"/>
                </a:lnTo>
                <a:lnTo>
                  <a:pt x="20955" y="329287"/>
                </a:lnTo>
                <a:lnTo>
                  <a:pt x="40005" y="338812"/>
                </a:lnTo>
                <a:lnTo>
                  <a:pt x="40005" y="325755"/>
                </a:lnTo>
                <a:lnTo>
                  <a:pt x="49530" y="325755"/>
                </a:lnTo>
                <a:lnTo>
                  <a:pt x="49530" y="304522"/>
                </a:lnTo>
                <a:lnTo>
                  <a:pt x="68580" y="294997"/>
                </a:lnTo>
                <a:close/>
              </a:path>
            </a:pathLst>
          </a:custGeom>
          <a:solidFill xmlns:a="http://schemas.openxmlformats.org/drawingml/2006/main">
            <a:srgbClr val="388894"/>
          </a:solidFill>
          <a:ln xmlns:a="http://schemas.openxmlformats.org/drawingml/2006/main" w="0">
            <a:noFill/>
          </a:ln>
        </p:spPr>
      </p:sp>
      <p:sp>
        <p:nvSpPr>
          <p:cNvPr id="202" name="Projected surface region 121">
            <a:extLst xmlns:a="http://schemas.openxmlformats.org/drawingml/2006/main">
              <a:ext uri="{FF2B5EF4-FFF2-40B4-BE49-F238E27FC236}">
                <a16:creationId xmlns:a16="http://schemas.microsoft.com/office/drawing/2014/main" id="{FC2FB625-7F99-4535-8BDE-702D7CC7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632710"/>
            <a:ext cx="135255" cy="573405"/>
          </a:xfrm>
          <a:custGeom xmlns:a="http://schemas.openxmlformats.org/drawingml/2006/main">
            <a:pathLst>
              <a:path w="135255" h="573405">
                <a:moveTo>
                  <a:pt x="9525" y="381000"/>
                </a:moveTo>
                <a:lnTo>
                  <a:pt x="0" y="381000"/>
                </a:lnTo>
                <a:lnTo>
                  <a:pt x="0" y="421005"/>
                </a:lnTo>
                <a:lnTo>
                  <a:pt x="19050" y="421005"/>
                </a:lnTo>
                <a:lnTo>
                  <a:pt x="20955" y="421005"/>
                </a:lnTo>
                <a:lnTo>
                  <a:pt x="28575" y="421005"/>
                </a:lnTo>
                <a:lnTo>
                  <a:pt x="28575" y="437872"/>
                </a:lnTo>
                <a:lnTo>
                  <a:pt x="47625" y="447397"/>
                </a:lnTo>
                <a:lnTo>
                  <a:pt x="47625" y="475972"/>
                </a:lnTo>
                <a:lnTo>
                  <a:pt x="66675" y="485497"/>
                </a:lnTo>
                <a:lnTo>
                  <a:pt x="66675" y="516255"/>
                </a:lnTo>
                <a:lnTo>
                  <a:pt x="76200" y="516255"/>
                </a:lnTo>
                <a:lnTo>
                  <a:pt x="76200" y="535305"/>
                </a:lnTo>
                <a:lnTo>
                  <a:pt x="85725" y="535305"/>
                </a:lnTo>
                <a:lnTo>
                  <a:pt x="85725" y="554355"/>
                </a:lnTo>
                <a:lnTo>
                  <a:pt x="95250" y="554355"/>
                </a:lnTo>
                <a:lnTo>
                  <a:pt x="95250" y="573405"/>
                </a:lnTo>
                <a:lnTo>
                  <a:pt x="116205" y="573405"/>
                </a:lnTo>
                <a:lnTo>
                  <a:pt x="116205" y="390525"/>
                </a:lnTo>
                <a:lnTo>
                  <a:pt x="68580" y="390525"/>
                </a:lnTo>
                <a:lnTo>
                  <a:pt x="68580" y="382905"/>
                </a:lnTo>
                <a:lnTo>
                  <a:pt x="116205" y="382905"/>
                </a:lnTo>
                <a:lnTo>
                  <a:pt x="116205" y="240030"/>
                </a:lnTo>
                <a:lnTo>
                  <a:pt x="125730" y="240030"/>
                </a:lnTo>
                <a:lnTo>
                  <a:pt x="125730" y="144780"/>
                </a:lnTo>
                <a:lnTo>
                  <a:pt x="135255" y="144780"/>
                </a:lnTo>
                <a:lnTo>
                  <a:pt x="135255" y="95250"/>
                </a:lnTo>
                <a:lnTo>
                  <a:pt x="125730" y="95250"/>
                </a:lnTo>
                <a:lnTo>
                  <a:pt x="125730" y="66675"/>
                </a:lnTo>
                <a:lnTo>
                  <a:pt x="116205" y="66675"/>
                </a:lnTo>
                <a:lnTo>
                  <a:pt x="116205" y="28575"/>
                </a:lnTo>
                <a:lnTo>
                  <a:pt x="106680" y="28575"/>
                </a:lnTo>
                <a:lnTo>
                  <a:pt x="106680" y="0"/>
                </a:lnTo>
                <a:lnTo>
                  <a:pt x="76200" y="0"/>
                </a:lnTo>
                <a:lnTo>
                  <a:pt x="76200" y="47625"/>
                </a:lnTo>
                <a:lnTo>
                  <a:pt x="66675" y="47625"/>
                </a:lnTo>
                <a:lnTo>
                  <a:pt x="66675" y="104775"/>
                </a:lnTo>
                <a:lnTo>
                  <a:pt x="57150" y="104775"/>
                </a:lnTo>
                <a:lnTo>
                  <a:pt x="57150" y="152400"/>
                </a:lnTo>
                <a:lnTo>
                  <a:pt x="47625" y="152400"/>
                </a:lnTo>
                <a:lnTo>
                  <a:pt x="47625" y="209550"/>
                </a:lnTo>
                <a:lnTo>
                  <a:pt x="38100" y="209550"/>
                </a:lnTo>
                <a:lnTo>
                  <a:pt x="38100" y="276225"/>
                </a:lnTo>
                <a:lnTo>
                  <a:pt x="28575" y="276225"/>
                </a:lnTo>
                <a:lnTo>
                  <a:pt x="28575" y="314325"/>
                </a:lnTo>
                <a:lnTo>
                  <a:pt x="19050" y="314325"/>
                </a:lnTo>
                <a:lnTo>
                  <a:pt x="19050" y="361950"/>
                </a:lnTo>
                <a:lnTo>
                  <a:pt x="9525" y="361950"/>
                </a:lnTo>
                <a:lnTo>
                  <a:pt x="9525" y="381000"/>
                </a:lnTo>
                <a:close/>
              </a:path>
            </a:pathLst>
          </a:custGeom>
          <a:solidFill xmlns:a="http://schemas.openxmlformats.org/drawingml/2006/main">
            <a:srgbClr val="388894"/>
          </a:solidFill>
          <a:ln xmlns:a="http://schemas.openxmlformats.org/drawingml/2006/main" w="0">
            <a:noFill/>
          </a:ln>
        </p:spPr>
      </p:sp>
      <p:sp>
        <p:nvSpPr>
          <p:cNvPr id="203" name="Projected surface region 122">
            <a:extLst xmlns:a="http://schemas.openxmlformats.org/drawingml/2006/main">
              <a:ext uri="{FF2B5EF4-FFF2-40B4-BE49-F238E27FC236}">
                <a16:creationId xmlns:a16="http://schemas.microsoft.com/office/drawing/2014/main" id="{F6E455E1-70F2-4198-A6ED-960791DF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004185"/>
            <a:ext cx="78105" cy="144780"/>
          </a:xfrm>
          <a:custGeom xmlns:a="http://schemas.openxmlformats.org/drawingml/2006/main">
            <a:pathLst>
              <a:path w="78105" h="144780">
                <a:moveTo>
                  <a:pt x="0" y="144780"/>
                </a:moveTo>
                <a:lnTo>
                  <a:pt x="20955" y="144780"/>
                </a:lnTo>
                <a:lnTo>
                  <a:pt x="20955" y="135255"/>
                </a:lnTo>
                <a:lnTo>
                  <a:pt x="30480" y="135255"/>
                </a:lnTo>
                <a:lnTo>
                  <a:pt x="30480" y="125730"/>
                </a:lnTo>
                <a:lnTo>
                  <a:pt x="40005" y="125730"/>
                </a:lnTo>
                <a:lnTo>
                  <a:pt x="40005" y="116205"/>
                </a:lnTo>
                <a:lnTo>
                  <a:pt x="49530" y="116205"/>
                </a:lnTo>
                <a:lnTo>
                  <a:pt x="49530" y="106680"/>
                </a:lnTo>
                <a:lnTo>
                  <a:pt x="59055" y="106680"/>
                </a:lnTo>
                <a:lnTo>
                  <a:pt x="59055" y="94972"/>
                </a:lnTo>
                <a:lnTo>
                  <a:pt x="78105" y="85447"/>
                </a:lnTo>
                <a:lnTo>
                  <a:pt x="78105" y="57150"/>
                </a:lnTo>
                <a:lnTo>
                  <a:pt x="68580" y="57150"/>
                </a:lnTo>
                <a:lnTo>
                  <a:pt x="68580" y="0"/>
                </a:lnTo>
                <a:lnTo>
                  <a:pt x="47625" y="0"/>
                </a:lnTo>
                <a:lnTo>
                  <a:pt x="47625" y="19050"/>
                </a:lnTo>
                <a:lnTo>
                  <a:pt x="0" y="19050"/>
                </a:lnTo>
                <a:lnTo>
                  <a:pt x="0" y="144780"/>
                </a:lnTo>
                <a:close/>
              </a:path>
            </a:pathLst>
          </a:custGeom>
          <a:solidFill xmlns:a="http://schemas.openxmlformats.org/drawingml/2006/main">
            <a:srgbClr val="388894"/>
          </a:solidFill>
          <a:ln xmlns:a="http://schemas.openxmlformats.org/drawingml/2006/main" w="0">
            <a:noFill/>
          </a:ln>
        </p:spPr>
      </p:sp>
      <p:sp>
        <p:nvSpPr>
          <p:cNvPr id="204" name="Projected surface region 123">
            <a:extLst xmlns:a="http://schemas.openxmlformats.org/drawingml/2006/main">
              <a:ext uri="{FF2B5EF4-FFF2-40B4-BE49-F238E27FC236}">
                <a16:creationId xmlns:a16="http://schemas.microsoft.com/office/drawing/2014/main" id="{22FD50F4-B220-4DB0-9572-AAD60F10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935" y="2661285"/>
            <a:ext cx="106680" cy="335280"/>
          </a:xfrm>
          <a:custGeom xmlns:a="http://schemas.openxmlformats.org/drawingml/2006/main">
            <a:pathLst>
              <a:path w="106680" h="335280">
                <a:moveTo>
                  <a:pt x="87630" y="0"/>
                </a:moveTo>
                <a:lnTo>
                  <a:pt x="66675" y="0"/>
                </a:lnTo>
                <a:lnTo>
                  <a:pt x="66675" y="19050"/>
                </a:lnTo>
                <a:lnTo>
                  <a:pt x="57150" y="19050"/>
                </a:lnTo>
                <a:lnTo>
                  <a:pt x="57150" y="57150"/>
                </a:lnTo>
                <a:lnTo>
                  <a:pt x="47625" y="57150"/>
                </a:lnTo>
                <a:lnTo>
                  <a:pt x="47625" y="95250"/>
                </a:lnTo>
                <a:lnTo>
                  <a:pt x="38100" y="95250"/>
                </a:lnTo>
                <a:lnTo>
                  <a:pt x="38100" y="142875"/>
                </a:lnTo>
                <a:lnTo>
                  <a:pt x="28575" y="142875"/>
                </a:lnTo>
                <a:lnTo>
                  <a:pt x="28575" y="180975"/>
                </a:lnTo>
                <a:lnTo>
                  <a:pt x="19050" y="180975"/>
                </a:lnTo>
                <a:lnTo>
                  <a:pt x="19050" y="228600"/>
                </a:lnTo>
                <a:lnTo>
                  <a:pt x="9525" y="228600"/>
                </a:lnTo>
                <a:lnTo>
                  <a:pt x="9525" y="276225"/>
                </a:lnTo>
                <a:lnTo>
                  <a:pt x="0" y="276225"/>
                </a:lnTo>
                <a:lnTo>
                  <a:pt x="0" y="306705"/>
                </a:lnTo>
                <a:lnTo>
                  <a:pt x="9525" y="306705"/>
                </a:lnTo>
                <a:lnTo>
                  <a:pt x="9525" y="335280"/>
                </a:lnTo>
                <a:lnTo>
                  <a:pt x="30480" y="335280"/>
                </a:lnTo>
                <a:lnTo>
                  <a:pt x="30480" y="323572"/>
                </a:lnTo>
                <a:lnTo>
                  <a:pt x="49530" y="314047"/>
                </a:lnTo>
                <a:lnTo>
                  <a:pt x="49530" y="278130"/>
                </a:lnTo>
                <a:lnTo>
                  <a:pt x="59055" y="278130"/>
                </a:lnTo>
                <a:lnTo>
                  <a:pt x="59055" y="240030"/>
                </a:lnTo>
                <a:lnTo>
                  <a:pt x="68580" y="240030"/>
                </a:lnTo>
                <a:lnTo>
                  <a:pt x="68580" y="211455"/>
                </a:lnTo>
                <a:lnTo>
                  <a:pt x="78105" y="211455"/>
                </a:lnTo>
                <a:lnTo>
                  <a:pt x="78105" y="173355"/>
                </a:lnTo>
                <a:lnTo>
                  <a:pt x="87630" y="173355"/>
                </a:lnTo>
                <a:lnTo>
                  <a:pt x="87630" y="142597"/>
                </a:lnTo>
                <a:lnTo>
                  <a:pt x="106680" y="133072"/>
                </a:lnTo>
                <a:lnTo>
                  <a:pt x="106680" y="104775"/>
                </a:lnTo>
                <a:lnTo>
                  <a:pt x="97155" y="104775"/>
                </a:lnTo>
                <a:lnTo>
                  <a:pt x="97155" y="57150"/>
                </a:lnTo>
                <a:lnTo>
                  <a:pt x="87630" y="57150"/>
                </a:lnTo>
                <a:lnTo>
                  <a:pt x="87630" y="0"/>
                </a:lnTo>
                <a:close/>
              </a:path>
            </a:pathLst>
          </a:custGeom>
          <a:solidFill xmlns:a="http://schemas.openxmlformats.org/drawingml/2006/main">
            <a:srgbClr val="388894"/>
          </a:solidFill>
          <a:ln xmlns:a="http://schemas.openxmlformats.org/drawingml/2006/main" w="0">
            <a:noFill/>
          </a:ln>
        </p:spPr>
      </p:sp>
      <p:sp>
        <p:nvSpPr>
          <p:cNvPr id="205" name="Projected surface region 124">
            <a:extLst xmlns:a="http://schemas.openxmlformats.org/drawingml/2006/main">
              <a:ext uri="{FF2B5EF4-FFF2-40B4-BE49-F238E27FC236}">
                <a16:creationId xmlns:a16="http://schemas.microsoft.com/office/drawing/2014/main" id="{C564E12C-488A-4BE4-9224-508165E0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2813685"/>
            <a:ext cx="59055" cy="201930"/>
          </a:xfrm>
          <a:custGeom xmlns:a="http://schemas.openxmlformats.org/drawingml/2006/main">
            <a:pathLst>
              <a:path w="59055" h="201930">
                <a:moveTo>
                  <a:pt x="0" y="0"/>
                </a:moveTo>
                <a:lnTo>
                  <a:pt x="0" y="201930"/>
                </a:lnTo>
                <a:lnTo>
                  <a:pt x="59055" y="201930"/>
                </a:lnTo>
                <a:lnTo>
                  <a:pt x="59055" y="161925"/>
                </a:lnTo>
                <a:lnTo>
                  <a:pt x="49530" y="161925"/>
                </a:lnTo>
                <a:lnTo>
                  <a:pt x="49530" y="114300"/>
                </a:lnTo>
                <a:lnTo>
                  <a:pt x="40005" y="114300"/>
                </a:lnTo>
                <a:lnTo>
                  <a:pt x="40005" y="76200"/>
                </a:lnTo>
                <a:lnTo>
                  <a:pt x="30480" y="76200"/>
                </a:lnTo>
                <a:lnTo>
                  <a:pt x="30480" y="38100"/>
                </a:lnTo>
                <a:lnTo>
                  <a:pt x="20955" y="38100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8894"/>
          </a:solidFill>
          <a:ln xmlns:a="http://schemas.openxmlformats.org/drawingml/2006/main" w="0">
            <a:noFill/>
          </a:ln>
        </p:spPr>
      </p:sp>
      <p:sp>
        <p:nvSpPr>
          <p:cNvPr id="206" name="Projected surface region 125">
            <a:extLst xmlns:a="http://schemas.openxmlformats.org/drawingml/2006/main">
              <a:ext uri="{FF2B5EF4-FFF2-40B4-BE49-F238E27FC236}">
                <a16:creationId xmlns:a16="http://schemas.microsoft.com/office/drawing/2014/main" id="{F641BFC1-DD0D-406C-9522-98381CE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985" y="2699385"/>
            <a:ext cx="59055" cy="87630"/>
          </a:xfrm>
          <a:custGeom xmlns:a="http://schemas.openxmlformats.org/drawingml/2006/main">
            <a:pathLst>
              <a:path w="59055" h="87630">
                <a:moveTo>
                  <a:pt x="0" y="59055"/>
                </a:moveTo>
                <a:lnTo>
                  <a:pt x="19050" y="59055"/>
                </a:lnTo>
                <a:lnTo>
                  <a:pt x="19050" y="78105"/>
                </a:lnTo>
                <a:lnTo>
                  <a:pt x="28575" y="78105"/>
                </a:lnTo>
                <a:lnTo>
                  <a:pt x="28575" y="87630"/>
                </a:lnTo>
                <a:lnTo>
                  <a:pt x="59055" y="87630"/>
                </a:lnTo>
                <a:lnTo>
                  <a:pt x="59055" y="47625"/>
                </a:lnTo>
                <a:lnTo>
                  <a:pt x="49530" y="47625"/>
                </a:lnTo>
                <a:lnTo>
                  <a:pt x="49530" y="0"/>
                </a:lnTo>
                <a:lnTo>
                  <a:pt x="19050" y="0"/>
                </a:lnTo>
                <a:lnTo>
                  <a:pt x="19050" y="9525"/>
                </a:lnTo>
                <a:lnTo>
                  <a:pt x="9525" y="9525"/>
                </a:lnTo>
                <a:lnTo>
                  <a:pt x="9525" y="28575"/>
                </a:lnTo>
                <a:lnTo>
                  <a:pt x="0" y="28575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388894"/>
          </a:solidFill>
          <a:ln xmlns:a="http://schemas.openxmlformats.org/drawingml/2006/main" w="0">
            <a:noFill/>
          </a:ln>
        </p:spPr>
      </p:sp>
      <p:sp>
        <p:nvSpPr>
          <p:cNvPr id="207" name="Projected surface region 126">
            <a:extLst xmlns:a="http://schemas.openxmlformats.org/drawingml/2006/main">
              <a:ext uri="{FF2B5EF4-FFF2-40B4-BE49-F238E27FC236}">
                <a16:creationId xmlns:a16="http://schemas.microsoft.com/office/drawing/2014/main" id="{F0992DD7-6E4E-45C7-9D9D-3FE18EA5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772053"/>
            <a:ext cx="411480" cy="424537"/>
          </a:xfrm>
          <a:custGeom xmlns:a="http://schemas.openxmlformats.org/drawingml/2006/main">
            <a:pathLst>
              <a:path w="411480" h="424537">
                <a:moveTo>
                  <a:pt x="209550" y="34012"/>
                </a:moveTo>
                <a:lnTo>
                  <a:pt x="209550" y="53062"/>
                </a:lnTo>
                <a:lnTo>
                  <a:pt x="219075" y="53062"/>
                </a:lnTo>
                <a:lnTo>
                  <a:pt x="219075" y="81637"/>
                </a:lnTo>
                <a:lnTo>
                  <a:pt x="228600" y="81637"/>
                </a:lnTo>
                <a:lnTo>
                  <a:pt x="228600" y="100687"/>
                </a:lnTo>
                <a:lnTo>
                  <a:pt x="238125" y="100687"/>
                </a:lnTo>
                <a:lnTo>
                  <a:pt x="238125" y="119737"/>
                </a:lnTo>
                <a:lnTo>
                  <a:pt x="247650" y="119737"/>
                </a:lnTo>
                <a:lnTo>
                  <a:pt x="247650" y="148312"/>
                </a:lnTo>
                <a:lnTo>
                  <a:pt x="257175" y="148312"/>
                </a:lnTo>
                <a:lnTo>
                  <a:pt x="257175" y="167362"/>
                </a:lnTo>
                <a:lnTo>
                  <a:pt x="266700" y="167362"/>
                </a:lnTo>
                <a:lnTo>
                  <a:pt x="266700" y="195937"/>
                </a:lnTo>
                <a:lnTo>
                  <a:pt x="276225" y="195937"/>
                </a:lnTo>
                <a:lnTo>
                  <a:pt x="276225" y="222607"/>
                </a:lnTo>
                <a:lnTo>
                  <a:pt x="266700" y="222607"/>
                </a:lnTo>
                <a:lnTo>
                  <a:pt x="266700" y="232132"/>
                </a:lnTo>
                <a:lnTo>
                  <a:pt x="247650" y="232132"/>
                </a:lnTo>
                <a:lnTo>
                  <a:pt x="247650" y="241657"/>
                </a:lnTo>
                <a:lnTo>
                  <a:pt x="211455" y="241657"/>
                </a:lnTo>
                <a:lnTo>
                  <a:pt x="211455" y="232132"/>
                </a:lnTo>
                <a:lnTo>
                  <a:pt x="201930" y="232132"/>
                </a:lnTo>
                <a:lnTo>
                  <a:pt x="201930" y="213082"/>
                </a:lnTo>
                <a:lnTo>
                  <a:pt x="192405" y="213082"/>
                </a:lnTo>
                <a:lnTo>
                  <a:pt x="192405" y="194032"/>
                </a:lnTo>
                <a:lnTo>
                  <a:pt x="182880" y="194032"/>
                </a:lnTo>
                <a:lnTo>
                  <a:pt x="182880" y="174982"/>
                </a:lnTo>
                <a:lnTo>
                  <a:pt x="173355" y="174982"/>
                </a:lnTo>
                <a:lnTo>
                  <a:pt x="173355" y="155932"/>
                </a:lnTo>
                <a:lnTo>
                  <a:pt x="163830" y="155932"/>
                </a:lnTo>
                <a:lnTo>
                  <a:pt x="163830" y="136882"/>
                </a:lnTo>
                <a:lnTo>
                  <a:pt x="154305" y="136882"/>
                </a:lnTo>
                <a:lnTo>
                  <a:pt x="154305" y="117832"/>
                </a:lnTo>
                <a:lnTo>
                  <a:pt x="144780" y="117832"/>
                </a:lnTo>
                <a:lnTo>
                  <a:pt x="144780" y="100965"/>
                </a:lnTo>
                <a:lnTo>
                  <a:pt x="125730" y="91440"/>
                </a:lnTo>
                <a:lnTo>
                  <a:pt x="125730" y="60682"/>
                </a:lnTo>
                <a:lnTo>
                  <a:pt x="116205" y="60682"/>
                </a:lnTo>
                <a:lnTo>
                  <a:pt x="116205" y="41632"/>
                </a:lnTo>
                <a:lnTo>
                  <a:pt x="106680" y="41632"/>
                </a:lnTo>
                <a:lnTo>
                  <a:pt x="106680" y="32107"/>
                </a:lnTo>
                <a:lnTo>
                  <a:pt x="76200" y="32107"/>
                </a:lnTo>
                <a:lnTo>
                  <a:pt x="76200" y="53340"/>
                </a:lnTo>
                <a:lnTo>
                  <a:pt x="57150" y="62865"/>
                </a:lnTo>
                <a:lnTo>
                  <a:pt x="57150" y="79732"/>
                </a:lnTo>
                <a:lnTo>
                  <a:pt x="47625" y="79732"/>
                </a:lnTo>
                <a:lnTo>
                  <a:pt x="47625" y="89257"/>
                </a:lnTo>
                <a:lnTo>
                  <a:pt x="38100" y="89257"/>
                </a:lnTo>
                <a:lnTo>
                  <a:pt x="38100" y="100965"/>
                </a:lnTo>
                <a:lnTo>
                  <a:pt x="19050" y="110490"/>
                </a:lnTo>
                <a:lnTo>
                  <a:pt x="19050" y="127357"/>
                </a:lnTo>
                <a:lnTo>
                  <a:pt x="9525" y="127357"/>
                </a:lnTo>
                <a:lnTo>
                  <a:pt x="9525" y="146407"/>
                </a:lnTo>
                <a:lnTo>
                  <a:pt x="0" y="146407"/>
                </a:lnTo>
                <a:lnTo>
                  <a:pt x="0" y="176887"/>
                </a:lnTo>
                <a:lnTo>
                  <a:pt x="9525" y="176887"/>
                </a:lnTo>
                <a:lnTo>
                  <a:pt x="9525" y="186412"/>
                </a:lnTo>
                <a:lnTo>
                  <a:pt x="19050" y="186412"/>
                </a:lnTo>
                <a:lnTo>
                  <a:pt x="19050" y="193754"/>
                </a:lnTo>
                <a:lnTo>
                  <a:pt x="38100" y="203279"/>
                </a:lnTo>
                <a:lnTo>
                  <a:pt x="38100" y="224512"/>
                </a:lnTo>
                <a:lnTo>
                  <a:pt x="47625" y="224512"/>
                </a:lnTo>
                <a:lnTo>
                  <a:pt x="47625" y="234037"/>
                </a:lnTo>
                <a:lnTo>
                  <a:pt x="57150" y="234037"/>
                </a:lnTo>
                <a:lnTo>
                  <a:pt x="57150" y="241379"/>
                </a:lnTo>
                <a:lnTo>
                  <a:pt x="76200" y="250904"/>
                </a:lnTo>
                <a:lnTo>
                  <a:pt x="76200" y="279479"/>
                </a:lnTo>
                <a:lnTo>
                  <a:pt x="95250" y="289004"/>
                </a:lnTo>
                <a:lnTo>
                  <a:pt x="95250" y="308054"/>
                </a:lnTo>
                <a:lnTo>
                  <a:pt x="114300" y="317579"/>
                </a:lnTo>
                <a:lnTo>
                  <a:pt x="114300" y="338812"/>
                </a:lnTo>
                <a:lnTo>
                  <a:pt x="123825" y="338812"/>
                </a:lnTo>
                <a:lnTo>
                  <a:pt x="123825" y="348337"/>
                </a:lnTo>
                <a:lnTo>
                  <a:pt x="144780" y="348337"/>
                </a:lnTo>
                <a:lnTo>
                  <a:pt x="144780" y="336629"/>
                </a:lnTo>
                <a:lnTo>
                  <a:pt x="163830" y="327104"/>
                </a:lnTo>
                <a:lnTo>
                  <a:pt x="163830" y="310237"/>
                </a:lnTo>
                <a:lnTo>
                  <a:pt x="173355" y="310237"/>
                </a:lnTo>
                <a:lnTo>
                  <a:pt x="173355" y="300712"/>
                </a:lnTo>
                <a:lnTo>
                  <a:pt x="192405" y="300712"/>
                </a:lnTo>
                <a:lnTo>
                  <a:pt x="192405" y="291187"/>
                </a:lnTo>
                <a:lnTo>
                  <a:pt x="199747" y="291187"/>
                </a:lnTo>
                <a:lnTo>
                  <a:pt x="209272" y="272137"/>
                </a:lnTo>
                <a:lnTo>
                  <a:pt x="266700" y="272137"/>
                </a:lnTo>
                <a:lnTo>
                  <a:pt x="266700" y="281662"/>
                </a:lnTo>
                <a:lnTo>
                  <a:pt x="285750" y="281662"/>
                </a:lnTo>
                <a:lnTo>
                  <a:pt x="285750" y="291187"/>
                </a:lnTo>
                <a:lnTo>
                  <a:pt x="297458" y="291187"/>
                </a:lnTo>
                <a:lnTo>
                  <a:pt x="306983" y="310237"/>
                </a:lnTo>
                <a:lnTo>
                  <a:pt x="323850" y="310237"/>
                </a:lnTo>
                <a:lnTo>
                  <a:pt x="323850" y="319762"/>
                </a:lnTo>
                <a:lnTo>
                  <a:pt x="333375" y="319762"/>
                </a:lnTo>
                <a:lnTo>
                  <a:pt x="333375" y="336629"/>
                </a:lnTo>
                <a:lnTo>
                  <a:pt x="352425" y="346154"/>
                </a:lnTo>
                <a:lnTo>
                  <a:pt x="352425" y="365204"/>
                </a:lnTo>
                <a:lnTo>
                  <a:pt x="371475" y="374729"/>
                </a:lnTo>
                <a:lnTo>
                  <a:pt x="371475" y="395962"/>
                </a:lnTo>
                <a:lnTo>
                  <a:pt x="381000" y="395962"/>
                </a:lnTo>
                <a:lnTo>
                  <a:pt x="381000" y="405487"/>
                </a:lnTo>
                <a:lnTo>
                  <a:pt x="390525" y="405487"/>
                </a:lnTo>
                <a:lnTo>
                  <a:pt x="390525" y="424537"/>
                </a:lnTo>
                <a:lnTo>
                  <a:pt x="411480" y="424537"/>
                </a:lnTo>
                <a:lnTo>
                  <a:pt x="411480" y="384532"/>
                </a:lnTo>
                <a:lnTo>
                  <a:pt x="401955" y="384532"/>
                </a:lnTo>
                <a:lnTo>
                  <a:pt x="401955" y="346432"/>
                </a:lnTo>
                <a:lnTo>
                  <a:pt x="392430" y="346432"/>
                </a:lnTo>
                <a:lnTo>
                  <a:pt x="392430" y="327382"/>
                </a:lnTo>
                <a:lnTo>
                  <a:pt x="382905" y="327382"/>
                </a:lnTo>
                <a:lnTo>
                  <a:pt x="382905" y="298807"/>
                </a:lnTo>
                <a:lnTo>
                  <a:pt x="373380" y="298807"/>
                </a:lnTo>
                <a:lnTo>
                  <a:pt x="373380" y="270232"/>
                </a:lnTo>
                <a:lnTo>
                  <a:pt x="363855" y="270232"/>
                </a:lnTo>
                <a:lnTo>
                  <a:pt x="363855" y="251182"/>
                </a:lnTo>
                <a:lnTo>
                  <a:pt x="354330" y="251182"/>
                </a:lnTo>
                <a:lnTo>
                  <a:pt x="354330" y="214987"/>
                </a:lnTo>
                <a:lnTo>
                  <a:pt x="363855" y="214987"/>
                </a:lnTo>
                <a:lnTo>
                  <a:pt x="363855" y="186690"/>
                </a:lnTo>
                <a:lnTo>
                  <a:pt x="344805" y="177165"/>
                </a:lnTo>
                <a:lnTo>
                  <a:pt x="344805" y="155932"/>
                </a:lnTo>
                <a:lnTo>
                  <a:pt x="335280" y="155932"/>
                </a:lnTo>
                <a:lnTo>
                  <a:pt x="335280" y="136882"/>
                </a:lnTo>
                <a:lnTo>
                  <a:pt x="325755" y="136882"/>
                </a:lnTo>
                <a:lnTo>
                  <a:pt x="325755" y="127357"/>
                </a:lnTo>
                <a:lnTo>
                  <a:pt x="316230" y="127357"/>
                </a:lnTo>
                <a:lnTo>
                  <a:pt x="316230" y="120015"/>
                </a:lnTo>
                <a:lnTo>
                  <a:pt x="297180" y="110490"/>
                </a:lnTo>
                <a:lnTo>
                  <a:pt x="297180" y="91440"/>
                </a:lnTo>
                <a:lnTo>
                  <a:pt x="278130" y="81915"/>
                </a:lnTo>
                <a:lnTo>
                  <a:pt x="278130" y="60682"/>
                </a:lnTo>
                <a:lnTo>
                  <a:pt x="268605" y="60682"/>
                </a:lnTo>
                <a:lnTo>
                  <a:pt x="268605" y="51157"/>
                </a:lnTo>
                <a:lnTo>
                  <a:pt x="259080" y="51157"/>
                </a:lnTo>
                <a:lnTo>
                  <a:pt x="259080" y="41632"/>
                </a:lnTo>
                <a:lnTo>
                  <a:pt x="249555" y="41632"/>
                </a:lnTo>
                <a:lnTo>
                  <a:pt x="249555" y="32107"/>
                </a:lnTo>
                <a:lnTo>
                  <a:pt x="240030" y="32107"/>
                </a:lnTo>
                <a:lnTo>
                  <a:pt x="240030" y="22582"/>
                </a:lnTo>
                <a:lnTo>
                  <a:pt x="230505" y="22582"/>
                </a:lnTo>
                <a:lnTo>
                  <a:pt x="230505" y="15240"/>
                </a:lnTo>
                <a:lnTo>
                  <a:pt x="200025" y="0"/>
                </a:lnTo>
                <a:lnTo>
                  <a:pt x="200025" y="34012"/>
                </a:lnTo>
                <a:lnTo>
                  <a:pt x="209550" y="34012"/>
                </a:lnTo>
                <a:close/>
              </a:path>
            </a:pathLst>
          </a:custGeom>
          <a:solidFill xmlns:a="http://schemas.openxmlformats.org/drawingml/2006/main">
            <a:srgbClr val="388894"/>
          </a:solidFill>
          <a:ln xmlns:a="http://schemas.openxmlformats.org/drawingml/2006/main" w="0">
            <a:noFill/>
          </a:ln>
        </p:spPr>
      </p:sp>
      <p:sp>
        <p:nvSpPr>
          <p:cNvPr id="208" name="Projected surface region 127">
            <a:extLst xmlns:a="http://schemas.openxmlformats.org/drawingml/2006/main">
              <a:ext uri="{FF2B5EF4-FFF2-40B4-BE49-F238E27FC236}">
                <a16:creationId xmlns:a16="http://schemas.microsoft.com/office/drawing/2014/main" id="{C1E2C5A4-E5FD-4D38-BFCC-7CA80DF4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210" y="1261110"/>
            <a:ext cx="154305" cy="497205"/>
          </a:xfrm>
          <a:custGeom xmlns:a="http://schemas.openxmlformats.org/drawingml/2006/main">
            <a:pathLst>
              <a:path w="154305" h="497205">
                <a:moveTo>
                  <a:pt x="9525" y="361950"/>
                </a:moveTo>
                <a:lnTo>
                  <a:pt x="0" y="361950"/>
                </a:lnTo>
                <a:lnTo>
                  <a:pt x="0" y="392430"/>
                </a:lnTo>
                <a:lnTo>
                  <a:pt x="9525" y="392430"/>
                </a:lnTo>
                <a:lnTo>
                  <a:pt x="9525" y="421005"/>
                </a:lnTo>
                <a:lnTo>
                  <a:pt x="19050" y="421005"/>
                </a:lnTo>
                <a:lnTo>
                  <a:pt x="19050" y="459105"/>
                </a:lnTo>
                <a:lnTo>
                  <a:pt x="28575" y="459105"/>
                </a:lnTo>
                <a:lnTo>
                  <a:pt x="28575" y="497205"/>
                </a:lnTo>
                <a:lnTo>
                  <a:pt x="59055" y="497205"/>
                </a:lnTo>
                <a:lnTo>
                  <a:pt x="59055" y="449580"/>
                </a:lnTo>
                <a:lnTo>
                  <a:pt x="68580" y="449580"/>
                </a:lnTo>
                <a:lnTo>
                  <a:pt x="68580" y="401955"/>
                </a:lnTo>
                <a:lnTo>
                  <a:pt x="78105" y="401955"/>
                </a:lnTo>
                <a:lnTo>
                  <a:pt x="78105" y="335280"/>
                </a:lnTo>
                <a:lnTo>
                  <a:pt x="87630" y="335280"/>
                </a:lnTo>
                <a:lnTo>
                  <a:pt x="87630" y="297180"/>
                </a:lnTo>
                <a:lnTo>
                  <a:pt x="97155" y="297180"/>
                </a:lnTo>
                <a:lnTo>
                  <a:pt x="97155" y="268605"/>
                </a:lnTo>
                <a:lnTo>
                  <a:pt x="106680" y="268605"/>
                </a:lnTo>
                <a:lnTo>
                  <a:pt x="106680" y="240030"/>
                </a:lnTo>
                <a:lnTo>
                  <a:pt x="116205" y="240030"/>
                </a:lnTo>
                <a:lnTo>
                  <a:pt x="116205" y="211455"/>
                </a:lnTo>
                <a:lnTo>
                  <a:pt x="125730" y="211455"/>
                </a:lnTo>
                <a:lnTo>
                  <a:pt x="125730" y="182880"/>
                </a:lnTo>
                <a:lnTo>
                  <a:pt x="135255" y="182880"/>
                </a:lnTo>
                <a:lnTo>
                  <a:pt x="135255" y="144780"/>
                </a:lnTo>
                <a:lnTo>
                  <a:pt x="144780" y="144780"/>
                </a:lnTo>
                <a:lnTo>
                  <a:pt x="144780" y="125730"/>
                </a:lnTo>
                <a:lnTo>
                  <a:pt x="154305" y="125730"/>
                </a:lnTo>
                <a:lnTo>
                  <a:pt x="154305" y="104775"/>
                </a:lnTo>
                <a:lnTo>
                  <a:pt x="144780" y="104775"/>
                </a:lnTo>
                <a:lnTo>
                  <a:pt x="144780" y="66675"/>
                </a:lnTo>
                <a:lnTo>
                  <a:pt x="135255" y="66675"/>
                </a:lnTo>
                <a:lnTo>
                  <a:pt x="135255" y="28575"/>
                </a:lnTo>
                <a:lnTo>
                  <a:pt x="125730" y="28575"/>
                </a:lnTo>
                <a:lnTo>
                  <a:pt x="125730" y="0"/>
                </a:lnTo>
                <a:lnTo>
                  <a:pt x="104775" y="0"/>
                </a:lnTo>
                <a:lnTo>
                  <a:pt x="104775" y="19050"/>
                </a:lnTo>
                <a:lnTo>
                  <a:pt x="95250" y="19050"/>
                </a:lnTo>
                <a:lnTo>
                  <a:pt x="95250" y="47625"/>
                </a:lnTo>
                <a:lnTo>
                  <a:pt x="85725" y="47625"/>
                </a:lnTo>
                <a:lnTo>
                  <a:pt x="85725" y="66675"/>
                </a:lnTo>
                <a:lnTo>
                  <a:pt x="76200" y="66675"/>
                </a:lnTo>
                <a:lnTo>
                  <a:pt x="76200" y="85725"/>
                </a:lnTo>
                <a:lnTo>
                  <a:pt x="66675" y="85725"/>
                </a:lnTo>
                <a:lnTo>
                  <a:pt x="66675" y="114300"/>
                </a:lnTo>
                <a:lnTo>
                  <a:pt x="57150" y="114300"/>
                </a:lnTo>
                <a:lnTo>
                  <a:pt x="57150" y="161925"/>
                </a:lnTo>
                <a:lnTo>
                  <a:pt x="47625" y="161925"/>
                </a:lnTo>
                <a:lnTo>
                  <a:pt x="47625" y="200025"/>
                </a:lnTo>
                <a:lnTo>
                  <a:pt x="38100" y="200025"/>
                </a:lnTo>
                <a:lnTo>
                  <a:pt x="38100" y="247650"/>
                </a:lnTo>
                <a:lnTo>
                  <a:pt x="28575" y="247650"/>
                </a:lnTo>
                <a:lnTo>
                  <a:pt x="28575" y="295275"/>
                </a:lnTo>
                <a:lnTo>
                  <a:pt x="19050" y="295275"/>
                </a:lnTo>
                <a:lnTo>
                  <a:pt x="19050" y="333375"/>
                </a:lnTo>
                <a:lnTo>
                  <a:pt x="9525" y="333375"/>
                </a:lnTo>
                <a:lnTo>
                  <a:pt x="9525" y="361950"/>
                </a:lnTo>
                <a:close/>
              </a:path>
            </a:pathLst>
          </a:custGeom>
          <a:solidFill xmlns:a="http://schemas.openxmlformats.org/drawingml/2006/main">
            <a:srgbClr val="CDE031"/>
          </a:solidFill>
          <a:ln xmlns:a="http://schemas.openxmlformats.org/drawingml/2006/main" w="0">
            <a:noFill/>
          </a:ln>
        </p:spPr>
      </p:sp>
      <p:sp>
        <p:nvSpPr>
          <p:cNvPr id="209" name="Projected surface region 128">
            <a:extLst xmlns:a="http://schemas.openxmlformats.org/drawingml/2006/main">
              <a:ext uri="{FF2B5EF4-FFF2-40B4-BE49-F238E27FC236}">
                <a16:creationId xmlns:a16="http://schemas.microsoft.com/office/drawing/2014/main" id="{0F945F5A-DD9F-43BF-BD0A-0DA9420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010" y="2251710"/>
            <a:ext cx="230505" cy="687705"/>
          </a:xfrm>
          <a:custGeom xmlns:a="http://schemas.openxmlformats.org/drawingml/2006/main">
            <a:pathLst>
              <a:path w="230505" h="687705">
                <a:moveTo>
                  <a:pt x="9525" y="228600"/>
                </a:moveTo>
                <a:lnTo>
                  <a:pt x="9525" y="285750"/>
                </a:lnTo>
                <a:lnTo>
                  <a:pt x="0" y="285750"/>
                </a:lnTo>
                <a:lnTo>
                  <a:pt x="0" y="373380"/>
                </a:lnTo>
                <a:lnTo>
                  <a:pt x="9525" y="373380"/>
                </a:lnTo>
                <a:lnTo>
                  <a:pt x="9525" y="430530"/>
                </a:lnTo>
                <a:lnTo>
                  <a:pt x="19050" y="430530"/>
                </a:lnTo>
                <a:lnTo>
                  <a:pt x="19050" y="459105"/>
                </a:lnTo>
                <a:lnTo>
                  <a:pt x="28575" y="459105"/>
                </a:lnTo>
                <a:lnTo>
                  <a:pt x="28575" y="497205"/>
                </a:lnTo>
                <a:lnTo>
                  <a:pt x="49530" y="497205"/>
                </a:lnTo>
                <a:lnTo>
                  <a:pt x="49530" y="478155"/>
                </a:lnTo>
                <a:lnTo>
                  <a:pt x="59055" y="478155"/>
                </a:lnTo>
                <a:lnTo>
                  <a:pt x="59055" y="449580"/>
                </a:lnTo>
                <a:lnTo>
                  <a:pt x="68580" y="449580"/>
                </a:lnTo>
                <a:lnTo>
                  <a:pt x="68580" y="411480"/>
                </a:lnTo>
                <a:lnTo>
                  <a:pt x="76200" y="411480"/>
                </a:lnTo>
                <a:lnTo>
                  <a:pt x="76200" y="440055"/>
                </a:lnTo>
                <a:lnTo>
                  <a:pt x="85725" y="440055"/>
                </a:lnTo>
                <a:lnTo>
                  <a:pt x="85725" y="468630"/>
                </a:lnTo>
                <a:lnTo>
                  <a:pt x="95250" y="468630"/>
                </a:lnTo>
                <a:lnTo>
                  <a:pt x="95250" y="506730"/>
                </a:lnTo>
                <a:lnTo>
                  <a:pt x="104775" y="506730"/>
                </a:lnTo>
                <a:lnTo>
                  <a:pt x="104775" y="535305"/>
                </a:lnTo>
                <a:lnTo>
                  <a:pt x="114300" y="535305"/>
                </a:lnTo>
                <a:lnTo>
                  <a:pt x="114300" y="573405"/>
                </a:lnTo>
                <a:lnTo>
                  <a:pt x="123825" y="573405"/>
                </a:lnTo>
                <a:lnTo>
                  <a:pt x="123825" y="601980"/>
                </a:lnTo>
                <a:lnTo>
                  <a:pt x="133350" y="601980"/>
                </a:lnTo>
                <a:lnTo>
                  <a:pt x="133350" y="630555"/>
                </a:lnTo>
                <a:lnTo>
                  <a:pt x="142875" y="630555"/>
                </a:lnTo>
                <a:lnTo>
                  <a:pt x="142875" y="659130"/>
                </a:lnTo>
                <a:lnTo>
                  <a:pt x="152400" y="659130"/>
                </a:lnTo>
                <a:lnTo>
                  <a:pt x="152400" y="687705"/>
                </a:lnTo>
                <a:lnTo>
                  <a:pt x="173355" y="687705"/>
                </a:lnTo>
                <a:lnTo>
                  <a:pt x="173355" y="649605"/>
                </a:lnTo>
                <a:lnTo>
                  <a:pt x="182880" y="649605"/>
                </a:lnTo>
                <a:lnTo>
                  <a:pt x="182880" y="611505"/>
                </a:lnTo>
                <a:lnTo>
                  <a:pt x="192405" y="611505"/>
                </a:lnTo>
                <a:lnTo>
                  <a:pt x="192405" y="573405"/>
                </a:lnTo>
                <a:lnTo>
                  <a:pt x="201930" y="573405"/>
                </a:lnTo>
                <a:lnTo>
                  <a:pt x="201930" y="535305"/>
                </a:lnTo>
                <a:lnTo>
                  <a:pt x="211455" y="535305"/>
                </a:lnTo>
                <a:lnTo>
                  <a:pt x="211455" y="478155"/>
                </a:lnTo>
                <a:lnTo>
                  <a:pt x="220980" y="478155"/>
                </a:lnTo>
                <a:lnTo>
                  <a:pt x="220980" y="430530"/>
                </a:lnTo>
                <a:lnTo>
                  <a:pt x="230505" y="430530"/>
                </a:lnTo>
                <a:lnTo>
                  <a:pt x="230505" y="323850"/>
                </a:lnTo>
                <a:lnTo>
                  <a:pt x="220980" y="323850"/>
                </a:lnTo>
                <a:lnTo>
                  <a:pt x="220980" y="266700"/>
                </a:lnTo>
                <a:lnTo>
                  <a:pt x="211455" y="266700"/>
                </a:lnTo>
                <a:lnTo>
                  <a:pt x="211455" y="190500"/>
                </a:lnTo>
                <a:lnTo>
                  <a:pt x="201930" y="190500"/>
                </a:lnTo>
                <a:lnTo>
                  <a:pt x="201930" y="114300"/>
                </a:lnTo>
                <a:lnTo>
                  <a:pt x="192405" y="114300"/>
                </a:lnTo>
                <a:lnTo>
                  <a:pt x="192405" y="66675"/>
                </a:lnTo>
                <a:lnTo>
                  <a:pt x="182880" y="66675"/>
                </a:lnTo>
                <a:lnTo>
                  <a:pt x="182880" y="9525"/>
                </a:lnTo>
                <a:lnTo>
                  <a:pt x="173355" y="9525"/>
                </a:lnTo>
                <a:lnTo>
                  <a:pt x="173355" y="0"/>
                </a:lnTo>
                <a:lnTo>
                  <a:pt x="152400" y="0"/>
                </a:lnTo>
                <a:lnTo>
                  <a:pt x="152400" y="38100"/>
                </a:lnTo>
                <a:lnTo>
                  <a:pt x="142875" y="38100"/>
                </a:lnTo>
                <a:lnTo>
                  <a:pt x="142875" y="76200"/>
                </a:lnTo>
                <a:lnTo>
                  <a:pt x="133350" y="76200"/>
                </a:lnTo>
                <a:lnTo>
                  <a:pt x="133350" y="114300"/>
                </a:lnTo>
                <a:lnTo>
                  <a:pt x="123825" y="114300"/>
                </a:lnTo>
                <a:lnTo>
                  <a:pt x="123825" y="152400"/>
                </a:lnTo>
                <a:lnTo>
                  <a:pt x="114300" y="152400"/>
                </a:lnTo>
                <a:lnTo>
                  <a:pt x="114300" y="209550"/>
                </a:lnTo>
                <a:lnTo>
                  <a:pt x="104775" y="209550"/>
                </a:lnTo>
                <a:lnTo>
                  <a:pt x="104775" y="247650"/>
                </a:lnTo>
                <a:lnTo>
                  <a:pt x="95250" y="247650"/>
                </a:lnTo>
                <a:lnTo>
                  <a:pt x="95250" y="285750"/>
                </a:lnTo>
                <a:lnTo>
                  <a:pt x="85725" y="285750"/>
                </a:lnTo>
                <a:lnTo>
                  <a:pt x="85725" y="323850"/>
                </a:lnTo>
                <a:lnTo>
                  <a:pt x="76200" y="323850"/>
                </a:lnTo>
                <a:lnTo>
                  <a:pt x="76200" y="361950"/>
                </a:lnTo>
                <a:lnTo>
                  <a:pt x="68580" y="361950"/>
                </a:lnTo>
                <a:lnTo>
                  <a:pt x="68580" y="333375"/>
                </a:lnTo>
                <a:lnTo>
                  <a:pt x="59055" y="333375"/>
                </a:lnTo>
                <a:lnTo>
                  <a:pt x="59055" y="314325"/>
                </a:lnTo>
                <a:lnTo>
                  <a:pt x="49530" y="314325"/>
                </a:lnTo>
                <a:lnTo>
                  <a:pt x="49530" y="276225"/>
                </a:lnTo>
                <a:lnTo>
                  <a:pt x="40005" y="276225"/>
                </a:lnTo>
                <a:lnTo>
                  <a:pt x="40005" y="238125"/>
                </a:lnTo>
                <a:lnTo>
                  <a:pt x="30480" y="238125"/>
                </a:lnTo>
                <a:lnTo>
                  <a:pt x="30480" y="228600"/>
                </a:lnTo>
                <a:lnTo>
                  <a:pt x="9525" y="228600"/>
                </a:lnTo>
                <a:close/>
              </a:path>
            </a:pathLst>
          </a:custGeom>
          <a:solidFill xmlns:a="http://schemas.openxmlformats.org/drawingml/2006/main">
            <a:srgbClr val="30A790"/>
          </a:solidFill>
          <a:ln xmlns:a="http://schemas.openxmlformats.org/drawingml/2006/main" w="0">
            <a:noFill/>
          </a:ln>
        </p:spPr>
      </p:sp>
      <p:sp>
        <p:nvSpPr>
          <p:cNvPr id="210" name="Projected surface region 129">
            <a:extLst xmlns:a="http://schemas.openxmlformats.org/drawingml/2006/main">
              <a:ext uri="{FF2B5EF4-FFF2-40B4-BE49-F238E27FC236}">
                <a16:creationId xmlns:a16="http://schemas.microsoft.com/office/drawing/2014/main" id="{FCE67373-D097-4465-9FCB-8FF5D624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410" y="2651760"/>
            <a:ext cx="20955" cy="87630"/>
          </a:xfrm>
          <a:custGeom xmlns:a="http://schemas.openxmlformats.org/drawingml/2006/main">
            <a:pathLst>
              <a:path w="20955" h="87630">
                <a:moveTo>
                  <a:pt x="0" y="0"/>
                </a:moveTo>
                <a:lnTo>
                  <a:pt x="0" y="87630"/>
                </a:lnTo>
                <a:lnTo>
                  <a:pt x="20955" y="87630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0A790"/>
          </a:solidFill>
          <a:ln xmlns:a="http://schemas.openxmlformats.org/drawingml/2006/main" w="0">
            <a:noFill/>
          </a:ln>
        </p:spPr>
      </p:sp>
      <p:sp>
        <p:nvSpPr>
          <p:cNvPr id="211" name="Projected surface region 130">
            <a:extLst xmlns:a="http://schemas.openxmlformats.org/drawingml/2006/main">
              <a:ext uri="{FF2B5EF4-FFF2-40B4-BE49-F238E27FC236}">
                <a16:creationId xmlns:a16="http://schemas.microsoft.com/office/drawing/2014/main" id="{6B51330A-A494-4DAB-A6D0-44A857FB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35" y="2480310"/>
            <a:ext cx="230505" cy="306705"/>
          </a:xfrm>
          <a:custGeom xmlns:a="http://schemas.openxmlformats.org/drawingml/2006/main">
            <a:pathLst>
              <a:path w="230505" h="306705">
                <a:moveTo>
                  <a:pt x="9525" y="40005"/>
                </a:moveTo>
                <a:lnTo>
                  <a:pt x="9525" y="59055"/>
                </a:lnTo>
                <a:lnTo>
                  <a:pt x="19050" y="59055"/>
                </a:lnTo>
                <a:lnTo>
                  <a:pt x="19050" y="78105"/>
                </a:lnTo>
                <a:lnTo>
                  <a:pt x="28575" y="78105"/>
                </a:lnTo>
                <a:lnTo>
                  <a:pt x="28575" y="97155"/>
                </a:lnTo>
                <a:lnTo>
                  <a:pt x="47625" y="97155"/>
                </a:lnTo>
                <a:lnTo>
                  <a:pt x="47625" y="135255"/>
                </a:lnTo>
                <a:lnTo>
                  <a:pt x="57150" y="135255"/>
                </a:lnTo>
                <a:lnTo>
                  <a:pt x="57150" y="163830"/>
                </a:lnTo>
                <a:lnTo>
                  <a:pt x="66675" y="163830"/>
                </a:lnTo>
                <a:lnTo>
                  <a:pt x="66675" y="192405"/>
                </a:lnTo>
                <a:lnTo>
                  <a:pt x="76200" y="192405"/>
                </a:lnTo>
                <a:lnTo>
                  <a:pt x="76200" y="211455"/>
                </a:lnTo>
                <a:lnTo>
                  <a:pt x="85725" y="211455"/>
                </a:lnTo>
                <a:lnTo>
                  <a:pt x="85725" y="228322"/>
                </a:lnTo>
                <a:lnTo>
                  <a:pt x="104775" y="237847"/>
                </a:lnTo>
                <a:lnTo>
                  <a:pt x="104775" y="268605"/>
                </a:lnTo>
                <a:lnTo>
                  <a:pt x="114300" y="268605"/>
                </a:lnTo>
                <a:lnTo>
                  <a:pt x="114300" y="287655"/>
                </a:lnTo>
                <a:lnTo>
                  <a:pt x="123825" y="287655"/>
                </a:lnTo>
                <a:lnTo>
                  <a:pt x="123825" y="306705"/>
                </a:lnTo>
                <a:lnTo>
                  <a:pt x="142597" y="306705"/>
                </a:lnTo>
                <a:lnTo>
                  <a:pt x="152122" y="287655"/>
                </a:lnTo>
                <a:lnTo>
                  <a:pt x="173355" y="287655"/>
                </a:lnTo>
                <a:lnTo>
                  <a:pt x="173355" y="278130"/>
                </a:lnTo>
                <a:lnTo>
                  <a:pt x="192405" y="278130"/>
                </a:lnTo>
                <a:lnTo>
                  <a:pt x="192405" y="268605"/>
                </a:lnTo>
                <a:lnTo>
                  <a:pt x="230505" y="268605"/>
                </a:lnTo>
                <a:lnTo>
                  <a:pt x="230505" y="221258"/>
                </a:lnTo>
                <a:lnTo>
                  <a:pt x="211455" y="211733"/>
                </a:lnTo>
                <a:lnTo>
                  <a:pt x="211455" y="180975"/>
                </a:lnTo>
                <a:lnTo>
                  <a:pt x="201930" y="180975"/>
                </a:lnTo>
                <a:lnTo>
                  <a:pt x="201930" y="154583"/>
                </a:lnTo>
                <a:lnTo>
                  <a:pt x="182880" y="145058"/>
                </a:lnTo>
                <a:lnTo>
                  <a:pt x="182880" y="123825"/>
                </a:lnTo>
                <a:lnTo>
                  <a:pt x="173355" y="123825"/>
                </a:lnTo>
                <a:lnTo>
                  <a:pt x="173355" y="97433"/>
                </a:lnTo>
                <a:lnTo>
                  <a:pt x="154305" y="87908"/>
                </a:lnTo>
                <a:lnTo>
                  <a:pt x="154305" y="59333"/>
                </a:lnTo>
                <a:lnTo>
                  <a:pt x="135255" y="49808"/>
                </a:lnTo>
                <a:lnTo>
                  <a:pt x="135255" y="19050"/>
                </a:lnTo>
                <a:lnTo>
                  <a:pt x="125730" y="19050"/>
                </a:lnTo>
                <a:lnTo>
                  <a:pt x="125730" y="9525"/>
                </a:lnTo>
                <a:lnTo>
                  <a:pt x="97155" y="9525"/>
                </a:lnTo>
                <a:lnTo>
                  <a:pt x="97155" y="0"/>
                </a:lnTo>
                <a:lnTo>
                  <a:pt x="38100" y="0"/>
                </a:lnTo>
                <a:lnTo>
                  <a:pt x="38100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lnTo>
                  <a:pt x="0" y="40005"/>
                </a:lnTo>
                <a:lnTo>
                  <a:pt x="9525" y="40005"/>
                </a:lnTo>
                <a:close/>
              </a:path>
            </a:pathLst>
          </a:custGeom>
          <a:solidFill xmlns:a="http://schemas.openxmlformats.org/drawingml/2006/main">
            <a:srgbClr val="30A790"/>
          </a:solidFill>
          <a:ln xmlns:a="http://schemas.openxmlformats.org/drawingml/2006/main" w="0">
            <a:noFill/>
          </a:ln>
        </p:spPr>
      </p:sp>
      <p:sp>
        <p:nvSpPr>
          <p:cNvPr id="212" name="Projected surface region 131">
            <a:extLst xmlns:a="http://schemas.openxmlformats.org/drawingml/2006/main">
              <a:ext uri="{FF2B5EF4-FFF2-40B4-BE49-F238E27FC236}">
                <a16:creationId xmlns:a16="http://schemas.microsoft.com/office/drawing/2014/main" id="{B62CAC16-9C7B-496E-97F1-59A4F09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428" y="3909060"/>
            <a:ext cx="186412" cy="135255"/>
          </a:xfrm>
          <a:custGeom xmlns:a="http://schemas.openxmlformats.org/drawingml/2006/main">
            <a:pathLst>
              <a:path w="186412" h="135255">
                <a:moveTo>
                  <a:pt x="98782" y="19050"/>
                </a:moveTo>
                <a:lnTo>
                  <a:pt x="89257" y="19050"/>
                </a:lnTo>
                <a:lnTo>
                  <a:pt x="89257" y="28575"/>
                </a:lnTo>
                <a:lnTo>
                  <a:pt x="79732" y="28575"/>
                </a:lnTo>
                <a:lnTo>
                  <a:pt x="79732" y="38100"/>
                </a:lnTo>
                <a:lnTo>
                  <a:pt x="70207" y="38100"/>
                </a:lnTo>
                <a:lnTo>
                  <a:pt x="70207" y="47625"/>
                </a:lnTo>
                <a:lnTo>
                  <a:pt x="60682" y="47625"/>
                </a:lnTo>
                <a:lnTo>
                  <a:pt x="60682" y="57150"/>
                </a:lnTo>
                <a:lnTo>
                  <a:pt x="51157" y="57150"/>
                </a:lnTo>
                <a:lnTo>
                  <a:pt x="51157" y="66675"/>
                </a:lnTo>
                <a:lnTo>
                  <a:pt x="43815" y="66675"/>
                </a:lnTo>
                <a:lnTo>
                  <a:pt x="34290" y="85725"/>
                </a:lnTo>
                <a:lnTo>
                  <a:pt x="15240" y="85725"/>
                </a:lnTo>
                <a:lnTo>
                  <a:pt x="0" y="116205"/>
                </a:lnTo>
                <a:lnTo>
                  <a:pt x="13057" y="116205"/>
                </a:lnTo>
                <a:lnTo>
                  <a:pt x="13057" y="125730"/>
                </a:lnTo>
                <a:lnTo>
                  <a:pt x="60682" y="125730"/>
                </a:lnTo>
                <a:lnTo>
                  <a:pt x="60682" y="135255"/>
                </a:lnTo>
                <a:lnTo>
                  <a:pt x="100687" y="135255"/>
                </a:lnTo>
                <a:lnTo>
                  <a:pt x="100687" y="125730"/>
                </a:lnTo>
                <a:lnTo>
                  <a:pt x="119737" y="125730"/>
                </a:lnTo>
                <a:lnTo>
                  <a:pt x="119737" y="116205"/>
                </a:lnTo>
                <a:lnTo>
                  <a:pt x="138787" y="116205"/>
                </a:lnTo>
                <a:lnTo>
                  <a:pt x="138787" y="97155"/>
                </a:lnTo>
                <a:lnTo>
                  <a:pt x="148312" y="97155"/>
                </a:lnTo>
                <a:lnTo>
                  <a:pt x="148312" y="78105"/>
                </a:lnTo>
                <a:lnTo>
                  <a:pt x="157837" y="78105"/>
                </a:lnTo>
                <a:lnTo>
                  <a:pt x="157837" y="59055"/>
                </a:lnTo>
                <a:lnTo>
                  <a:pt x="167362" y="59055"/>
                </a:lnTo>
                <a:lnTo>
                  <a:pt x="167362" y="47347"/>
                </a:lnTo>
                <a:lnTo>
                  <a:pt x="186412" y="37822"/>
                </a:lnTo>
                <a:lnTo>
                  <a:pt x="186412" y="9525"/>
                </a:lnTo>
                <a:lnTo>
                  <a:pt x="138787" y="9525"/>
                </a:lnTo>
                <a:lnTo>
                  <a:pt x="138787" y="0"/>
                </a:lnTo>
                <a:lnTo>
                  <a:pt x="117832" y="0"/>
                </a:lnTo>
                <a:lnTo>
                  <a:pt x="117832" y="9525"/>
                </a:lnTo>
                <a:lnTo>
                  <a:pt x="98782" y="9525"/>
                </a:lnTo>
                <a:lnTo>
                  <a:pt x="98782" y="19050"/>
                </a:lnTo>
                <a:close/>
              </a:path>
            </a:pathLst>
          </a:custGeom>
          <a:solidFill xmlns:a="http://schemas.openxmlformats.org/drawingml/2006/main">
            <a:srgbClr val="543881"/>
          </a:solidFill>
          <a:ln xmlns:a="http://schemas.openxmlformats.org/drawingml/2006/main" w="0">
            <a:noFill/>
          </a:ln>
        </p:spPr>
      </p:sp>
      <p:sp>
        <p:nvSpPr>
          <p:cNvPr id="213" name="Projected surface region 132">
            <a:extLst xmlns:a="http://schemas.openxmlformats.org/drawingml/2006/main">
              <a:ext uri="{FF2B5EF4-FFF2-40B4-BE49-F238E27FC236}">
                <a16:creationId xmlns:a16="http://schemas.microsoft.com/office/drawing/2014/main" id="{29F21F8A-1BCF-4E57-8E2A-A00CA63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753" y="3975735"/>
            <a:ext cx="91162" cy="68580"/>
          </a:xfrm>
          <a:custGeom xmlns:a="http://schemas.openxmlformats.org/drawingml/2006/main">
            <a:pathLst>
              <a:path w="91162" h="68580">
                <a:moveTo>
                  <a:pt x="24765" y="49530"/>
                </a:moveTo>
                <a:lnTo>
                  <a:pt x="43815" y="49530"/>
                </a:lnTo>
                <a:lnTo>
                  <a:pt x="53340" y="68580"/>
                </a:lnTo>
                <a:lnTo>
                  <a:pt x="81637" y="68580"/>
                </a:lnTo>
                <a:lnTo>
                  <a:pt x="81637" y="40005"/>
                </a:lnTo>
                <a:lnTo>
                  <a:pt x="91162" y="40005"/>
                </a:lnTo>
                <a:lnTo>
                  <a:pt x="91162" y="19050"/>
                </a:lnTo>
                <a:lnTo>
                  <a:pt x="62587" y="19050"/>
                </a:lnTo>
                <a:lnTo>
                  <a:pt x="62587" y="9525"/>
                </a:lnTo>
                <a:lnTo>
                  <a:pt x="34012" y="9525"/>
                </a:lnTo>
                <a:lnTo>
                  <a:pt x="34012" y="0"/>
                </a:lnTo>
                <a:lnTo>
                  <a:pt x="0" y="0"/>
                </a:lnTo>
                <a:lnTo>
                  <a:pt x="24765" y="49530"/>
                </a:lnTo>
                <a:close/>
              </a:path>
            </a:pathLst>
          </a:custGeom>
          <a:solidFill xmlns:a="http://schemas.openxmlformats.org/drawingml/2006/main">
            <a:srgbClr val="543881"/>
          </a:solidFill>
          <a:ln xmlns:a="http://schemas.openxmlformats.org/drawingml/2006/main" w="0">
            <a:noFill/>
          </a:ln>
        </p:spPr>
      </p:sp>
      <p:sp>
        <p:nvSpPr>
          <p:cNvPr id="214" name="Projected surface region 133">
            <a:extLst xmlns:a="http://schemas.openxmlformats.org/drawingml/2006/main">
              <a:ext uri="{FF2B5EF4-FFF2-40B4-BE49-F238E27FC236}">
                <a16:creationId xmlns:a16="http://schemas.microsoft.com/office/drawing/2014/main" id="{0862A3C8-0C6A-4216-8C8D-195F2A3D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4004310"/>
            <a:ext cx="129262" cy="68580"/>
          </a:xfrm>
          <a:custGeom xmlns:a="http://schemas.openxmlformats.org/drawingml/2006/main">
            <a:pathLst>
              <a:path w="129262" h="68580">
                <a:moveTo>
                  <a:pt x="9525" y="28575"/>
                </a:moveTo>
                <a:lnTo>
                  <a:pt x="0" y="28575"/>
                </a:lnTo>
                <a:lnTo>
                  <a:pt x="0" y="49530"/>
                </a:lnTo>
                <a:lnTo>
                  <a:pt x="9525" y="49530"/>
                </a:lnTo>
                <a:lnTo>
                  <a:pt x="9525" y="59055"/>
                </a:lnTo>
                <a:lnTo>
                  <a:pt x="38100" y="59055"/>
                </a:lnTo>
                <a:lnTo>
                  <a:pt x="38100" y="68580"/>
                </a:lnTo>
                <a:lnTo>
                  <a:pt x="97155" y="68580"/>
                </a:lnTo>
                <a:lnTo>
                  <a:pt x="97155" y="59055"/>
                </a:lnTo>
                <a:lnTo>
                  <a:pt x="129262" y="59055"/>
                </a:lnTo>
                <a:lnTo>
                  <a:pt x="114022" y="28575"/>
                </a:lnTo>
                <a:lnTo>
                  <a:pt x="87630" y="28575"/>
                </a:lnTo>
                <a:lnTo>
                  <a:pt x="87630" y="19050"/>
                </a:lnTo>
                <a:lnTo>
                  <a:pt x="68580" y="19050"/>
                </a:lnTo>
                <a:lnTo>
                  <a:pt x="68580" y="9525"/>
                </a:lnTo>
                <a:lnTo>
                  <a:pt x="40005" y="9525"/>
                </a:lnTo>
                <a:lnTo>
                  <a:pt x="40005" y="0"/>
                </a:lnTo>
                <a:lnTo>
                  <a:pt x="9525" y="0"/>
                </a:lnTo>
                <a:lnTo>
                  <a:pt x="9525" y="28575"/>
                </a:lnTo>
                <a:close/>
              </a:path>
            </a:pathLst>
          </a:custGeom>
          <a:solidFill xmlns:a="http://schemas.openxmlformats.org/drawingml/2006/main">
            <a:srgbClr val="543881"/>
          </a:solidFill>
          <a:ln xmlns:a="http://schemas.openxmlformats.org/drawingml/2006/main" w="0">
            <a:noFill/>
          </a:ln>
        </p:spPr>
      </p:sp>
      <p:sp>
        <p:nvSpPr>
          <p:cNvPr id="215" name="Projected surface region 134">
            <a:extLst xmlns:a="http://schemas.openxmlformats.org/drawingml/2006/main">
              <a:ext uri="{FF2B5EF4-FFF2-40B4-BE49-F238E27FC236}">
                <a16:creationId xmlns:a16="http://schemas.microsoft.com/office/drawing/2014/main" id="{A70A5A65-57E1-47D2-9C93-3830EFE6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3880485"/>
            <a:ext cx="87630" cy="20955"/>
          </a:xfrm>
          <a:custGeom xmlns:a="http://schemas.openxmlformats.org/drawingml/2006/main">
            <a:pathLst>
              <a:path w="87630" h="20955">
                <a:moveTo>
                  <a:pt x="87630" y="20955"/>
                </a:moveTo>
                <a:lnTo>
                  <a:pt x="87630" y="0"/>
                </a:lnTo>
                <a:lnTo>
                  <a:pt x="0" y="0"/>
                </a:lnTo>
                <a:lnTo>
                  <a:pt x="0" y="20955"/>
                </a:lnTo>
                <a:lnTo>
                  <a:pt x="87630" y="20955"/>
                </a:lnTo>
                <a:close/>
              </a:path>
            </a:pathLst>
          </a:custGeom>
          <a:solidFill xmlns:a="http://schemas.openxmlformats.org/drawingml/2006/main">
            <a:srgbClr val="543881"/>
          </a:solidFill>
          <a:ln xmlns:a="http://schemas.openxmlformats.org/drawingml/2006/main" w="0">
            <a:noFill/>
          </a:ln>
        </p:spPr>
      </p:sp>
      <p:sp>
        <p:nvSpPr>
          <p:cNvPr id="216" name="Projected surface region 135">
            <a:extLst xmlns:a="http://schemas.openxmlformats.org/drawingml/2006/main">
              <a:ext uri="{FF2B5EF4-FFF2-40B4-BE49-F238E27FC236}">
                <a16:creationId xmlns:a16="http://schemas.microsoft.com/office/drawing/2014/main" id="{8EFAA1F4-E546-4DB9-8FD9-40590C27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10" y="3915053"/>
            <a:ext cx="1011555" cy="224512"/>
          </a:xfrm>
          <a:custGeom xmlns:a="http://schemas.openxmlformats.org/drawingml/2006/main">
            <a:pathLst>
              <a:path w="1011555" h="224512">
                <a:moveTo>
                  <a:pt x="323850" y="0"/>
                </a:moveTo>
                <a:lnTo>
                  <a:pt x="323850" y="32107"/>
                </a:lnTo>
                <a:lnTo>
                  <a:pt x="314325" y="32107"/>
                </a:lnTo>
                <a:lnTo>
                  <a:pt x="314325" y="41632"/>
                </a:lnTo>
                <a:lnTo>
                  <a:pt x="304800" y="41632"/>
                </a:lnTo>
                <a:lnTo>
                  <a:pt x="304800" y="51157"/>
                </a:lnTo>
                <a:lnTo>
                  <a:pt x="295275" y="51157"/>
                </a:lnTo>
                <a:lnTo>
                  <a:pt x="295275" y="60682"/>
                </a:lnTo>
                <a:lnTo>
                  <a:pt x="287933" y="60682"/>
                </a:lnTo>
                <a:lnTo>
                  <a:pt x="278408" y="79732"/>
                </a:lnTo>
                <a:lnTo>
                  <a:pt x="259358" y="79732"/>
                </a:lnTo>
                <a:lnTo>
                  <a:pt x="249833" y="98782"/>
                </a:lnTo>
                <a:lnTo>
                  <a:pt x="240030" y="98782"/>
                </a:lnTo>
                <a:lnTo>
                  <a:pt x="240030" y="89257"/>
                </a:lnTo>
                <a:lnTo>
                  <a:pt x="218797" y="89257"/>
                </a:lnTo>
                <a:lnTo>
                  <a:pt x="209272" y="70207"/>
                </a:lnTo>
                <a:lnTo>
                  <a:pt x="192405" y="70207"/>
                </a:lnTo>
                <a:lnTo>
                  <a:pt x="192405" y="60682"/>
                </a:lnTo>
                <a:lnTo>
                  <a:pt x="182880" y="60682"/>
                </a:lnTo>
                <a:lnTo>
                  <a:pt x="182880" y="51157"/>
                </a:lnTo>
                <a:lnTo>
                  <a:pt x="173355" y="51157"/>
                </a:lnTo>
                <a:lnTo>
                  <a:pt x="173355" y="41632"/>
                </a:lnTo>
                <a:lnTo>
                  <a:pt x="163830" y="41632"/>
                </a:lnTo>
                <a:lnTo>
                  <a:pt x="163830" y="32107"/>
                </a:lnTo>
                <a:lnTo>
                  <a:pt x="152122" y="32107"/>
                </a:lnTo>
                <a:lnTo>
                  <a:pt x="142597" y="13057"/>
                </a:lnTo>
                <a:lnTo>
                  <a:pt x="114300" y="13057"/>
                </a:lnTo>
                <a:lnTo>
                  <a:pt x="114300" y="22582"/>
                </a:lnTo>
                <a:lnTo>
                  <a:pt x="95250" y="22582"/>
                </a:lnTo>
                <a:lnTo>
                  <a:pt x="95250" y="32107"/>
                </a:lnTo>
                <a:lnTo>
                  <a:pt x="87908" y="32107"/>
                </a:lnTo>
                <a:lnTo>
                  <a:pt x="78383" y="51157"/>
                </a:lnTo>
                <a:lnTo>
                  <a:pt x="57150" y="51157"/>
                </a:lnTo>
                <a:lnTo>
                  <a:pt x="57150" y="60682"/>
                </a:lnTo>
                <a:lnTo>
                  <a:pt x="28575" y="60682"/>
                </a:lnTo>
                <a:lnTo>
                  <a:pt x="28575" y="70207"/>
                </a:lnTo>
                <a:lnTo>
                  <a:pt x="0" y="70207"/>
                </a:lnTo>
                <a:lnTo>
                  <a:pt x="0" y="91162"/>
                </a:lnTo>
                <a:lnTo>
                  <a:pt x="9525" y="91162"/>
                </a:lnTo>
                <a:lnTo>
                  <a:pt x="9525" y="100687"/>
                </a:lnTo>
                <a:lnTo>
                  <a:pt x="28575" y="100687"/>
                </a:lnTo>
                <a:lnTo>
                  <a:pt x="28575" y="119737"/>
                </a:lnTo>
                <a:lnTo>
                  <a:pt x="49808" y="119737"/>
                </a:lnTo>
                <a:lnTo>
                  <a:pt x="59333" y="138787"/>
                </a:lnTo>
                <a:lnTo>
                  <a:pt x="85725" y="138787"/>
                </a:lnTo>
                <a:lnTo>
                  <a:pt x="85725" y="148312"/>
                </a:lnTo>
                <a:lnTo>
                  <a:pt x="123825" y="148312"/>
                </a:lnTo>
                <a:lnTo>
                  <a:pt x="123825" y="157837"/>
                </a:lnTo>
                <a:lnTo>
                  <a:pt x="142875" y="157837"/>
                </a:lnTo>
                <a:lnTo>
                  <a:pt x="142875" y="167362"/>
                </a:lnTo>
                <a:lnTo>
                  <a:pt x="161925" y="167362"/>
                </a:lnTo>
                <a:lnTo>
                  <a:pt x="161925" y="176887"/>
                </a:lnTo>
                <a:lnTo>
                  <a:pt x="180975" y="176887"/>
                </a:lnTo>
                <a:lnTo>
                  <a:pt x="180975" y="186412"/>
                </a:lnTo>
                <a:lnTo>
                  <a:pt x="219075" y="186412"/>
                </a:lnTo>
                <a:lnTo>
                  <a:pt x="219075" y="195937"/>
                </a:lnTo>
                <a:lnTo>
                  <a:pt x="335280" y="195937"/>
                </a:lnTo>
                <a:lnTo>
                  <a:pt x="335280" y="186412"/>
                </a:lnTo>
                <a:lnTo>
                  <a:pt x="342900" y="186412"/>
                </a:lnTo>
                <a:lnTo>
                  <a:pt x="342900" y="195937"/>
                </a:lnTo>
                <a:lnTo>
                  <a:pt x="361950" y="195937"/>
                </a:lnTo>
                <a:lnTo>
                  <a:pt x="361950" y="205462"/>
                </a:lnTo>
                <a:lnTo>
                  <a:pt x="382905" y="205462"/>
                </a:lnTo>
                <a:lnTo>
                  <a:pt x="382905" y="195937"/>
                </a:lnTo>
                <a:lnTo>
                  <a:pt x="396518" y="195937"/>
                </a:lnTo>
                <a:lnTo>
                  <a:pt x="386993" y="214987"/>
                </a:lnTo>
                <a:lnTo>
                  <a:pt x="504825" y="214987"/>
                </a:lnTo>
                <a:lnTo>
                  <a:pt x="504825" y="224512"/>
                </a:lnTo>
                <a:lnTo>
                  <a:pt x="538837" y="224512"/>
                </a:lnTo>
                <a:lnTo>
                  <a:pt x="529312" y="205462"/>
                </a:lnTo>
                <a:lnTo>
                  <a:pt x="544830" y="205462"/>
                </a:lnTo>
                <a:lnTo>
                  <a:pt x="544830" y="195937"/>
                </a:lnTo>
                <a:lnTo>
                  <a:pt x="563880" y="195937"/>
                </a:lnTo>
                <a:lnTo>
                  <a:pt x="563880" y="186412"/>
                </a:lnTo>
                <a:lnTo>
                  <a:pt x="573405" y="186412"/>
                </a:lnTo>
                <a:lnTo>
                  <a:pt x="573405" y="176887"/>
                </a:lnTo>
                <a:lnTo>
                  <a:pt x="592455" y="176887"/>
                </a:lnTo>
                <a:lnTo>
                  <a:pt x="592455" y="167362"/>
                </a:lnTo>
                <a:lnTo>
                  <a:pt x="619125" y="167362"/>
                </a:lnTo>
                <a:lnTo>
                  <a:pt x="619125" y="176887"/>
                </a:lnTo>
                <a:lnTo>
                  <a:pt x="638175" y="176887"/>
                </a:lnTo>
                <a:lnTo>
                  <a:pt x="638175" y="186412"/>
                </a:lnTo>
                <a:lnTo>
                  <a:pt x="657225" y="186412"/>
                </a:lnTo>
                <a:lnTo>
                  <a:pt x="657225" y="195937"/>
                </a:lnTo>
                <a:lnTo>
                  <a:pt x="695325" y="195937"/>
                </a:lnTo>
                <a:lnTo>
                  <a:pt x="695325" y="205462"/>
                </a:lnTo>
                <a:lnTo>
                  <a:pt x="742950" y="205462"/>
                </a:lnTo>
                <a:lnTo>
                  <a:pt x="742950" y="214987"/>
                </a:lnTo>
                <a:lnTo>
                  <a:pt x="790575" y="214987"/>
                </a:lnTo>
                <a:lnTo>
                  <a:pt x="790575" y="224512"/>
                </a:lnTo>
                <a:lnTo>
                  <a:pt x="811530" y="224512"/>
                </a:lnTo>
                <a:lnTo>
                  <a:pt x="811530" y="214987"/>
                </a:lnTo>
                <a:lnTo>
                  <a:pt x="859155" y="214987"/>
                </a:lnTo>
                <a:lnTo>
                  <a:pt x="859155" y="205462"/>
                </a:lnTo>
                <a:lnTo>
                  <a:pt x="887730" y="205462"/>
                </a:lnTo>
                <a:lnTo>
                  <a:pt x="887730" y="195937"/>
                </a:lnTo>
                <a:lnTo>
                  <a:pt x="906780" y="195937"/>
                </a:lnTo>
                <a:lnTo>
                  <a:pt x="906780" y="186412"/>
                </a:lnTo>
                <a:lnTo>
                  <a:pt x="923647" y="186412"/>
                </a:lnTo>
                <a:lnTo>
                  <a:pt x="933172" y="167362"/>
                </a:lnTo>
                <a:lnTo>
                  <a:pt x="954405" y="167362"/>
                </a:lnTo>
                <a:lnTo>
                  <a:pt x="954405" y="157837"/>
                </a:lnTo>
                <a:lnTo>
                  <a:pt x="971272" y="157837"/>
                </a:lnTo>
                <a:lnTo>
                  <a:pt x="980797" y="138787"/>
                </a:lnTo>
                <a:lnTo>
                  <a:pt x="1002030" y="138787"/>
                </a:lnTo>
                <a:lnTo>
                  <a:pt x="1002030" y="129262"/>
                </a:lnTo>
                <a:lnTo>
                  <a:pt x="1011555" y="129262"/>
                </a:lnTo>
                <a:lnTo>
                  <a:pt x="1011555" y="98782"/>
                </a:lnTo>
                <a:lnTo>
                  <a:pt x="990600" y="98782"/>
                </a:lnTo>
                <a:lnTo>
                  <a:pt x="990600" y="108307"/>
                </a:lnTo>
                <a:lnTo>
                  <a:pt x="906780" y="108307"/>
                </a:lnTo>
                <a:lnTo>
                  <a:pt x="906780" y="98782"/>
                </a:lnTo>
                <a:lnTo>
                  <a:pt x="878205" y="98782"/>
                </a:lnTo>
                <a:lnTo>
                  <a:pt x="878205" y="89257"/>
                </a:lnTo>
                <a:lnTo>
                  <a:pt x="849630" y="89257"/>
                </a:lnTo>
                <a:lnTo>
                  <a:pt x="849630" y="79732"/>
                </a:lnTo>
                <a:lnTo>
                  <a:pt x="830580" y="79732"/>
                </a:lnTo>
                <a:lnTo>
                  <a:pt x="830580" y="70207"/>
                </a:lnTo>
                <a:lnTo>
                  <a:pt x="815062" y="70207"/>
                </a:lnTo>
                <a:lnTo>
                  <a:pt x="824587" y="51157"/>
                </a:lnTo>
                <a:lnTo>
                  <a:pt x="773430" y="51157"/>
                </a:lnTo>
                <a:lnTo>
                  <a:pt x="773430" y="41632"/>
                </a:lnTo>
                <a:lnTo>
                  <a:pt x="754380" y="41632"/>
                </a:lnTo>
                <a:lnTo>
                  <a:pt x="754380" y="32107"/>
                </a:lnTo>
                <a:lnTo>
                  <a:pt x="735330" y="32107"/>
                </a:lnTo>
                <a:lnTo>
                  <a:pt x="735330" y="22582"/>
                </a:lnTo>
                <a:lnTo>
                  <a:pt x="714375" y="22582"/>
                </a:lnTo>
                <a:lnTo>
                  <a:pt x="714375" y="32107"/>
                </a:lnTo>
                <a:lnTo>
                  <a:pt x="704850" y="32107"/>
                </a:lnTo>
                <a:lnTo>
                  <a:pt x="704850" y="41632"/>
                </a:lnTo>
                <a:lnTo>
                  <a:pt x="695325" y="41632"/>
                </a:lnTo>
                <a:lnTo>
                  <a:pt x="695325" y="53340"/>
                </a:lnTo>
                <a:lnTo>
                  <a:pt x="676275" y="62865"/>
                </a:lnTo>
                <a:lnTo>
                  <a:pt x="676275" y="79732"/>
                </a:lnTo>
                <a:lnTo>
                  <a:pt x="666750" y="79732"/>
                </a:lnTo>
                <a:lnTo>
                  <a:pt x="666750" y="89257"/>
                </a:lnTo>
                <a:lnTo>
                  <a:pt x="647700" y="89257"/>
                </a:lnTo>
                <a:lnTo>
                  <a:pt x="647700" y="98782"/>
                </a:lnTo>
                <a:lnTo>
                  <a:pt x="638175" y="98782"/>
                </a:lnTo>
                <a:lnTo>
                  <a:pt x="638175" y="117832"/>
                </a:lnTo>
                <a:lnTo>
                  <a:pt x="628650" y="117832"/>
                </a:lnTo>
                <a:lnTo>
                  <a:pt x="628650" y="127357"/>
                </a:lnTo>
                <a:lnTo>
                  <a:pt x="619125" y="127357"/>
                </a:lnTo>
                <a:lnTo>
                  <a:pt x="619125" y="139065"/>
                </a:lnTo>
                <a:lnTo>
                  <a:pt x="611505" y="142875"/>
                </a:lnTo>
                <a:lnTo>
                  <a:pt x="611505" y="136882"/>
                </a:lnTo>
                <a:lnTo>
                  <a:pt x="590272" y="136882"/>
                </a:lnTo>
                <a:lnTo>
                  <a:pt x="580747" y="117832"/>
                </a:lnTo>
                <a:lnTo>
                  <a:pt x="561697" y="117832"/>
                </a:lnTo>
                <a:lnTo>
                  <a:pt x="552172" y="98782"/>
                </a:lnTo>
                <a:lnTo>
                  <a:pt x="533122" y="98782"/>
                </a:lnTo>
                <a:lnTo>
                  <a:pt x="523597" y="79732"/>
                </a:lnTo>
                <a:lnTo>
                  <a:pt x="506730" y="79732"/>
                </a:lnTo>
                <a:lnTo>
                  <a:pt x="506730" y="70207"/>
                </a:lnTo>
                <a:lnTo>
                  <a:pt x="485497" y="70207"/>
                </a:lnTo>
                <a:lnTo>
                  <a:pt x="475972" y="51157"/>
                </a:lnTo>
                <a:lnTo>
                  <a:pt x="459105" y="51157"/>
                </a:lnTo>
                <a:lnTo>
                  <a:pt x="459105" y="41632"/>
                </a:lnTo>
                <a:lnTo>
                  <a:pt x="447397" y="41632"/>
                </a:lnTo>
                <a:lnTo>
                  <a:pt x="437872" y="22582"/>
                </a:lnTo>
                <a:lnTo>
                  <a:pt x="421005" y="22582"/>
                </a:lnTo>
                <a:lnTo>
                  <a:pt x="421005" y="13057"/>
                </a:lnTo>
                <a:lnTo>
                  <a:pt x="390525" y="13057"/>
                </a:lnTo>
                <a:lnTo>
                  <a:pt x="390525" y="22582"/>
                </a:lnTo>
                <a:lnTo>
                  <a:pt x="354330" y="22582"/>
                </a:lnTo>
                <a:lnTo>
                  <a:pt x="354330" y="15240"/>
                </a:lnTo>
                <a:lnTo>
                  <a:pt x="323850" y="0"/>
                </a:lnTo>
                <a:close/>
              </a:path>
            </a:pathLst>
          </a:custGeom>
          <a:solidFill xmlns:a="http://schemas.openxmlformats.org/drawingml/2006/main">
            <a:srgbClr val="543881"/>
          </a:solidFill>
          <a:ln xmlns:a="http://schemas.openxmlformats.org/drawingml/2006/main" w="0">
            <a:noFill/>
          </a:ln>
        </p:spPr>
      </p:sp>
      <p:sp>
        <p:nvSpPr>
          <p:cNvPr id="217" name="Projected surface region 136">
            <a:extLst xmlns:a="http://schemas.openxmlformats.org/drawingml/2006/main">
              <a:ext uri="{FF2B5EF4-FFF2-40B4-BE49-F238E27FC236}">
                <a16:creationId xmlns:a16="http://schemas.microsoft.com/office/drawing/2014/main" id="{26E0D030-7291-4645-9C1D-E69481F7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60" y="3918585"/>
            <a:ext cx="72112" cy="40005"/>
          </a:xfrm>
          <a:custGeom xmlns:a="http://schemas.openxmlformats.org/drawingml/2006/main">
            <a:pathLst>
              <a:path w="72112" h="40005">
                <a:moveTo>
                  <a:pt x="49530" y="40005"/>
                </a:moveTo>
                <a:lnTo>
                  <a:pt x="49530" y="30480"/>
                </a:lnTo>
                <a:lnTo>
                  <a:pt x="56872" y="30480"/>
                </a:lnTo>
                <a:lnTo>
                  <a:pt x="72112" y="0"/>
                </a:lnTo>
                <a:lnTo>
                  <a:pt x="38100" y="0"/>
                </a:lnTo>
                <a:lnTo>
                  <a:pt x="38100" y="9525"/>
                </a:lnTo>
                <a:lnTo>
                  <a:pt x="0" y="9525"/>
                </a:lnTo>
                <a:lnTo>
                  <a:pt x="0" y="30480"/>
                </a:lnTo>
                <a:lnTo>
                  <a:pt x="28575" y="30480"/>
                </a:lnTo>
                <a:lnTo>
                  <a:pt x="28575" y="40005"/>
                </a:lnTo>
                <a:lnTo>
                  <a:pt x="49530" y="40005"/>
                </a:lnTo>
                <a:close/>
              </a:path>
            </a:pathLst>
          </a:custGeom>
          <a:solidFill xmlns:a="http://schemas.openxmlformats.org/drawingml/2006/main">
            <a:srgbClr val="543881"/>
          </a:solidFill>
          <a:ln xmlns:a="http://schemas.openxmlformats.org/drawingml/2006/main" w="0">
            <a:noFill/>
          </a:ln>
        </p:spPr>
      </p:sp>
      <p:sp>
        <p:nvSpPr>
          <p:cNvPr id="218" name="Projected surface region 137">
            <a:extLst xmlns:a="http://schemas.openxmlformats.org/drawingml/2006/main">
              <a:ext uri="{FF2B5EF4-FFF2-40B4-BE49-F238E27FC236}">
                <a16:creationId xmlns:a16="http://schemas.microsoft.com/office/drawing/2014/main" id="{BB8779BC-6EFC-4DC1-925D-2ADBB420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32810"/>
            <a:ext cx="192405" cy="259080"/>
          </a:xfrm>
          <a:custGeom xmlns:a="http://schemas.openxmlformats.org/drawingml/2006/main">
            <a:pathLst>
              <a:path w="192405" h="259080">
                <a:moveTo>
                  <a:pt x="68580" y="0"/>
                </a:moveTo>
                <a:lnTo>
                  <a:pt x="38100" y="0"/>
                </a:lnTo>
                <a:lnTo>
                  <a:pt x="38100" y="30480"/>
                </a:lnTo>
                <a:lnTo>
                  <a:pt x="76200" y="30480"/>
                </a:lnTo>
                <a:lnTo>
                  <a:pt x="76200" y="38100"/>
                </a:lnTo>
                <a:lnTo>
                  <a:pt x="76200" y="40005"/>
                </a:lnTo>
                <a:lnTo>
                  <a:pt x="76200" y="47625"/>
                </a:lnTo>
                <a:lnTo>
                  <a:pt x="68580" y="47625"/>
                </a:lnTo>
                <a:lnTo>
                  <a:pt x="68580" y="38100"/>
                </a:lnTo>
                <a:lnTo>
                  <a:pt x="49808" y="38100"/>
                </a:lnTo>
                <a:lnTo>
                  <a:pt x="40283" y="57150"/>
                </a:lnTo>
                <a:lnTo>
                  <a:pt x="0" y="57150"/>
                </a:lnTo>
                <a:lnTo>
                  <a:pt x="0" y="87630"/>
                </a:lnTo>
                <a:lnTo>
                  <a:pt x="9525" y="87630"/>
                </a:lnTo>
                <a:lnTo>
                  <a:pt x="9525" y="116205"/>
                </a:lnTo>
                <a:lnTo>
                  <a:pt x="19050" y="116205"/>
                </a:lnTo>
                <a:lnTo>
                  <a:pt x="19050" y="144780"/>
                </a:lnTo>
                <a:lnTo>
                  <a:pt x="28575" y="144780"/>
                </a:lnTo>
                <a:lnTo>
                  <a:pt x="28575" y="161647"/>
                </a:lnTo>
                <a:lnTo>
                  <a:pt x="47625" y="171172"/>
                </a:lnTo>
                <a:lnTo>
                  <a:pt x="47625" y="190222"/>
                </a:lnTo>
                <a:lnTo>
                  <a:pt x="66675" y="199747"/>
                </a:lnTo>
                <a:lnTo>
                  <a:pt x="66675" y="218797"/>
                </a:lnTo>
                <a:lnTo>
                  <a:pt x="85725" y="228322"/>
                </a:lnTo>
                <a:lnTo>
                  <a:pt x="85725" y="249555"/>
                </a:lnTo>
                <a:lnTo>
                  <a:pt x="95250" y="249555"/>
                </a:lnTo>
                <a:lnTo>
                  <a:pt x="95250" y="259080"/>
                </a:lnTo>
                <a:lnTo>
                  <a:pt x="125730" y="259080"/>
                </a:lnTo>
                <a:lnTo>
                  <a:pt x="125730" y="249555"/>
                </a:lnTo>
                <a:lnTo>
                  <a:pt x="144780" y="249555"/>
                </a:lnTo>
                <a:lnTo>
                  <a:pt x="144780" y="240030"/>
                </a:lnTo>
                <a:lnTo>
                  <a:pt x="152122" y="240030"/>
                </a:lnTo>
                <a:lnTo>
                  <a:pt x="161647" y="220980"/>
                </a:lnTo>
                <a:lnTo>
                  <a:pt x="182880" y="220980"/>
                </a:lnTo>
                <a:lnTo>
                  <a:pt x="182880" y="211455"/>
                </a:lnTo>
                <a:lnTo>
                  <a:pt x="192405" y="211455"/>
                </a:lnTo>
                <a:lnTo>
                  <a:pt x="192405" y="161925"/>
                </a:lnTo>
                <a:lnTo>
                  <a:pt x="182880" y="161925"/>
                </a:lnTo>
                <a:lnTo>
                  <a:pt x="182880" y="142875"/>
                </a:lnTo>
                <a:lnTo>
                  <a:pt x="173355" y="142875"/>
                </a:lnTo>
                <a:lnTo>
                  <a:pt x="173355" y="135255"/>
                </a:lnTo>
                <a:lnTo>
                  <a:pt x="182880" y="135255"/>
                </a:lnTo>
                <a:lnTo>
                  <a:pt x="182880" y="114300"/>
                </a:lnTo>
                <a:lnTo>
                  <a:pt x="173355" y="114300"/>
                </a:lnTo>
                <a:lnTo>
                  <a:pt x="173355" y="104775"/>
                </a:lnTo>
                <a:lnTo>
                  <a:pt x="163830" y="104775"/>
                </a:lnTo>
                <a:lnTo>
                  <a:pt x="163830" y="87908"/>
                </a:lnTo>
                <a:lnTo>
                  <a:pt x="144780" y="78383"/>
                </a:lnTo>
                <a:lnTo>
                  <a:pt x="144780" y="57150"/>
                </a:lnTo>
                <a:lnTo>
                  <a:pt x="135255" y="57150"/>
                </a:lnTo>
                <a:lnTo>
                  <a:pt x="135255" y="28575"/>
                </a:lnTo>
                <a:lnTo>
                  <a:pt x="125730" y="28575"/>
                </a:lnTo>
                <a:lnTo>
                  <a:pt x="125730" y="19050"/>
                </a:lnTo>
                <a:lnTo>
                  <a:pt x="97155" y="19050"/>
                </a:lnTo>
                <a:lnTo>
                  <a:pt x="97155" y="9525"/>
                </a:lnTo>
                <a:lnTo>
                  <a:pt x="68580" y="9525"/>
                </a:lnTo>
                <a:lnTo>
                  <a:pt x="68580" y="0"/>
                </a:lnTo>
                <a:close/>
              </a:path>
            </a:pathLst>
          </a:custGeom>
          <a:solidFill xmlns:a="http://schemas.openxmlformats.org/drawingml/2006/main">
            <a:srgbClr val="39558B"/>
          </a:solidFill>
          <a:ln xmlns:a="http://schemas.openxmlformats.org/drawingml/2006/main" w="0">
            <a:noFill/>
          </a:ln>
        </p:spPr>
      </p:sp>
      <p:sp>
        <p:nvSpPr>
          <p:cNvPr id="219" name="Projected surface region 138">
            <a:extLst xmlns:a="http://schemas.openxmlformats.org/drawingml/2006/main">
              <a:ext uri="{FF2B5EF4-FFF2-40B4-BE49-F238E27FC236}">
                <a16:creationId xmlns:a16="http://schemas.microsoft.com/office/drawing/2014/main" id="{E2046C49-8326-4F65-ABDE-4CAA28AC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010" y="3461385"/>
            <a:ext cx="506730" cy="211455"/>
          </a:xfrm>
          <a:custGeom xmlns:a="http://schemas.openxmlformats.org/drawingml/2006/main">
            <a:pathLst>
              <a:path w="506730" h="211455">
                <a:moveTo>
                  <a:pt x="133350" y="19050"/>
                </a:moveTo>
                <a:lnTo>
                  <a:pt x="133350" y="28575"/>
                </a:lnTo>
                <a:lnTo>
                  <a:pt x="114300" y="28575"/>
                </a:lnTo>
                <a:lnTo>
                  <a:pt x="114300" y="38100"/>
                </a:lnTo>
                <a:lnTo>
                  <a:pt x="95250" y="38100"/>
                </a:lnTo>
                <a:lnTo>
                  <a:pt x="95250" y="47625"/>
                </a:lnTo>
                <a:lnTo>
                  <a:pt x="85725" y="47625"/>
                </a:lnTo>
                <a:lnTo>
                  <a:pt x="85725" y="57150"/>
                </a:lnTo>
                <a:lnTo>
                  <a:pt x="78383" y="57150"/>
                </a:lnTo>
                <a:lnTo>
                  <a:pt x="68858" y="76200"/>
                </a:lnTo>
                <a:lnTo>
                  <a:pt x="47625" y="76200"/>
                </a:lnTo>
                <a:lnTo>
                  <a:pt x="47625" y="85725"/>
                </a:lnTo>
                <a:lnTo>
                  <a:pt x="28575" y="85725"/>
                </a:lnTo>
                <a:lnTo>
                  <a:pt x="28575" y="95250"/>
                </a:lnTo>
                <a:lnTo>
                  <a:pt x="19050" y="95250"/>
                </a:lnTo>
                <a:lnTo>
                  <a:pt x="19050" y="104775"/>
                </a:lnTo>
                <a:lnTo>
                  <a:pt x="0" y="104775"/>
                </a:lnTo>
                <a:lnTo>
                  <a:pt x="0" y="125730"/>
                </a:lnTo>
                <a:lnTo>
                  <a:pt x="85725" y="125730"/>
                </a:lnTo>
                <a:lnTo>
                  <a:pt x="85725" y="135255"/>
                </a:lnTo>
                <a:lnTo>
                  <a:pt x="114300" y="135255"/>
                </a:lnTo>
                <a:lnTo>
                  <a:pt x="114300" y="144780"/>
                </a:lnTo>
                <a:lnTo>
                  <a:pt x="133350" y="144780"/>
                </a:lnTo>
                <a:lnTo>
                  <a:pt x="133350" y="154305"/>
                </a:lnTo>
                <a:lnTo>
                  <a:pt x="201930" y="154305"/>
                </a:lnTo>
                <a:lnTo>
                  <a:pt x="201930" y="144780"/>
                </a:lnTo>
                <a:lnTo>
                  <a:pt x="240030" y="144780"/>
                </a:lnTo>
                <a:lnTo>
                  <a:pt x="240030" y="135255"/>
                </a:lnTo>
                <a:lnTo>
                  <a:pt x="249555" y="135255"/>
                </a:lnTo>
                <a:lnTo>
                  <a:pt x="249555" y="116205"/>
                </a:lnTo>
                <a:lnTo>
                  <a:pt x="257175" y="116205"/>
                </a:lnTo>
                <a:lnTo>
                  <a:pt x="257175" y="125730"/>
                </a:lnTo>
                <a:lnTo>
                  <a:pt x="266700" y="125730"/>
                </a:lnTo>
                <a:lnTo>
                  <a:pt x="266700" y="144780"/>
                </a:lnTo>
                <a:lnTo>
                  <a:pt x="276225" y="144780"/>
                </a:lnTo>
                <a:lnTo>
                  <a:pt x="276225" y="154305"/>
                </a:lnTo>
                <a:lnTo>
                  <a:pt x="287933" y="154305"/>
                </a:lnTo>
                <a:lnTo>
                  <a:pt x="297458" y="173355"/>
                </a:lnTo>
                <a:lnTo>
                  <a:pt x="316508" y="173355"/>
                </a:lnTo>
                <a:lnTo>
                  <a:pt x="326033" y="192405"/>
                </a:lnTo>
                <a:lnTo>
                  <a:pt x="345083" y="192405"/>
                </a:lnTo>
                <a:lnTo>
                  <a:pt x="354608" y="211455"/>
                </a:lnTo>
                <a:lnTo>
                  <a:pt x="430530" y="211455"/>
                </a:lnTo>
                <a:lnTo>
                  <a:pt x="430530" y="201930"/>
                </a:lnTo>
                <a:lnTo>
                  <a:pt x="440055" y="201930"/>
                </a:lnTo>
                <a:lnTo>
                  <a:pt x="440055" y="192405"/>
                </a:lnTo>
                <a:lnTo>
                  <a:pt x="456922" y="192405"/>
                </a:lnTo>
                <a:lnTo>
                  <a:pt x="466447" y="173355"/>
                </a:lnTo>
                <a:lnTo>
                  <a:pt x="487680" y="173355"/>
                </a:lnTo>
                <a:lnTo>
                  <a:pt x="487680" y="163830"/>
                </a:lnTo>
                <a:lnTo>
                  <a:pt x="506730" y="163830"/>
                </a:lnTo>
                <a:lnTo>
                  <a:pt x="506730" y="142875"/>
                </a:lnTo>
                <a:lnTo>
                  <a:pt x="487680" y="142875"/>
                </a:lnTo>
                <a:lnTo>
                  <a:pt x="487680" y="123825"/>
                </a:lnTo>
                <a:lnTo>
                  <a:pt x="478155" y="123825"/>
                </a:lnTo>
                <a:lnTo>
                  <a:pt x="478155" y="95250"/>
                </a:lnTo>
                <a:lnTo>
                  <a:pt x="468630" y="95250"/>
                </a:lnTo>
                <a:lnTo>
                  <a:pt x="468630" y="57150"/>
                </a:lnTo>
                <a:lnTo>
                  <a:pt x="459105" y="57150"/>
                </a:lnTo>
                <a:lnTo>
                  <a:pt x="459105" y="38100"/>
                </a:lnTo>
                <a:lnTo>
                  <a:pt x="449580" y="38100"/>
                </a:lnTo>
                <a:lnTo>
                  <a:pt x="449580" y="9525"/>
                </a:lnTo>
                <a:lnTo>
                  <a:pt x="440055" y="9525"/>
                </a:lnTo>
                <a:lnTo>
                  <a:pt x="440055" y="0"/>
                </a:lnTo>
                <a:lnTo>
                  <a:pt x="333375" y="0"/>
                </a:lnTo>
                <a:lnTo>
                  <a:pt x="333375" y="9525"/>
                </a:lnTo>
                <a:lnTo>
                  <a:pt x="171450" y="9525"/>
                </a:lnTo>
                <a:lnTo>
                  <a:pt x="171450" y="19050"/>
                </a:lnTo>
                <a:lnTo>
                  <a:pt x="133350" y="19050"/>
                </a:lnTo>
                <a:close/>
              </a:path>
            </a:pathLst>
          </a:custGeom>
          <a:solidFill xmlns:a="http://schemas.openxmlformats.org/drawingml/2006/main">
            <a:srgbClr val="39558B"/>
          </a:solidFill>
          <a:ln xmlns:a="http://schemas.openxmlformats.org/drawingml/2006/main" w="0">
            <a:noFill/>
          </a:ln>
        </p:spPr>
      </p:sp>
      <p:sp>
        <p:nvSpPr>
          <p:cNvPr id="220" name="Projected surface region 139">
            <a:extLst xmlns:a="http://schemas.openxmlformats.org/drawingml/2006/main">
              <a:ext uri="{FF2B5EF4-FFF2-40B4-BE49-F238E27FC236}">
                <a16:creationId xmlns:a16="http://schemas.microsoft.com/office/drawing/2014/main" id="{892C3A6C-D45A-4D9B-A31B-FB31EE69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685" y="3499485"/>
            <a:ext cx="192405" cy="163830"/>
          </a:xfrm>
          <a:custGeom xmlns:a="http://schemas.openxmlformats.org/drawingml/2006/main">
            <a:pathLst>
              <a:path w="192405" h="163830">
                <a:moveTo>
                  <a:pt x="85725" y="38100"/>
                </a:moveTo>
                <a:lnTo>
                  <a:pt x="85725" y="47625"/>
                </a:lnTo>
                <a:lnTo>
                  <a:pt x="78383" y="47625"/>
                </a:lnTo>
                <a:lnTo>
                  <a:pt x="68858" y="66675"/>
                </a:lnTo>
                <a:lnTo>
                  <a:pt x="47625" y="66675"/>
                </a:lnTo>
                <a:lnTo>
                  <a:pt x="47625" y="76200"/>
                </a:lnTo>
                <a:lnTo>
                  <a:pt x="38100" y="76200"/>
                </a:lnTo>
                <a:lnTo>
                  <a:pt x="38100" y="95250"/>
                </a:lnTo>
                <a:lnTo>
                  <a:pt x="28575" y="95250"/>
                </a:lnTo>
                <a:lnTo>
                  <a:pt x="28575" y="104775"/>
                </a:lnTo>
                <a:lnTo>
                  <a:pt x="0" y="104775"/>
                </a:lnTo>
                <a:lnTo>
                  <a:pt x="0" y="125730"/>
                </a:lnTo>
                <a:lnTo>
                  <a:pt x="28575" y="125730"/>
                </a:lnTo>
                <a:lnTo>
                  <a:pt x="28575" y="135255"/>
                </a:lnTo>
                <a:lnTo>
                  <a:pt x="38100" y="135255"/>
                </a:lnTo>
                <a:lnTo>
                  <a:pt x="38100" y="144780"/>
                </a:lnTo>
                <a:lnTo>
                  <a:pt x="49808" y="144780"/>
                </a:lnTo>
                <a:lnTo>
                  <a:pt x="59333" y="163830"/>
                </a:lnTo>
                <a:lnTo>
                  <a:pt x="106680" y="163830"/>
                </a:lnTo>
                <a:lnTo>
                  <a:pt x="106680" y="154305"/>
                </a:lnTo>
                <a:lnTo>
                  <a:pt x="114022" y="154305"/>
                </a:lnTo>
                <a:lnTo>
                  <a:pt x="123547" y="135255"/>
                </a:lnTo>
                <a:lnTo>
                  <a:pt x="145058" y="135255"/>
                </a:lnTo>
                <a:lnTo>
                  <a:pt x="154583" y="154305"/>
                </a:lnTo>
                <a:lnTo>
                  <a:pt x="182880" y="154305"/>
                </a:lnTo>
                <a:lnTo>
                  <a:pt x="182880" y="135255"/>
                </a:lnTo>
                <a:lnTo>
                  <a:pt x="192405" y="135255"/>
                </a:lnTo>
                <a:lnTo>
                  <a:pt x="192405" y="95250"/>
                </a:lnTo>
                <a:lnTo>
                  <a:pt x="182880" y="95250"/>
                </a:lnTo>
                <a:lnTo>
                  <a:pt x="182880" y="66675"/>
                </a:lnTo>
                <a:lnTo>
                  <a:pt x="173355" y="66675"/>
                </a:lnTo>
                <a:lnTo>
                  <a:pt x="173355" y="38100"/>
                </a:lnTo>
                <a:lnTo>
                  <a:pt x="163830" y="38100"/>
                </a:lnTo>
                <a:lnTo>
                  <a:pt x="163830" y="19050"/>
                </a:lnTo>
                <a:lnTo>
                  <a:pt x="154305" y="19050"/>
                </a:lnTo>
                <a:lnTo>
                  <a:pt x="154305" y="0"/>
                </a:lnTo>
                <a:lnTo>
                  <a:pt x="123825" y="0"/>
                </a:lnTo>
                <a:lnTo>
                  <a:pt x="123825" y="9525"/>
                </a:lnTo>
                <a:lnTo>
                  <a:pt x="114300" y="9525"/>
                </a:lnTo>
                <a:lnTo>
                  <a:pt x="114300" y="28575"/>
                </a:lnTo>
                <a:lnTo>
                  <a:pt x="95250" y="28575"/>
                </a:lnTo>
                <a:lnTo>
                  <a:pt x="95250" y="38100"/>
                </a:lnTo>
                <a:lnTo>
                  <a:pt x="85725" y="38100"/>
                </a:lnTo>
                <a:close/>
              </a:path>
            </a:pathLst>
          </a:custGeom>
          <a:solidFill xmlns:a="http://schemas.openxmlformats.org/drawingml/2006/main">
            <a:srgbClr val="39558B"/>
          </a:solidFill>
          <a:ln xmlns:a="http://schemas.openxmlformats.org/drawingml/2006/main" w="0">
            <a:noFill/>
          </a:ln>
        </p:spPr>
      </p:sp>
      <p:sp>
        <p:nvSpPr>
          <p:cNvPr id="221" name="Projected surface region 140">
            <a:extLst xmlns:a="http://schemas.openxmlformats.org/drawingml/2006/main">
              <a:ext uri="{FF2B5EF4-FFF2-40B4-BE49-F238E27FC236}">
                <a16:creationId xmlns:a16="http://schemas.microsoft.com/office/drawing/2014/main" id="{AFEC14ED-773B-4F1C-A06D-A3C63B8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910" y="3413760"/>
            <a:ext cx="506730" cy="306705"/>
          </a:xfrm>
          <a:custGeom xmlns:a="http://schemas.openxmlformats.org/drawingml/2006/main">
            <a:pathLst>
              <a:path w="506730" h="306705">
                <a:moveTo>
                  <a:pt x="39330" y="116205"/>
                </a:moveTo>
                <a:lnTo>
                  <a:pt x="34568" y="125730"/>
                </a:lnTo>
                <a:lnTo>
                  <a:pt x="85725" y="125730"/>
                </a:lnTo>
                <a:lnTo>
                  <a:pt x="85725" y="144780"/>
                </a:lnTo>
                <a:lnTo>
                  <a:pt x="95250" y="144780"/>
                </a:lnTo>
                <a:lnTo>
                  <a:pt x="95250" y="163830"/>
                </a:lnTo>
                <a:lnTo>
                  <a:pt x="104775" y="163830"/>
                </a:lnTo>
                <a:lnTo>
                  <a:pt x="104775" y="192405"/>
                </a:lnTo>
                <a:lnTo>
                  <a:pt x="114300" y="192405"/>
                </a:lnTo>
                <a:lnTo>
                  <a:pt x="114300" y="218797"/>
                </a:lnTo>
                <a:lnTo>
                  <a:pt x="133350" y="228322"/>
                </a:lnTo>
                <a:lnTo>
                  <a:pt x="133350" y="259080"/>
                </a:lnTo>
                <a:lnTo>
                  <a:pt x="142875" y="259080"/>
                </a:lnTo>
                <a:lnTo>
                  <a:pt x="142875" y="266422"/>
                </a:lnTo>
                <a:lnTo>
                  <a:pt x="161925" y="275947"/>
                </a:lnTo>
                <a:lnTo>
                  <a:pt x="161925" y="297180"/>
                </a:lnTo>
                <a:lnTo>
                  <a:pt x="171450" y="297180"/>
                </a:lnTo>
                <a:lnTo>
                  <a:pt x="171450" y="306705"/>
                </a:lnTo>
                <a:lnTo>
                  <a:pt x="201930" y="306705"/>
                </a:lnTo>
                <a:lnTo>
                  <a:pt x="201930" y="297180"/>
                </a:lnTo>
                <a:lnTo>
                  <a:pt x="209272" y="297180"/>
                </a:lnTo>
                <a:lnTo>
                  <a:pt x="218797" y="278130"/>
                </a:lnTo>
                <a:lnTo>
                  <a:pt x="240030" y="278130"/>
                </a:lnTo>
                <a:lnTo>
                  <a:pt x="240030" y="268605"/>
                </a:lnTo>
                <a:lnTo>
                  <a:pt x="247372" y="268605"/>
                </a:lnTo>
                <a:lnTo>
                  <a:pt x="256897" y="249555"/>
                </a:lnTo>
                <a:lnTo>
                  <a:pt x="278130" y="249555"/>
                </a:lnTo>
                <a:lnTo>
                  <a:pt x="278130" y="240030"/>
                </a:lnTo>
                <a:lnTo>
                  <a:pt x="287655" y="240030"/>
                </a:lnTo>
                <a:lnTo>
                  <a:pt x="287655" y="230505"/>
                </a:lnTo>
                <a:lnTo>
                  <a:pt x="306705" y="230505"/>
                </a:lnTo>
                <a:lnTo>
                  <a:pt x="306705" y="220980"/>
                </a:lnTo>
                <a:lnTo>
                  <a:pt x="323850" y="220980"/>
                </a:lnTo>
                <a:lnTo>
                  <a:pt x="323850" y="230505"/>
                </a:lnTo>
                <a:lnTo>
                  <a:pt x="342900" y="230505"/>
                </a:lnTo>
                <a:lnTo>
                  <a:pt x="342900" y="240030"/>
                </a:lnTo>
                <a:lnTo>
                  <a:pt x="373380" y="240030"/>
                </a:lnTo>
                <a:lnTo>
                  <a:pt x="373380" y="230505"/>
                </a:lnTo>
                <a:lnTo>
                  <a:pt x="401955" y="230505"/>
                </a:lnTo>
                <a:lnTo>
                  <a:pt x="401955" y="220980"/>
                </a:lnTo>
                <a:lnTo>
                  <a:pt x="421005" y="220980"/>
                </a:lnTo>
                <a:lnTo>
                  <a:pt x="421005" y="211455"/>
                </a:lnTo>
                <a:lnTo>
                  <a:pt x="440055" y="211455"/>
                </a:lnTo>
                <a:lnTo>
                  <a:pt x="440055" y="201930"/>
                </a:lnTo>
                <a:lnTo>
                  <a:pt x="459105" y="201930"/>
                </a:lnTo>
                <a:lnTo>
                  <a:pt x="459105" y="192405"/>
                </a:lnTo>
                <a:lnTo>
                  <a:pt x="487680" y="192405"/>
                </a:lnTo>
                <a:lnTo>
                  <a:pt x="487680" y="182880"/>
                </a:lnTo>
                <a:lnTo>
                  <a:pt x="506730" y="182880"/>
                </a:lnTo>
                <a:lnTo>
                  <a:pt x="506730" y="152400"/>
                </a:lnTo>
                <a:lnTo>
                  <a:pt x="497205" y="152400"/>
                </a:lnTo>
                <a:lnTo>
                  <a:pt x="497205" y="142875"/>
                </a:lnTo>
                <a:lnTo>
                  <a:pt x="487680" y="142875"/>
                </a:lnTo>
                <a:lnTo>
                  <a:pt x="487680" y="133350"/>
                </a:lnTo>
                <a:lnTo>
                  <a:pt x="478155" y="133350"/>
                </a:lnTo>
                <a:lnTo>
                  <a:pt x="478155" y="126008"/>
                </a:lnTo>
                <a:lnTo>
                  <a:pt x="459105" y="116483"/>
                </a:lnTo>
                <a:lnTo>
                  <a:pt x="459105" y="95250"/>
                </a:lnTo>
                <a:lnTo>
                  <a:pt x="428347" y="95250"/>
                </a:lnTo>
                <a:lnTo>
                  <a:pt x="418822" y="76200"/>
                </a:lnTo>
                <a:lnTo>
                  <a:pt x="401955" y="76200"/>
                </a:lnTo>
                <a:lnTo>
                  <a:pt x="401955" y="68580"/>
                </a:lnTo>
                <a:lnTo>
                  <a:pt x="411480" y="68580"/>
                </a:lnTo>
                <a:lnTo>
                  <a:pt x="411480" y="49530"/>
                </a:lnTo>
                <a:lnTo>
                  <a:pt x="421005" y="49530"/>
                </a:lnTo>
                <a:lnTo>
                  <a:pt x="421005" y="19050"/>
                </a:lnTo>
                <a:lnTo>
                  <a:pt x="400050" y="19050"/>
                </a:lnTo>
                <a:lnTo>
                  <a:pt x="400050" y="28575"/>
                </a:lnTo>
                <a:lnTo>
                  <a:pt x="381000" y="28575"/>
                </a:lnTo>
                <a:lnTo>
                  <a:pt x="381000" y="38100"/>
                </a:lnTo>
                <a:lnTo>
                  <a:pt x="361950" y="38100"/>
                </a:lnTo>
                <a:lnTo>
                  <a:pt x="361950" y="47625"/>
                </a:lnTo>
                <a:lnTo>
                  <a:pt x="335558" y="47625"/>
                </a:lnTo>
                <a:lnTo>
                  <a:pt x="326033" y="66675"/>
                </a:lnTo>
                <a:lnTo>
                  <a:pt x="304800" y="66675"/>
                </a:lnTo>
                <a:lnTo>
                  <a:pt x="304800" y="76200"/>
                </a:lnTo>
                <a:lnTo>
                  <a:pt x="285750" y="76200"/>
                </a:lnTo>
                <a:lnTo>
                  <a:pt x="285750" y="85725"/>
                </a:lnTo>
                <a:lnTo>
                  <a:pt x="268605" y="85725"/>
                </a:lnTo>
                <a:lnTo>
                  <a:pt x="268605" y="76200"/>
                </a:lnTo>
                <a:lnTo>
                  <a:pt x="259080" y="76200"/>
                </a:lnTo>
                <a:lnTo>
                  <a:pt x="259080" y="66675"/>
                </a:lnTo>
                <a:lnTo>
                  <a:pt x="249555" y="66675"/>
                </a:lnTo>
                <a:lnTo>
                  <a:pt x="249555" y="59333"/>
                </a:lnTo>
                <a:lnTo>
                  <a:pt x="230505" y="49808"/>
                </a:lnTo>
                <a:lnTo>
                  <a:pt x="230505" y="30758"/>
                </a:lnTo>
                <a:lnTo>
                  <a:pt x="211455" y="21233"/>
                </a:lnTo>
                <a:lnTo>
                  <a:pt x="211455" y="0"/>
                </a:lnTo>
                <a:lnTo>
                  <a:pt x="171450" y="0"/>
                </a:lnTo>
                <a:lnTo>
                  <a:pt x="171450" y="9525"/>
                </a:lnTo>
                <a:lnTo>
                  <a:pt x="152400" y="9525"/>
                </a:lnTo>
                <a:lnTo>
                  <a:pt x="152400" y="19050"/>
                </a:lnTo>
                <a:lnTo>
                  <a:pt x="125730" y="19050"/>
                </a:lnTo>
                <a:lnTo>
                  <a:pt x="125730" y="9525"/>
                </a:lnTo>
                <a:lnTo>
                  <a:pt x="97155" y="9525"/>
                </a:lnTo>
                <a:lnTo>
                  <a:pt x="97155" y="0"/>
                </a:lnTo>
                <a:lnTo>
                  <a:pt x="76200" y="0"/>
                </a:lnTo>
                <a:lnTo>
                  <a:pt x="76200" y="9525"/>
                </a:lnTo>
                <a:lnTo>
                  <a:pt x="66675" y="9525"/>
                </a:lnTo>
                <a:lnTo>
                  <a:pt x="66675" y="19050"/>
                </a:lnTo>
                <a:lnTo>
                  <a:pt x="57150" y="19050"/>
                </a:lnTo>
                <a:lnTo>
                  <a:pt x="57150" y="30758"/>
                </a:lnTo>
                <a:lnTo>
                  <a:pt x="38100" y="40283"/>
                </a:lnTo>
                <a:lnTo>
                  <a:pt x="38100" y="68858"/>
                </a:lnTo>
                <a:lnTo>
                  <a:pt x="19050" y="78383"/>
                </a:lnTo>
                <a:lnTo>
                  <a:pt x="19050" y="95250"/>
                </a:lnTo>
                <a:lnTo>
                  <a:pt x="9525" y="95250"/>
                </a:lnTo>
                <a:lnTo>
                  <a:pt x="9525" y="114300"/>
                </a:lnTo>
                <a:lnTo>
                  <a:pt x="0" y="114300"/>
                </a:lnTo>
                <a:lnTo>
                  <a:pt x="0" y="148312"/>
                </a:lnTo>
                <a:lnTo>
                  <a:pt x="30480" y="133072"/>
                </a:lnTo>
                <a:lnTo>
                  <a:pt x="30480" y="116205"/>
                </a:lnTo>
                <a:lnTo>
                  <a:pt x="39330" y="116205"/>
                </a:lnTo>
                <a:close/>
                <a:moveTo>
                  <a:pt x="40005" y="114856"/>
                </a:moveTo>
                <a:lnTo>
                  <a:pt x="40005" y="106680"/>
                </a:lnTo>
                <a:lnTo>
                  <a:pt x="44093" y="106680"/>
                </a:lnTo>
                <a:lnTo>
                  <a:pt x="40005" y="114856"/>
                </a:lnTo>
                <a:close/>
              </a:path>
            </a:pathLst>
          </a:custGeom>
          <a:solidFill xmlns:a="http://schemas.openxmlformats.org/drawingml/2006/main">
            <a:srgbClr val="39558B"/>
          </a:solidFill>
          <a:ln xmlns:a="http://schemas.openxmlformats.org/drawingml/2006/main" w="0">
            <a:noFill/>
          </a:ln>
        </p:spPr>
      </p:sp>
      <p:sp>
        <p:nvSpPr>
          <p:cNvPr id="222" name="Projected surface region 141">
            <a:extLst xmlns:a="http://schemas.openxmlformats.org/drawingml/2006/main">
              <a:ext uri="{FF2B5EF4-FFF2-40B4-BE49-F238E27FC236}">
                <a16:creationId xmlns:a16="http://schemas.microsoft.com/office/drawing/2014/main" id="{EEECEEFF-204A-4889-B4AF-32B7706C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653" y="3623310"/>
            <a:ext cx="53062" cy="61007"/>
          </a:xfrm>
          <a:custGeom xmlns:a="http://schemas.openxmlformats.org/drawingml/2006/main">
            <a:pathLst>
              <a:path w="53062" h="61007">
                <a:moveTo>
                  <a:pt x="33703" y="0"/>
                </a:moveTo>
                <a:lnTo>
                  <a:pt x="24178" y="28575"/>
                </a:lnTo>
                <a:lnTo>
                  <a:pt x="0" y="28575"/>
                </a:lnTo>
                <a:lnTo>
                  <a:pt x="16216" y="61007"/>
                </a:lnTo>
                <a:lnTo>
                  <a:pt x="43537" y="47347"/>
                </a:lnTo>
                <a:lnTo>
                  <a:pt x="43537" y="30480"/>
                </a:lnTo>
                <a:lnTo>
                  <a:pt x="53062" y="30480"/>
                </a:lnTo>
                <a:lnTo>
                  <a:pt x="53062" y="0"/>
                </a:lnTo>
                <a:lnTo>
                  <a:pt x="33703" y="0"/>
                </a:lnTo>
                <a:close/>
              </a:path>
            </a:pathLst>
          </a:custGeom>
          <a:solidFill xmlns:a="http://schemas.openxmlformats.org/drawingml/2006/main">
            <a:srgbClr val="39558B"/>
          </a:solidFill>
          <a:ln xmlns:a="http://schemas.openxmlformats.org/drawingml/2006/main" w="0">
            <a:noFill/>
          </a:ln>
        </p:spPr>
      </p:sp>
      <p:sp>
        <p:nvSpPr>
          <p:cNvPr id="223" name="Projected surface region 142">
            <a:extLst xmlns:a="http://schemas.openxmlformats.org/drawingml/2006/main">
              <a:ext uri="{FF2B5EF4-FFF2-40B4-BE49-F238E27FC236}">
                <a16:creationId xmlns:a16="http://schemas.microsoft.com/office/drawing/2014/main" id="{CB393F2D-581F-455C-8231-D5B17ECC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460" y="3372128"/>
            <a:ext cx="148312" cy="247094"/>
          </a:xfrm>
          <a:custGeom xmlns:a="http://schemas.openxmlformats.org/drawingml/2006/main">
            <a:pathLst>
              <a:path w="148312" h="247094">
                <a:moveTo>
                  <a:pt x="19050" y="41632"/>
                </a:moveTo>
                <a:lnTo>
                  <a:pt x="19050" y="79732"/>
                </a:lnTo>
                <a:lnTo>
                  <a:pt x="9525" y="79732"/>
                </a:lnTo>
                <a:lnTo>
                  <a:pt x="9525" y="117832"/>
                </a:lnTo>
                <a:lnTo>
                  <a:pt x="0" y="117832"/>
                </a:lnTo>
                <a:lnTo>
                  <a:pt x="0" y="138787"/>
                </a:lnTo>
                <a:lnTo>
                  <a:pt x="9525" y="138787"/>
                </a:lnTo>
                <a:lnTo>
                  <a:pt x="9525" y="157837"/>
                </a:lnTo>
                <a:lnTo>
                  <a:pt x="19050" y="157837"/>
                </a:lnTo>
                <a:lnTo>
                  <a:pt x="19050" y="186412"/>
                </a:lnTo>
                <a:lnTo>
                  <a:pt x="28575" y="186412"/>
                </a:lnTo>
                <a:lnTo>
                  <a:pt x="28575" y="205462"/>
                </a:lnTo>
                <a:lnTo>
                  <a:pt x="38100" y="205462"/>
                </a:lnTo>
                <a:lnTo>
                  <a:pt x="38100" y="214987"/>
                </a:lnTo>
                <a:lnTo>
                  <a:pt x="47625" y="214987"/>
                </a:lnTo>
                <a:lnTo>
                  <a:pt x="47625" y="231854"/>
                </a:lnTo>
                <a:lnTo>
                  <a:pt x="78105" y="247094"/>
                </a:lnTo>
                <a:lnTo>
                  <a:pt x="78105" y="224512"/>
                </a:lnTo>
                <a:lnTo>
                  <a:pt x="87630" y="224512"/>
                </a:lnTo>
                <a:lnTo>
                  <a:pt x="87630" y="203279"/>
                </a:lnTo>
                <a:lnTo>
                  <a:pt x="106680" y="193754"/>
                </a:lnTo>
                <a:lnTo>
                  <a:pt x="106680" y="176887"/>
                </a:lnTo>
                <a:lnTo>
                  <a:pt x="116205" y="176887"/>
                </a:lnTo>
                <a:lnTo>
                  <a:pt x="116205" y="157837"/>
                </a:lnTo>
                <a:lnTo>
                  <a:pt x="125730" y="157837"/>
                </a:lnTo>
                <a:lnTo>
                  <a:pt x="125730" y="138787"/>
                </a:lnTo>
                <a:lnTo>
                  <a:pt x="133072" y="138787"/>
                </a:lnTo>
                <a:lnTo>
                  <a:pt x="148312" y="108307"/>
                </a:lnTo>
                <a:lnTo>
                  <a:pt x="135255" y="108307"/>
                </a:lnTo>
                <a:lnTo>
                  <a:pt x="135255" y="98782"/>
                </a:lnTo>
                <a:lnTo>
                  <a:pt x="125730" y="98782"/>
                </a:lnTo>
                <a:lnTo>
                  <a:pt x="125730" y="91440"/>
                </a:lnTo>
                <a:lnTo>
                  <a:pt x="106680" y="81915"/>
                </a:lnTo>
                <a:lnTo>
                  <a:pt x="106680" y="60682"/>
                </a:lnTo>
                <a:lnTo>
                  <a:pt x="97155" y="60682"/>
                </a:lnTo>
                <a:lnTo>
                  <a:pt x="97155" y="51157"/>
                </a:lnTo>
                <a:lnTo>
                  <a:pt x="87630" y="51157"/>
                </a:lnTo>
                <a:lnTo>
                  <a:pt x="87630" y="43815"/>
                </a:lnTo>
                <a:lnTo>
                  <a:pt x="68580" y="34290"/>
                </a:lnTo>
                <a:lnTo>
                  <a:pt x="68580" y="13057"/>
                </a:lnTo>
                <a:lnTo>
                  <a:pt x="59055" y="13057"/>
                </a:lnTo>
                <a:lnTo>
                  <a:pt x="59055" y="0"/>
                </a:lnTo>
                <a:lnTo>
                  <a:pt x="28575" y="15240"/>
                </a:lnTo>
                <a:lnTo>
                  <a:pt x="28575" y="41632"/>
                </a:lnTo>
                <a:lnTo>
                  <a:pt x="19050" y="41632"/>
                </a:lnTo>
                <a:close/>
              </a:path>
            </a:pathLst>
          </a:custGeom>
          <a:solidFill xmlns:a="http://schemas.openxmlformats.org/drawingml/2006/main">
            <a:srgbClr val="39558B"/>
          </a:solidFill>
          <a:ln xmlns:a="http://schemas.openxmlformats.org/drawingml/2006/main" w="0">
            <a:noFill/>
          </a:ln>
        </p:spPr>
      </p:sp>
      <p:sp>
        <p:nvSpPr>
          <p:cNvPr id="224" name="Projected surface region 143">
            <a:extLst xmlns:a="http://schemas.openxmlformats.org/drawingml/2006/main">
              <a:ext uri="{FF2B5EF4-FFF2-40B4-BE49-F238E27FC236}">
                <a16:creationId xmlns:a16="http://schemas.microsoft.com/office/drawing/2014/main" id="{7B48C2E3-915C-48AC-A6C1-74874BA5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835" y="3451860"/>
            <a:ext cx="59055" cy="87630"/>
          </a:xfrm>
          <a:custGeom xmlns:a="http://schemas.openxmlformats.org/drawingml/2006/main">
            <a:pathLst>
              <a:path w="59055" h="87630">
                <a:moveTo>
                  <a:pt x="0" y="9525"/>
                </a:moveTo>
                <a:lnTo>
                  <a:pt x="0" y="49530"/>
                </a:lnTo>
                <a:lnTo>
                  <a:pt x="9525" y="49530"/>
                </a:lnTo>
                <a:lnTo>
                  <a:pt x="9525" y="68580"/>
                </a:lnTo>
                <a:lnTo>
                  <a:pt x="19050" y="68580"/>
                </a:lnTo>
                <a:lnTo>
                  <a:pt x="19050" y="87630"/>
                </a:lnTo>
                <a:lnTo>
                  <a:pt x="40005" y="87630"/>
                </a:lnTo>
                <a:lnTo>
                  <a:pt x="40005" y="68580"/>
                </a:lnTo>
                <a:lnTo>
                  <a:pt x="49530" y="68580"/>
                </a:lnTo>
                <a:lnTo>
                  <a:pt x="49530" y="49530"/>
                </a:lnTo>
                <a:lnTo>
                  <a:pt x="59055" y="49530"/>
                </a:lnTo>
                <a:lnTo>
                  <a:pt x="59055" y="0"/>
                </a:lnTo>
                <a:lnTo>
                  <a:pt x="38100" y="0"/>
                </a:lnTo>
                <a:lnTo>
                  <a:pt x="3810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39558B"/>
          </a:solidFill>
          <a:ln xmlns:a="http://schemas.openxmlformats.org/drawingml/2006/main" w="0">
            <a:noFill/>
          </a:ln>
        </p:spPr>
      </p:sp>
      <p:sp>
        <p:nvSpPr>
          <p:cNvPr id="225" name="Projected surface region 144">
            <a:extLst xmlns:a="http://schemas.openxmlformats.org/drawingml/2006/main">
              <a:ext uri="{FF2B5EF4-FFF2-40B4-BE49-F238E27FC236}">
                <a16:creationId xmlns:a16="http://schemas.microsoft.com/office/drawing/2014/main" id="{4F593018-867F-4408-8D7D-5DA9FB17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435" y="3515003"/>
            <a:ext cx="68580" cy="62587"/>
          </a:xfrm>
          <a:custGeom xmlns:a="http://schemas.openxmlformats.org/drawingml/2006/main">
            <a:pathLst>
              <a:path w="68580" h="62587">
                <a:moveTo>
                  <a:pt x="9525" y="34012"/>
                </a:moveTo>
                <a:lnTo>
                  <a:pt x="9525" y="53062"/>
                </a:lnTo>
                <a:lnTo>
                  <a:pt x="19050" y="53062"/>
                </a:lnTo>
                <a:lnTo>
                  <a:pt x="19050" y="62587"/>
                </a:lnTo>
                <a:lnTo>
                  <a:pt x="68580" y="62587"/>
                </a:lnTo>
                <a:lnTo>
                  <a:pt x="68580" y="41632"/>
                </a:lnTo>
                <a:lnTo>
                  <a:pt x="56872" y="41632"/>
                </a:lnTo>
                <a:lnTo>
                  <a:pt x="47347" y="22582"/>
                </a:lnTo>
                <a:lnTo>
                  <a:pt x="30480" y="22582"/>
                </a:lnTo>
                <a:lnTo>
                  <a:pt x="30480" y="15240"/>
                </a:lnTo>
                <a:lnTo>
                  <a:pt x="0" y="0"/>
                </a:lnTo>
                <a:lnTo>
                  <a:pt x="0" y="34012"/>
                </a:lnTo>
                <a:lnTo>
                  <a:pt x="9525" y="34012"/>
                </a:lnTo>
                <a:close/>
              </a:path>
            </a:pathLst>
          </a:custGeom>
          <a:solidFill xmlns:a="http://schemas.openxmlformats.org/drawingml/2006/main">
            <a:srgbClr val="39558B"/>
          </a:solidFill>
          <a:ln xmlns:a="http://schemas.openxmlformats.org/drawingml/2006/main" w="0">
            <a:noFill/>
          </a:ln>
        </p:spPr>
      </p:sp>
      <p:sp>
        <p:nvSpPr>
          <p:cNvPr id="226" name="Projected surface region 145">
            <a:extLst xmlns:a="http://schemas.openxmlformats.org/drawingml/2006/main">
              <a:ext uri="{FF2B5EF4-FFF2-40B4-BE49-F238E27FC236}">
                <a16:creationId xmlns:a16="http://schemas.microsoft.com/office/drawing/2014/main" id="{6AA76512-9F39-49AD-AFC5-565ABD4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253" y="1080135"/>
            <a:ext cx="214987" cy="291187"/>
          </a:xfrm>
          <a:custGeom xmlns:a="http://schemas.openxmlformats.org/drawingml/2006/main">
            <a:pathLst>
              <a:path w="214987" h="291187">
                <a:moveTo>
                  <a:pt x="15240" y="30480"/>
                </a:moveTo>
                <a:lnTo>
                  <a:pt x="22582" y="30480"/>
                </a:lnTo>
                <a:lnTo>
                  <a:pt x="22582" y="40005"/>
                </a:lnTo>
                <a:lnTo>
                  <a:pt x="32107" y="40005"/>
                </a:lnTo>
                <a:lnTo>
                  <a:pt x="32107" y="47347"/>
                </a:lnTo>
                <a:lnTo>
                  <a:pt x="51157" y="56872"/>
                </a:lnTo>
                <a:lnTo>
                  <a:pt x="51157" y="78105"/>
                </a:lnTo>
                <a:lnTo>
                  <a:pt x="60682" y="78105"/>
                </a:lnTo>
                <a:lnTo>
                  <a:pt x="60682" y="116205"/>
                </a:lnTo>
                <a:lnTo>
                  <a:pt x="70207" y="116205"/>
                </a:lnTo>
                <a:lnTo>
                  <a:pt x="70207" y="154305"/>
                </a:lnTo>
                <a:lnTo>
                  <a:pt x="79732" y="154305"/>
                </a:lnTo>
                <a:lnTo>
                  <a:pt x="79732" y="182880"/>
                </a:lnTo>
                <a:lnTo>
                  <a:pt x="89257" y="182880"/>
                </a:lnTo>
                <a:lnTo>
                  <a:pt x="89257" y="211455"/>
                </a:lnTo>
                <a:lnTo>
                  <a:pt x="98782" y="211455"/>
                </a:lnTo>
                <a:lnTo>
                  <a:pt x="98782" y="249555"/>
                </a:lnTo>
                <a:lnTo>
                  <a:pt x="108307" y="249555"/>
                </a:lnTo>
                <a:lnTo>
                  <a:pt x="108307" y="278130"/>
                </a:lnTo>
                <a:lnTo>
                  <a:pt x="117832" y="278130"/>
                </a:lnTo>
                <a:lnTo>
                  <a:pt x="117832" y="287655"/>
                </a:lnTo>
                <a:lnTo>
                  <a:pt x="148312" y="287655"/>
                </a:lnTo>
                <a:lnTo>
                  <a:pt x="148312" y="278130"/>
                </a:lnTo>
                <a:lnTo>
                  <a:pt x="165179" y="278130"/>
                </a:lnTo>
                <a:lnTo>
                  <a:pt x="174704" y="259080"/>
                </a:lnTo>
                <a:lnTo>
                  <a:pt x="184507" y="259080"/>
                </a:lnTo>
                <a:lnTo>
                  <a:pt x="184507" y="275947"/>
                </a:lnTo>
                <a:lnTo>
                  <a:pt x="214987" y="291187"/>
                </a:lnTo>
                <a:lnTo>
                  <a:pt x="214987" y="257175"/>
                </a:lnTo>
                <a:lnTo>
                  <a:pt x="205462" y="257175"/>
                </a:lnTo>
                <a:lnTo>
                  <a:pt x="205462" y="238125"/>
                </a:lnTo>
                <a:lnTo>
                  <a:pt x="195937" y="238125"/>
                </a:lnTo>
                <a:lnTo>
                  <a:pt x="195937" y="209550"/>
                </a:lnTo>
                <a:lnTo>
                  <a:pt x="186412" y="209550"/>
                </a:lnTo>
                <a:lnTo>
                  <a:pt x="186412" y="180975"/>
                </a:lnTo>
                <a:lnTo>
                  <a:pt x="176887" y="180975"/>
                </a:lnTo>
                <a:lnTo>
                  <a:pt x="176887" y="152400"/>
                </a:lnTo>
                <a:lnTo>
                  <a:pt x="157837" y="152400"/>
                </a:lnTo>
                <a:lnTo>
                  <a:pt x="157837" y="142875"/>
                </a:lnTo>
                <a:lnTo>
                  <a:pt x="119737" y="142875"/>
                </a:lnTo>
                <a:lnTo>
                  <a:pt x="119737" y="135533"/>
                </a:lnTo>
                <a:lnTo>
                  <a:pt x="100687" y="126008"/>
                </a:lnTo>
                <a:lnTo>
                  <a:pt x="100687" y="95250"/>
                </a:lnTo>
                <a:lnTo>
                  <a:pt x="91162" y="95250"/>
                </a:lnTo>
                <a:lnTo>
                  <a:pt x="91162" y="76200"/>
                </a:lnTo>
                <a:lnTo>
                  <a:pt x="81637" y="76200"/>
                </a:lnTo>
                <a:lnTo>
                  <a:pt x="81637" y="57150"/>
                </a:lnTo>
                <a:lnTo>
                  <a:pt x="72112" y="57150"/>
                </a:lnTo>
                <a:lnTo>
                  <a:pt x="72112" y="28575"/>
                </a:lnTo>
                <a:lnTo>
                  <a:pt x="62587" y="28575"/>
                </a:lnTo>
                <a:lnTo>
                  <a:pt x="62587" y="9525"/>
                </a:lnTo>
                <a:lnTo>
                  <a:pt x="53062" y="9525"/>
                </a:lnTo>
                <a:lnTo>
                  <a:pt x="53062" y="0"/>
                </a:lnTo>
                <a:lnTo>
                  <a:pt x="0" y="0"/>
                </a:lnTo>
                <a:lnTo>
                  <a:pt x="15240" y="30480"/>
                </a:lnTo>
                <a:close/>
              </a:path>
            </a:pathLst>
          </a:custGeom>
          <a:solidFill xmlns:a="http://schemas.openxmlformats.org/drawingml/2006/main">
            <a:srgbClr val="EEE435"/>
          </a:solidFill>
          <a:ln xmlns:a="http://schemas.openxmlformats.org/drawingml/2006/main" w="0">
            <a:noFill/>
          </a:ln>
        </p:spPr>
      </p:sp>
      <p:sp>
        <p:nvSpPr>
          <p:cNvPr id="227" name="Projected surface region 146">
            <a:extLst xmlns:a="http://schemas.openxmlformats.org/drawingml/2006/main">
              <a:ext uri="{FF2B5EF4-FFF2-40B4-BE49-F238E27FC236}">
                <a16:creationId xmlns:a16="http://schemas.microsoft.com/office/drawing/2014/main" id="{90105EAC-4353-4196-9F62-3FF69C18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910" y="2604135"/>
            <a:ext cx="211455" cy="268605"/>
          </a:xfrm>
          <a:custGeom xmlns:a="http://schemas.openxmlformats.org/drawingml/2006/main">
            <a:pathLst>
              <a:path w="211455" h="268605">
                <a:moveTo>
                  <a:pt x="57150" y="114300"/>
                </a:moveTo>
                <a:lnTo>
                  <a:pt x="47625" y="114300"/>
                </a:lnTo>
                <a:lnTo>
                  <a:pt x="47625" y="123825"/>
                </a:lnTo>
                <a:lnTo>
                  <a:pt x="38100" y="123825"/>
                </a:lnTo>
                <a:lnTo>
                  <a:pt x="38100" y="145058"/>
                </a:lnTo>
                <a:lnTo>
                  <a:pt x="19050" y="154583"/>
                </a:lnTo>
                <a:lnTo>
                  <a:pt x="19050" y="171450"/>
                </a:lnTo>
                <a:lnTo>
                  <a:pt x="9525" y="171450"/>
                </a:lnTo>
                <a:lnTo>
                  <a:pt x="9525" y="200025"/>
                </a:lnTo>
                <a:lnTo>
                  <a:pt x="0" y="200025"/>
                </a:lnTo>
                <a:lnTo>
                  <a:pt x="0" y="230505"/>
                </a:lnTo>
                <a:lnTo>
                  <a:pt x="76200" y="230505"/>
                </a:lnTo>
                <a:lnTo>
                  <a:pt x="76200" y="240030"/>
                </a:lnTo>
                <a:lnTo>
                  <a:pt x="95250" y="240030"/>
                </a:lnTo>
                <a:lnTo>
                  <a:pt x="95250" y="249555"/>
                </a:lnTo>
                <a:lnTo>
                  <a:pt x="114300" y="249555"/>
                </a:lnTo>
                <a:lnTo>
                  <a:pt x="114300" y="259080"/>
                </a:lnTo>
                <a:lnTo>
                  <a:pt x="133350" y="259080"/>
                </a:lnTo>
                <a:lnTo>
                  <a:pt x="133350" y="268605"/>
                </a:lnTo>
                <a:lnTo>
                  <a:pt x="173355" y="268605"/>
                </a:lnTo>
                <a:lnTo>
                  <a:pt x="173355" y="240030"/>
                </a:lnTo>
                <a:lnTo>
                  <a:pt x="182880" y="240030"/>
                </a:lnTo>
                <a:lnTo>
                  <a:pt x="182880" y="211455"/>
                </a:lnTo>
                <a:lnTo>
                  <a:pt x="192405" y="211455"/>
                </a:lnTo>
                <a:lnTo>
                  <a:pt x="192405" y="182880"/>
                </a:lnTo>
                <a:lnTo>
                  <a:pt x="201930" y="182880"/>
                </a:lnTo>
                <a:lnTo>
                  <a:pt x="201930" y="163830"/>
                </a:lnTo>
                <a:lnTo>
                  <a:pt x="211455" y="163830"/>
                </a:lnTo>
                <a:lnTo>
                  <a:pt x="211455" y="123825"/>
                </a:lnTo>
                <a:lnTo>
                  <a:pt x="201930" y="123825"/>
                </a:lnTo>
                <a:lnTo>
                  <a:pt x="201930" y="59055"/>
                </a:lnTo>
                <a:lnTo>
                  <a:pt x="211455" y="59055"/>
                </a:lnTo>
                <a:lnTo>
                  <a:pt x="211455" y="0"/>
                </a:lnTo>
                <a:lnTo>
                  <a:pt x="171450" y="0"/>
                </a:lnTo>
                <a:lnTo>
                  <a:pt x="171450" y="9525"/>
                </a:lnTo>
                <a:lnTo>
                  <a:pt x="142875" y="9525"/>
                </a:lnTo>
                <a:lnTo>
                  <a:pt x="142875" y="19050"/>
                </a:lnTo>
                <a:lnTo>
                  <a:pt x="133350" y="19050"/>
                </a:lnTo>
                <a:lnTo>
                  <a:pt x="133350" y="28575"/>
                </a:lnTo>
                <a:lnTo>
                  <a:pt x="126008" y="28575"/>
                </a:lnTo>
                <a:lnTo>
                  <a:pt x="116483" y="47625"/>
                </a:lnTo>
                <a:lnTo>
                  <a:pt x="95250" y="47625"/>
                </a:lnTo>
                <a:lnTo>
                  <a:pt x="95250" y="59333"/>
                </a:lnTo>
                <a:lnTo>
                  <a:pt x="76200" y="68858"/>
                </a:lnTo>
                <a:lnTo>
                  <a:pt x="76200" y="87908"/>
                </a:lnTo>
                <a:lnTo>
                  <a:pt x="57150" y="97433"/>
                </a:lnTo>
                <a:lnTo>
                  <a:pt x="57150" y="114300"/>
                </a:lnTo>
                <a:close/>
              </a:path>
            </a:pathLst>
          </a:custGeom>
          <a:solidFill xmlns:a="http://schemas.openxmlformats.org/drawingml/2006/main">
            <a:srgbClr val="24968C"/>
          </a:solidFill>
          <a:ln xmlns:a="http://schemas.openxmlformats.org/drawingml/2006/main" w="0">
            <a:noFill/>
          </a:ln>
        </p:spPr>
      </p:sp>
      <p:sp>
        <p:nvSpPr>
          <p:cNvPr id="228" name="Projected surface region 147">
            <a:extLst xmlns:a="http://schemas.openxmlformats.org/drawingml/2006/main">
              <a:ext uri="{FF2B5EF4-FFF2-40B4-BE49-F238E27FC236}">
                <a16:creationId xmlns:a16="http://schemas.microsoft.com/office/drawing/2014/main" id="{8D941018-9F52-4F78-A11D-EBE51736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3194685"/>
            <a:ext cx="49530" cy="220980"/>
          </a:xfrm>
          <a:custGeom xmlns:a="http://schemas.openxmlformats.org/drawingml/2006/main">
            <a:pathLst>
              <a:path w="49530" h="220980">
                <a:moveTo>
                  <a:pt x="19050" y="0"/>
                </a:moveTo>
                <a:lnTo>
                  <a:pt x="19050" y="200025"/>
                </a:lnTo>
                <a:lnTo>
                  <a:pt x="0" y="200025"/>
                </a:lnTo>
                <a:lnTo>
                  <a:pt x="0" y="220980"/>
                </a:lnTo>
                <a:lnTo>
                  <a:pt x="40005" y="220980"/>
                </a:lnTo>
                <a:lnTo>
                  <a:pt x="40005" y="40005"/>
                </a:lnTo>
                <a:lnTo>
                  <a:pt x="49530" y="40005"/>
                </a:lnTo>
                <a:lnTo>
                  <a:pt x="49530" y="19050"/>
                </a:lnTo>
                <a:lnTo>
                  <a:pt x="40005" y="19050"/>
                </a:lnTo>
                <a:lnTo>
                  <a:pt x="40005" y="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567E9D"/>
          </a:solidFill>
          <a:ln xmlns:a="http://schemas.openxmlformats.org/drawingml/2006/main" w="0">
            <a:noFill/>
          </a:ln>
        </p:spPr>
      </p:sp>
      <p:sp>
        <p:nvSpPr>
          <p:cNvPr id="229" name="Projected surface region 148">
            <a:extLst xmlns:a="http://schemas.openxmlformats.org/drawingml/2006/main">
              <a:ext uri="{FF2B5EF4-FFF2-40B4-BE49-F238E27FC236}">
                <a16:creationId xmlns:a16="http://schemas.microsoft.com/office/drawing/2014/main" id="{C00FE6CF-1922-4F79-A3E8-223D2C7E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335" y="3270885"/>
            <a:ext cx="30480" cy="192405"/>
          </a:xfrm>
          <a:custGeom xmlns:a="http://schemas.openxmlformats.org/drawingml/2006/main">
            <a:pathLst>
              <a:path w="30480" h="192405">
                <a:moveTo>
                  <a:pt x="9525" y="20955"/>
                </a:moveTo>
                <a:lnTo>
                  <a:pt x="9525" y="192405"/>
                </a:lnTo>
                <a:lnTo>
                  <a:pt x="30480" y="192405"/>
                </a:lnTo>
                <a:lnTo>
                  <a:pt x="30480" y="0"/>
                </a:lnTo>
                <a:lnTo>
                  <a:pt x="0" y="0"/>
                </a:lnTo>
                <a:lnTo>
                  <a:pt x="0" y="20955"/>
                </a:lnTo>
                <a:lnTo>
                  <a:pt x="9525" y="20955"/>
                </a:lnTo>
                <a:close/>
              </a:path>
            </a:pathLst>
          </a:custGeom>
          <a:solidFill xmlns:a="http://schemas.openxmlformats.org/drawingml/2006/main">
            <a:srgbClr val="567E9D"/>
          </a:solidFill>
          <a:ln xmlns:a="http://schemas.openxmlformats.org/drawingml/2006/main" w="0">
            <a:noFill/>
          </a:ln>
        </p:spPr>
      </p:sp>
      <p:sp>
        <p:nvSpPr>
          <p:cNvPr id="230" name="Projected surface region 149">
            <a:extLst xmlns:a="http://schemas.openxmlformats.org/drawingml/2006/main">
              <a:ext uri="{FF2B5EF4-FFF2-40B4-BE49-F238E27FC236}">
                <a16:creationId xmlns:a16="http://schemas.microsoft.com/office/drawing/2014/main" id="{67952FF4-2061-4CA2-862A-9198BBD8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910" y="1508760"/>
            <a:ext cx="173355" cy="316230"/>
          </a:xfrm>
          <a:custGeom xmlns:a="http://schemas.openxmlformats.org/drawingml/2006/main">
            <a:pathLst>
              <a:path w="173355" h="316230">
                <a:moveTo>
                  <a:pt x="0" y="40005"/>
                </a:moveTo>
                <a:lnTo>
                  <a:pt x="20955" y="40005"/>
                </a:lnTo>
                <a:lnTo>
                  <a:pt x="20955" y="30480"/>
                </a:lnTo>
                <a:lnTo>
                  <a:pt x="28575" y="30480"/>
                </a:lnTo>
                <a:lnTo>
                  <a:pt x="28575" y="40005"/>
                </a:lnTo>
                <a:lnTo>
                  <a:pt x="38100" y="40005"/>
                </a:lnTo>
                <a:lnTo>
                  <a:pt x="38100" y="59055"/>
                </a:lnTo>
                <a:lnTo>
                  <a:pt x="47625" y="59055"/>
                </a:lnTo>
                <a:lnTo>
                  <a:pt x="47625" y="66397"/>
                </a:lnTo>
                <a:lnTo>
                  <a:pt x="66675" y="75922"/>
                </a:lnTo>
                <a:lnTo>
                  <a:pt x="66675" y="94972"/>
                </a:lnTo>
                <a:lnTo>
                  <a:pt x="85725" y="104497"/>
                </a:lnTo>
                <a:lnTo>
                  <a:pt x="85725" y="135255"/>
                </a:lnTo>
                <a:lnTo>
                  <a:pt x="95250" y="135255"/>
                </a:lnTo>
                <a:lnTo>
                  <a:pt x="95250" y="182880"/>
                </a:lnTo>
                <a:lnTo>
                  <a:pt x="104775" y="182880"/>
                </a:lnTo>
                <a:lnTo>
                  <a:pt x="104775" y="211455"/>
                </a:lnTo>
                <a:lnTo>
                  <a:pt x="114300" y="211455"/>
                </a:lnTo>
                <a:lnTo>
                  <a:pt x="114300" y="249555"/>
                </a:lnTo>
                <a:lnTo>
                  <a:pt x="123825" y="249555"/>
                </a:lnTo>
                <a:lnTo>
                  <a:pt x="123825" y="287655"/>
                </a:lnTo>
                <a:lnTo>
                  <a:pt x="133350" y="287655"/>
                </a:lnTo>
                <a:lnTo>
                  <a:pt x="133350" y="316230"/>
                </a:lnTo>
                <a:lnTo>
                  <a:pt x="154305" y="316230"/>
                </a:lnTo>
                <a:lnTo>
                  <a:pt x="154305" y="297180"/>
                </a:lnTo>
                <a:lnTo>
                  <a:pt x="163830" y="297180"/>
                </a:lnTo>
                <a:lnTo>
                  <a:pt x="163830" y="268605"/>
                </a:lnTo>
                <a:lnTo>
                  <a:pt x="173355" y="268605"/>
                </a:lnTo>
                <a:lnTo>
                  <a:pt x="173355" y="238125"/>
                </a:lnTo>
                <a:lnTo>
                  <a:pt x="154305" y="238125"/>
                </a:lnTo>
                <a:lnTo>
                  <a:pt x="154305" y="200025"/>
                </a:lnTo>
                <a:lnTo>
                  <a:pt x="144780" y="200025"/>
                </a:lnTo>
                <a:lnTo>
                  <a:pt x="144780" y="161925"/>
                </a:lnTo>
                <a:lnTo>
                  <a:pt x="135255" y="161925"/>
                </a:lnTo>
                <a:lnTo>
                  <a:pt x="135255" y="133350"/>
                </a:lnTo>
                <a:lnTo>
                  <a:pt x="125730" y="133350"/>
                </a:lnTo>
                <a:lnTo>
                  <a:pt x="125730" y="116483"/>
                </a:lnTo>
                <a:lnTo>
                  <a:pt x="106680" y="106958"/>
                </a:lnTo>
                <a:lnTo>
                  <a:pt x="106680" y="85725"/>
                </a:lnTo>
                <a:lnTo>
                  <a:pt x="97155" y="85725"/>
                </a:lnTo>
                <a:lnTo>
                  <a:pt x="97155" y="66675"/>
                </a:lnTo>
                <a:lnTo>
                  <a:pt x="87630" y="66675"/>
                </a:lnTo>
                <a:lnTo>
                  <a:pt x="87630" y="47625"/>
                </a:lnTo>
                <a:lnTo>
                  <a:pt x="78105" y="47625"/>
                </a:lnTo>
                <a:lnTo>
                  <a:pt x="78105" y="9525"/>
                </a:lnTo>
                <a:lnTo>
                  <a:pt x="40005" y="9525"/>
                </a:lnTo>
                <a:lnTo>
                  <a:pt x="40005" y="0"/>
                </a:lnTo>
                <a:lnTo>
                  <a:pt x="9525" y="0"/>
                </a:lnTo>
                <a:lnTo>
                  <a:pt x="9525" y="9525"/>
                </a:lnTo>
                <a:lnTo>
                  <a:pt x="0" y="9525"/>
                </a:lnTo>
                <a:lnTo>
                  <a:pt x="0" y="40005"/>
                </a:lnTo>
                <a:close/>
              </a:path>
            </a:pathLst>
          </a:custGeom>
          <a:solidFill xmlns:a="http://schemas.openxmlformats.org/drawingml/2006/main">
            <a:srgbClr val="BCDC3C"/>
          </a:solidFill>
          <a:ln xmlns:a="http://schemas.openxmlformats.org/drawingml/2006/main" w="0">
            <a:noFill/>
          </a:ln>
        </p:spPr>
      </p:sp>
      <p:sp>
        <p:nvSpPr>
          <p:cNvPr id="231" name="Projected surface region 150">
            <a:extLst xmlns:a="http://schemas.openxmlformats.org/drawingml/2006/main">
              <a:ext uri="{FF2B5EF4-FFF2-40B4-BE49-F238E27FC236}">
                <a16:creationId xmlns:a16="http://schemas.microsoft.com/office/drawing/2014/main" id="{64D55190-B054-492C-96E0-2FF8D7E3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60" y="4080510"/>
            <a:ext cx="87630" cy="20955"/>
          </a:xfrm>
          <a:custGeom xmlns:a="http://schemas.openxmlformats.org/drawingml/2006/main">
            <a:pathLst>
              <a:path w="87630" h="20955">
                <a:moveTo>
                  <a:pt x="0" y="20955"/>
                </a:moveTo>
                <a:lnTo>
                  <a:pt x="87630" y="20955"/>
                </a:lnTo>
                <a:lnTo>
                  <a:pt x="87630" y="0"/>
                </a:lnTo>
                <a:lnTo>
                  <a:pt x="0" y="0"/>
                </a:lnTo>
                <a:lnTo>
                  <a:pt x="0" y="20955"/>
                </a:lnTo>
                <a:close/>
              </a:path>
            </a:pathLst>
          </a:custGeom>
          <a:solidFill xmlns:a="http://schemas.openxmlformats.org/drawingml/2006/main">
            <a:srgbClr val="664987"/>
          </a:solidFill>
          <a:ln xmlns:a="http://schemas.openxmlformats.org/drawingml/2006/main" w="0">
            <a:noFill/>
          </a:ln>
        </p:spPr>
      </p:sp>
      <p:sp>
        <p:nvSpPr>
          <p:cNvPr id="232" name="Projected surface region 151">
            <a:extLst xmlns:a="http://schemas.openxmlformats.org/drawingml/2006/main">
              <a:ext uri="{FF2B5EF4-FFF2-40B4-BE49-F238E27FC236}">
                <a16:creationId xmlns:a16="http://schemas.microsoft.com/office/drawing/2014/main" id="{195925FB-72BB-4506-A9BC-C7AA15B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535" y="3934103"/>
            <a:ext cx="87630" cy="34012"/>
          </a:xfrm>
          <a:custGeom xmlns:a="http://schemas.openxmlformats.org/drawingml/2006/main">
            <a:pathLst>
              <a:path w="87630" h="34012">
                <a:moveTo>
                  <a:pt x="87630" y="34012"/>
                </a:moveTo>
                <a:lnTo>
                  <a:pt x="87630" y="13057"/>
                </a:lnTo>
                <a:lnTo>
                  <a:pt x="30480" y="13057"/>
                </a:lnTo>
                <a:lnTo>
                  <a:pt x="30480" y="0"/>
                </a:lnTo>
                <a:lnTo>
                  <a:pt x="0" y="15240"/>
                </a:lnTo>
                <a:lnTo>
                  <a:pt x="0" y="34012"/>
                </a:lnTo>
                <a:lnTo>
                  <a:pt x="87630" y="34012"/>
                </a:lnTo>
                <a:close/>
              </a:path>
            </a:pathLst>
          </a:custGeom>
          <a:solidFill xmlns:a="http://schemas.openxmlformats.org/drawingml/2006/main">
            <a:srgbClr val="664987"/>
          </a:solidFill>
          <a:ln xmlns:a="http://schemas.openxmlformats.org/drawingml/2006/main" w="0">
            <a:noFill/>
          </a:ln>
        </p:spPr>
      </p:sp>
      <p:sp>
        <p:nvSpPr>
          <p:cNvPr id="233" name="Projected surface region 152">
            <a:extLst xmlns:a="http://schemas.openxmlformats.org/drawingml/2006/main">
              <a:ext uri="{FF2B5EF4-FFF2-40B4-BE49-F238E27FC236}">
                <a16:creationId xmlns:a16="http://schemas.microsoft.com/office/drawing/2014/main" id="{DC36CB05-F1C1-4EEA-8A2D-87A22F46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335" y="4070985"/>
            <a:ext cx="20955" cy="135255"/>
          </a:xfrm>
          <a:custGeom xmlns:a="http://schemas.openxmlformats.org/drawingml/2006/main">
            <a:pathLst>
              <a:path w="20955" h="135255">
                <a:moveTo>
                  <a:pt x="0" y="0"/>
                </a:moveTo>
                <a:lnTo>
                  <a:pt x="0" y="135255"/>
                </a:lnTo>
                <a:lnTo>
                  <a:pt x="20955" y="135255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4987"/>
          </a:solidFill>
          <a:ln xmlns:a="http://schemas.openxmlformats.org/drawingml/2006/main" w="0">
            <a:noFill/>
          </a:ln>
        </p:spPr>
      </p:sp>
      <p:sp>
        <p:nvSpPr>
          <p:cNvPr id="234" name="Projected surface region 153">
            <a:extLst xmlns:a="http://schemas.openxmlformats.org/drawingml/2006/main">
              <a:ext uri="{FF2B5EF4-FFF2-40B4-BE49-F238E27FC236}">
                <a16:creationId xmlns:a16="http://schemas.microsoft.com/office/drawing/2014/main" id="{B2B6D8AB-C007-42D4-BD04-A7EA4C83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823335"/>
            <a:ext cx="192405" cy="78105"/>
          </a:xfrm>
          <a:custGeom xmlns:a="http://schemas.openxmlformats.org/drawingml/2006/main">
            <a:pathLst>
              <a:path w="192405" h="78105">
                <a:moveTo>
                  <a:pt x="21233" y="28575"/>
                </a:moveTo>
                <a:lnTo>
                  <a:pt x="0" y="28575"/>
                </a:lnTo>
                <a:lnTo>
                  <a:pt x="0" y="78105"/>
                </a:lnTo>
                <a:lnTo>
                  <a:pt x="192405" y="78105"/>
                </a:lnTo>
                <a:lnTo>
                  <a:pt x="192405" y="57150"/>
                </a:lnTo>
                <a:lnTo>
                  <a:pt x="94972" y="57150"/>
                </a:lnTo>
                <a:lnTo>
                  <a:pt x="66397" y="0"/>
                </a:lnTo>
                <a:lnTo>
                  <a:pt x="47625" y="0"/>
                </a:lnTo>
                <a:lnTo>
                  <a:pt x="47625" y="9525"/>
                </a:lnTo>
                <a:lnTo>
                  <a:pt x="30758" y="9525"/>
                </a:lnTo>
                <a:lnTo>
                  <a:pt x="21233" y="28575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35" name="Projected surface region 154">
            <a:extLst xmlns:a="http://schemas.openxmlformats.org/drawingml/2006/main">
              <a:ext uri="{FF2B5EF4-FFF2-40B4-BE49-F238E27FC236}">
                <a16:creationId xmlns:a16="http://schemas.microsoft.com/office/drawing/2014/main" id="{122B50B4-12A5-428C-BE7B-0BDFAEFC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035" y="3842385"/>
            <a:ext cx="163830" cy="59055"/>
          </a:xfrm>
          <a:custGeom xmlns:a="http://schemas.openxmlformats.org/drawingml/2006/main">
            <a:pathLst>
              <a:path w="163830" h="59055">
                <a:moveTo>
                  <a:pt x="19050" y="49530"/>
                </a:moveTo>
                <a:lnTo>
                  <a:pt x="28575" y="49530"/>
                </a:lnTo>
                <a:lnTo>
                  <a:pt x="28575" y="59055"/>
                </a:lnTo>
                <a:lnTo>
                  <a:pt x="163830" y="59055"/>
                </a:lnTo>
                <a:lnTo>
                  <a:pt x="163830" y="28575"/>
                </a:lnTo>
                <a:lnTo>
                  <a:pt x="116205" y="28575"/>
                </a:lnTo>
                <a:lnTo>
                  <a:pt x="114300" y="28575"/>
                </a:lnTo>
                <a:lnTo>
                  <a:pt x="68580" y="28575"/>
                </a:lnTo>
                <a:lnTo>
                  <a:pt x="68580" y="19050"/>
                </a:lnTo>
                <a:lnTo>
                  <a:pt x="37822" y="19050"/>
                </a:lnTo>
                <a:lnTo>
                  <a:pt x="28297" y="0"/>
                </a:lnTo>
                <a:lnTo>
                  <a:pt x="0" y="0"/>
                </a:lnTo>
                <a:lnTo>
                  <a:pt x="0" y="18772"/>
                </a:lnTo>
                <a:lnTo>
                  <a:pt x="19050" y="28297"/>
                </a:lnTo>
                <a:lnTo>
                  <a:pt x="19050" y="4953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36" name="Projected surface region 155">
            <a:extLst xmlns:a="http://schemas.openxmlformats.org/drawingml/2006/main">
              <a:ext uri="{FF2B5EF4-FFF2-40B4-BE49-F238E27FC236}">
                <a16:creationId xmlns:a16="http://schemas.microsoft.com/office/drawing/2014/main" id="{FB6C6336-64B2-498B-8B22-BBE260AB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3851910"/>
            <a:ext cx="129262" cy="59055"/>
          </a:xfrm>
          <a:custGeom xmlns:a="http://schemas.openxmlformats.org/drawingml/2006/main">
            <a:pathLst>
              <a:path w="129262" h="59055">
                <a:moveTo>
                  <a:pt x="21233" y="30480"/>
                </a:moveTo>
                <a:lnTo>
                  <a:pt x="30758" y="30480"/>
                </a:lnTo>
                <a:lnTo>
                  <a:pt x="34568" y="38100"/>
                </a:lnTo>
                <a:lnTo>
                  <a:pt x="0" y="38100"/>
                </a:lnTo>
                <a:lnTo>
                  <a:pt x="0" y="59055"/>
                </a:lnTo>
                <a:lnTo>
                  <a:pt x="59055" y="59055"/>
                </a:lnTo>
                <a:lnTo>
                  <a:pt x="59055" y="49530"/>
                </a:lnTo>
                <a:lnTo>
                  <a:pt x="129262" y="49530"/>
                </a:lnTo>
                <a:lnTo>
                  <a:pt x="114022" y="19050"/>
                </a:lnTo>
                <a:lnTo>
                  <a:pt x="97155" y="19050"/>
                </a:lnTo>
                <a:lnTo>
                  <a:pt x="97155" y="9525"/>
                </a:lnTo>
                <a:lnTo>
                  <a:pt x="68580" y="9525"/>
                </a:lnTo>
                <a:lnTo>
                  <a:pt x="68580" y="0"/>
                </a:lnTo>
                <a:lnTo>
                  <a:pt x="5993" y="0"/>
                </a:lnTo>
                <a:lnTo>
                  <a:pt x="21233" y="3048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37" name="Projected surface region 156">
            <a:extLst xmlns:a="http://schemas.openxmlformats.org/drawingml/2006/main">
              <a:ext uri="{FF2B5EF4-FFF2-40B4-BE49-F238E27FC236}">
                <a16:creationId xmlns:a16="http://schemas.microsoft.com/office/drawing/2014/main" id="{12BA13BD-08C6-4AA9-97C2-2E03E641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835" y="3909060"/>
            <a:ext cx="135255" cy="49530"/>
          </a:xfrm>
          <a:custGeom xmlns:a="http://schemas.openxmlformats.org/drawingml/2006/main">
            <a:pathLst>
              <a:path w="135255" h="49530">
                <a:moveTo>
                  <a:pt x="106680" y="0"/>
                </a:moveTo>
                <a:lnTo>
                  <a:pt x="0" y="0"/>
                </a:lnTo>
                <a:lnTo>
                  <a:pt x="0" y="20955"/>
                </a:lnTo>
                <a:lnTo>
                  <a:pt x="28575" y="20955"/>
                </a:lnTo>
                <a:lnTo>
                  <a:pt x="28575" y="30480"/>
                </a:lnTo>
                <a:lnTo>
                  <a:pt x="57150" y="30480"/>
                </a:lnTo>
                <a:lnTo>
                  <a:pt x="57150" y="40005"/>
                </a:lnTo>
                <a:lnTo>
                  <a:pt x="95250" y="40005"/>
                </a:lnTo>
                <a:lnTo>
                  <a:pt x="95250" y="49530"/>
                </a:lnTo>
                <a:lnTo>
                  <a:pt x="135255" y="49530"/>
                </a:lnTo>
                <a:lnTo>
                  <a:pt x="135255" y="19050"/>
                </a:lnTo>
                <a:lnTo>
                  <a:pt x="125730" y="19050"/>
                </a:lnTo>
                <a:lnTo>
                  <a:pt x="125730" y="9525"/>
                </a:lnTo>
                <a:lnTo>
                  <a:pt x="106680" y="9525"/>
                </a:lnTo>
                <a:lnTo>
                  <a:pt x="106680" y="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38" name="Projected surface region 157">
            <a:extLst xmlns:a="http://schemas.openxmlformats.org/drawingml/2006/main">
              <a:ext uri="{FF2B5EF4-FFF2-40B4-BE49-F238E27FC236}">
                <a16:creationId xmlns:a16="http://schemas.microsoft.com/office/drawing/2014/main" id="{57A31D19-736D-4508-A3A5-7087F45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128" y="3909060"/>
            <a:ext cx="119737" cy="87630"/>
          </a:xfrm>
          <a:custGeom xmlns:a="http://schemas.openxmlformats.org/drawingml/2006/main">
            <a:pathLst>
              <a:path w="119737" h="87630">
                <a:moveTo>
                  <a:pt x="13057" y="26114"/>
                </a:moveTo>
                <a:lnTo>
                  <a:pt x="13057" y="49530"/>
                </a:lnTo>
                <a:lnTo>
                  <a:pt x="32107" y="49530"/>
                </a:lnTo>
                <a:lnTo>
                  <a:pt x="32107" y="59055"/>
                </a:lnTo>
                <a:lnTo>
                  <a:pt x="51157" y="59055"/>
                </a:lnTo>
                <a:lnTo>
                  <a:pt x="51157" y="68580"/>
                </a:lnTo>
                <a:lnTo>
                  <a:pt x="79732" y="68580"/>
                </a:lnTo>
                <a:lnTo>
                  <a:pt x="79732" y="78105"/>
                </a:lnTo>
                <a:lnTo>
                  <a:pt x="98782" y="78105"/>
                </a:lnTo>
                <a:lnTo>
                  <a:pt x="98782" y="87630"/>
                </a:lnTo>
                <a:lnTo>
                  <a:pt x="119737" y="87630"/>
                </a:lnTo>
                <a:lnTo>
                  <a:pt x="119737" y="0"/>
                </a:lnTo>
                <a:lnTo>
                  <a:pt x="0" y="0"/>
                </a:lnTo>
                <a:lnTo>
                  <a:pt x="13057" y="26114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39" name="Projected surface region 158">
            <a:extLst xmlns:a="http://schemas.openxmlformats.org/drawingml/2006/main">
              <a:ext uri="{FF2B5EF4-FFF2-40B4-BE49-F238E27FC236}">
                <a16:creationId xmlns:a16="http://schemas.microsoft.com/office/drawing/2014/main" id="{C73E3AE5-4104-4AA3-A277-AFAC8A78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899535"/>
            <a:ext cx="182880" cy="144780"/>
          </a:xfrm>
          <a:custGeom xmlns:a="http://schemas.openxmlformats.org/drawingml/2006/main">
            <a:pathLst>
              <a:path w="182880" h="144780">
                <a:moveTo>
                  <a:pt x="119737" y="20955"/>
                </a:moveTo>
                <a:lnTo>
                  <a:pt x="135255" y="20955"/>
                </a:lnTo>
                <a:lnTo>
                  <a:pt x="135255" y="0"/>
                </a:ln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106680"/>
                </a:lnTo>
                <a:lnTo>
                  <a:pt x="19050" y="106680"/>
                </a:lnTo>
                <a:lnTo>
                  <a:pt x="19050" y="116205"/>
                </a:lnTo>
                <a:lnTo>
                  <a:pt x="47625" y="116205"/>
                </a:lnTo>
                <a:lnTo>
                  <a:pt x="47625" y="125730"/>
                </a:lnTo>
                <a:lnTo>
                  <a:pt x="76200" y="125730"/>
                </a:lnTo>
                <a:lnTo>
                  <a:pt x="76200" y="135255"/>
                </a:lnTo>
                <a:lnTo>
                  <a:pt x="104775" y="135255"/>
                </a:lnTo>
                <a:lnTo>
                  <a:pt x="104775" y="144780"/>
                </a:lnTo>
                <a:lnTo>
                  <a:pt x="152122" y="144780"/>
                </a:lnTo>
                <a:lnTo>
                  <a:pt x="161647" y="125730"/>
                </a:lnTo>
                <a:lnTo>
                  <a:pt x="182880" y="125730"/>
                </a:lnTo>
                <a:lnTo>
                  <a:pt x="182880" y="106958"/>
                </a:lnTo>
                <a:lnTo>
                  <a:pt x="163830" y="97433"/>
                </a:lnTo>
                <a:lnTo>
                  <a:pt x="163830" y="78383"/>
                </a:lnTo>
                <a:lnTo>
                  <a:pt x="144780" y="68858"/>
                </a:lnTo>
                <a:lnTo>
                  <a:pt x="144780" y="47625"/>
                </a:lnTo>
                <a:lnTo>
                  <a:pt x="135255" y="47625"/>
                </a:lnTo>
                <a:lnTo>
                  <a:pt x="135255" y="28575"/>
                </a:lnTo>
                <a:lnTo>
                  <a:pt x="123547" y="28575"/>
                </a:lnTo>
                <a:lnTo>
                  <a:pt x="119737" y="20955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0" name="Projected surface region 159">
            <a:extLst xmlns:a="http://schemas.openxmlformats.org/drawingml/2006/main">
              <a:ext uri="{FF2B5EF4-FFF2-40B4-BE49-F238E27FC236}">
                <a16:creationId xmlns:a16="http://schemas.microsoft.com/office/drawing/2014/main" id="{A0AB14A1-1AAC-41EC-918A-BD27391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335" y="3832860"/>
            <a:ext cx="135255" cy="59055"/>
          </a:xfrm>
          <a:custGeom xmlns:a="http://schemas.openxmlformats.org/drawingml/2006/main">
            <a:pathLst>
              <a:path w="135255" h="59055">
                <a:moveTo>
                  <a:pt x="21233" y="38100"/>
                </a:moveTo>
                <a:lnTo>
                  <a:pt x="0" y="38100"/>
                </a:lnTo>
                <a:lnTo>
                  <a:pt x="0" y="59055"/>
                </a:lnTo>
                <a:lnTo>
                  <a:pt x="135255" y="59055"/>
                </a:lnTo>
                <a:lnTo>
                  <a:pt x="135255" y="38100"/>
                </a:lnTo>
                <a:lnTo>
                  <a:pt x="116205" y="38100"/>
                </a:lnTo>
                <a:lnTo>
                  <a:pt x="116205" y="19050"/>
                </a:lnTo>
                <a:lnTo>
                  <a:pt x="106680" y="19050"/>
                </a:lnTo>
                <a:lnTo>
                  <a:pt x="106680" y="0"/>
                </a:lnTo>
                <a:lnTo>
                  <a:pt x="76200" y="0"/>
                </a:lnTo>
                <a:lnTo>
                  <a:pt x="76200" y="9525"/>
                </a:lnTo>
                <a:lnTo>
                  <a:pt x="57150" y="9525"/>
                </a:lnTo>
                <a:lnTo>
                  <a:pt x="57150" y="19050"/>
                </a:lnTo>
                <a:lnTo>
                  <a:pt x="30758" y="19050"/>
                </a:lnTo>
                <a:lnTo>
                  <a:pt x="21233" y="3810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1" name="Projected surface region 160">
            <a:extLst xmlns:a="http://schemas.openxmlformats.org/drawingml/2006/main">
              <a:ext uri="{FF2B5EF4-FFF2-40B4-BE49-F238E27FC236}">
                <a16:creationId xmlns:a16="http://schemas.microsoft.com/office/drawing/2014/main" id="{BD4954D1-E78D-4981-862D-0C39F01A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3890010"/>
            <a:ext cx="230505" cy="125730"/>
          </a:xfrm>
          <a:custGeom xmlns:a="http://schemas.openxmlformats.org/drawingml/2006/main">
            <a:pathLst>
              <a:path w="230505" h="125730">
                <a:moveTo>
                  <a:pt x="199747" y="30480"/>
                </a:moveTo>
                <a:lnTo>
                  <a:pt x="211455" y="30480"/>
                </a:lnTo>
                <a:lnTo>
                  <a:pt x="211455" y="20955"/>
                </a:lnTo>
                <a:lnTo>
                  <a:pt x="230505" y="20955"/>
                </a:lnTo>
                <a:lnTo>
                  <a:pt x="230505" y="0"/>
                </a:lnTo>
                <a:lnTo>
                  <a:pt x="152400" y="0"/>
                </a:lnTo>
                <a:lnTo>
                  <a:pt x="152400" y="9525"/>
                </a:lnTo>
                <a:lnTo>
                  <a:pt x="0" y="9525"/>
                </a:lnTo>
                <a:lnTo>
                  <a:pt x="0" y="30480"/>
                </a:lnTo>
                <a:lnTo>
                  <a:pt x="19050" y="30480"/>
                </a:lnTo>
                <a:lnTo>
                  <a:pt x="19050" y="47347"/>
                </a:lnTo>
                <a:lnTo>
                  <a:pt x="38100" y="56872"/>
                </a:lnTo>
                <a:lnTo>
                  <a:pt x="38100" y="75922"/>
                </a:lnTo>
                <a:lnTo>
                  <a:pt x="57150" y="85447"/>
                </a:lnTo>
                <a:lnTo>
                  <a:pt x="57150" y="106680"/>
                </a:lnTo>
                <a:lnTo>
                  <a:pt x="78383" y="106680"/>
                </a:lnTo>
                <a:lnTo>
                  <a:pt x="87908" y="125730"/>
                </a:lnTo>
                <a:lnTo>
                  <a:pt x="106680" y="125730"/>
                </a:lnTo>
                <a:lnTo>
                  <a:pt x="106680" y="116205"/>
                </a:lnTo>
                <a:lnTo>
                  <a:pt x="116205" y="116205"/>
                </a:lnTo>
                <a:lnTo>
                  <a:pt x="116205" y="106680"/>
                </a:lnTo>
                <a:lnTo>
                  <a:pt x="125730" y="106680"/>
                </a:lnTo>
                <a:lnTo>
                  <a:pt x="125730" y="97155"/>
                </a:lnTo>
                <a:lnTo>
                  <a:pt x="135255" y="97155"/>
                </a:lnTo>
                <a:lnTo>
                  <a:pt x="135255" y="87630"/>
                </a:lnTo>
                <a:lnTo>
                  <a:pt x="144780" y="87630"/>
                </a:lnTo>
                <a:lnTo>
                  <a:pt x="144780" y="78105"/>
                </a:lnTo>
                <a:lnTo>
                  <a:pt x="152122" y="78105"/>
                </a:lnTo>
                <a:lnTo>
                  <a:pt x="161647" y="59055"/>
                </a:lnTo>
                <a:lnTo>
                  <a:pt x="182880" y="59055"/>
                </a:lnTo>
                <a:lnTo>
                  <a:pt x="182880" y="49530"/>
                </a:lnTo>
                <a:lnTo>
                  <a:pt x="190222" y="49530"/>
                </a:lnTo>
                <a:lnTo>
                  <a:pt x="199747" y="3048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2" name="Projected surface region 161">
            <a:extLst xmlns:a="http://schemas.openxmlformats.org/drawingml/2006/main">
              <a:ext uri="{FF2B5EF4-FFF2-40B4-BE49-F238E27FC236}">
                <a16:creationId xmlns:a16="http://schemas.microsoft.com/office/drawing/2014/main" id="{1E6EED1C-BD81-48CC-B88D-AA10A9DA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928" y="3947160"/>
            <a:ext cx="75644" cy="59055"/>
          </a:xfrm>
          <a:custGeom xmlns:a="http://schemas.openxmlformats.org/drawingml/2006/main">
            <a:pathLst>
              <a:path w="75644" h="59055">
                <a:moveTo>
                  <a:pt x="34290" y="19050"/>
                </a:moveTo>
                <a:lnTo>
                  <a:pt x="22582" y="19050"/>
                </a:lnTo>
                <a:lnTo>
                  <a:pt x="22582" y="28575"/>
                </a:lnTo>
                <a:lnTo>
                  <a:pt x="15240" y="28575"/>
                </a:lnTo>
                <a:lnTo>
                  <a:pt x="0" y="59055"/>
                </a:lnTo>
                <a:lnTo>
                  <a:pt x="34012" y="59055"/>
                </a:lnTo>
                <a:lnTo>
                  <a:pt x="34012" y="49530"/>
                </a:lnTo>
                <a:lnTo>
                  <a:pt x="43537" y="49530"/>
                </a:lnTo>
                <a:lnTo>
                  <a:pt x="43537" y="40005"/>
                </a:lnTo>
                <a:lnTo>
                  <a:pt x="53062" y="40005"/>
                </a:lnTo>
                <a:lnTo>
                  <a:pt x="53062" y="30480"/>
                </a:lnTo>
                <a:lnTo>
                  <a:pt x="60404" y="30480"/>
                </a:lnTo>
                <a:lnTo>
                  <a:pt x="75644" y="0"/>
                </a:lnTo>
                <a:lnTo>
                  <a:pt x="43815" y="0"/>
                </a:lnTo>
                <a:lnTo>
                  <a:pt x="34290" y="1905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3" name="Projected surface region 162">
            <a:extLst xmlns:a="http://schemas.openxmlformats.org/drawingml/2006/main">
              <a:ext uri="{FF2B5EF4-FFF2-40B4-BE49-F238E27FC236}">
                <a16:creationId xmlns:a16="http://schemas.microsoft.com/office/drawing/2014/main" id="{745B5AEA-3B6B-4B76-9B22-E4DDB8D8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685" y="3861435"/>
            <a:ext cx="72112" cy="30480"/>
          </a:xfrm>
          <a:custGeom xmlns:a="http://schemas.openxmlformats.org/drawingml/2006/main">
            <a:pathLst>
              <a:path w="72112" h="30480">
                <a:moveTo>
                  <a:pt x="0" y="30480"/>
                </a:moveTo>
                <a:lnTo>
                  <a:pt x="56872" y="30480"/>
                </a:lnTo>
                <a:lnTo>
                  <a:pt x="72112" y="0"/>
                </a:lnTo>
                <a:lnTo>
                  <a:pt x="28575" y="0"/>
                </a:lnTo>
                <a:lnTo>
                  <a:pt x="28575" y="9525"/>
                </a:lnTo>
                <a:lnTo>
                  <a:pt x="0" y="9525"/>
                </a:lnTo>
                <a:lnTo>
                  <a:pt x="0" y="3048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4" name="Projected surface region 163">
            <a:extLst xmlns:a="http://schemas.openxmlformats.org/drawingml/2006/main">
              <a:ext uri="{FF2B5EF4-FFF2-40B4-BE49-F238E27FC236}">
                <a16:creationId xmlns:a16="http://schemas.microsoft.com/office/drawing/2014/main" id="{507D91C4-52C8-4846-901A-F7B92FCA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10" y="3994785"/>
            <a:ext cx="135255" cy="205462"/>
          </a:xfrm>
          <a:custGeom xmlns:a="http://schemas.openxmlformats.org/drawingml/2006/main">
            <a:pathLst>
              <a:path w="135255" h="205462">
                <a:moveTo>
                  <a:pt x="9525" y="59055"/>
                </a:moveTo>
                <a:lnTo>
                  <a:pt x="9525" y="68580"/>
                </a:lnTo>
                <a:lnTo>
                  <a:pt x="19050" y="68580"/>
                </a:lnTo>
                <a:lnTo>
                  <a:pt x="19050" y="85447"/>
                </a:lnTo>
                <a:lnTo>
                  <a:pt x="38100" y="94972"/>
                </a:lnTo>
                <a:lnTo>
                  <a:pt x="38100" y="116205"/>
                </a:lnTo>
                <a:lnTo>
                  <a:pt x="47625" y="116205"/>
                </a:lnTo>
                <a:lnTo>
                  <a:pt x="47625" y="123547"/>
                </a:lnTo>
                <a:lnTo>
                  <a:pt x="66675" y="133072"/>
                </a:lnTo>
                <a:lnTo>
                  <a:pt x="66675" y="154305"/>
                </a:lnTo>
                <a:lnTo>
                  <a:pt x="76200" y="154305"/>
                </a:lnTo>
                <a:lnTo>
                  <a:pt x="76200" y="163830"/>
                </a:lnTo>
                <a:lnTo>
                  <a:pt x="95250" y="163830"/>
                </a:lnTo>
                <a:lnTo>
                  <a:pt x="95250" y="182880"/>
                </a:lnTo>
                <a:lnTo>
                  <a:pt x="104775" y="182880"/>
                </a:lnTo>
                <a:lnTo>
                  <a:pt x="104775" y="190222"/>
                </a:lnTo>
                <a:lnTo>
                  <a:pt x="135255" y="205462"/>
                </a:lnTo>
                <a:lnTo>
                  <a:pt x="135255" y="0"/>
                </a:lnTo>
                <a:lnTo>
                  <a:pt x="114300" y="0"/>
                </a:lnTo>
                <a:lnTo>
                  <a:pt x="114300" y="9525"/>
                </a:lnTo>
                <a:lnTo>
                  <a:pt x="95250" y="9525"/>
                </a:lnTo>
                <a:lnTo>
                  <a:pt x="95250" y="19050"/>
                </a:lnTo>
                <a:lnTo>
                  <a:pt x="47625" y="19050"/>
                </a:lnTo>
                <a:lnTo>
                  <a:pt x="47625" y="28575"/>
                </a:lnTo>
                <a:lnTo>
                  <a:pt x="9525" y="28575"/>
                </a:lnTo>
                <a:lnTo>
                  <a:pt x="9525" y="38100"/>
                </a:lnTo>
                <a:lnTo>
                  <a:pt x="0" y="38100"/>
                </a:lnTo>
                <a:lnTo>
                  <a:pt x="0" y="59055"/>
                </a:lnTo>
                <a:lnTo>
                  <a:pt x="9525" y="59055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5" name="Projected surface region 164">
            <a:extLst xmlns:a="http://schemas.openxmlformats.org/drawingml/2006/main">
              <a:ext uri="{FF2B5EF4-FFF2-40B4-BE49-F238E27FC236}">
                <a16:creationId xmlns:a16="http://schemas.microsoft.com/office/drawing/2014/main" id="{3EE2AE1C-6B35-4E5E-B0DA-05A53D09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4061460"/>
            <a:ext cx="78105" cy="68580"/>
          </a:xfrm>
          <a:custGeom xmlns:a="http://schemas.openxmlformats.org/drawingml/2006/main">
            <a:pathLst>
              <a:path w="78105" h="68580">
                <a:moveTo>
                  <a:pt x="30758" y="49530"/>
                </a:moveTo>
                <a:lnTo>
                  <a:pt x="40283" y="49530"/>
                </a:lnTo>
                <a:lnTo>
                  <a:pt x="49808" y="68580"/>
                </a:lnTo>
                <a:lnTo>
                  <a:pt x="78105" y="68580"/>
                </a:lnTo>
                <a:lnTo>
                  <a:pt x="78105" y="28575"/>
                </a:lnTo>
                <a:lnTo>
                  <a:pt x="59055" y="28575"/>
                </a:lnTo>
                <a:lnTo>
                  <a:pt x="59055" y="19050"/>
                </a:lnTo>
                <a:lnTo>
                  <a:pt x="37822" y="19050"/>
                </a:lnTo>
                <a:lnTo>
                  <a:pt x="28297" y="0"/>
                </a:lnTo>
                <a:lnTo>
                  <a:pt x="0" y="0"/>
                </a:lnTo>
                <a:lnTo>
                  <a:pt x="0" y="20955"/>
                </a:lnTo>
                <a:lnTo>
                  <a:pt x="9525" y="20955"/>
                </a:lnTo>
                <a:lnTo>
                  <a:pt x="9525" y="30480"/>
                </a:lnTo>
                <a:lnTo>
                  <a:pt x="21233" y="30480"/>
                </a:lnTo>
                <a:lnTo>
                  <a:pt x="30758" y="4953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6" name="Projected surface region 165">
            <a:extLst xmlns:a="http://schemas.openxmlformats.org/drawingml/2006/main">
              <a:ext uri="{FF2B5EF4-FFF2-40B4-BE49-F238E27FC236}">
                <a16:creationId xmlns:a16="http://schemas.microsoft.com/office/drawing/2014/main" id="{AF154A06-D508-4C8D-BB25-53F1B15F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110" y="3899535"/>
            <a:ext cx="68580" cy="59055"/>
          </a:xfrm>
          <a:custGeom xmlns:a="http://schemas.openxmlformats.org/drawingml/2006/main">
            <a:pathLst>
              <a:path w="68580" h="59055">
                <a:moveTo>
                  <a:pt x="0" y="28575"/>
                </a:moveTo>
                <a:lnTo>
                  <a:pt x="0" y="49530"/>
                </a:lnTo>
                <a:lnTo>
                  <a:pt x="19050" y="49530"/>
                </a:lnTo>
                <a:lnTo>
                  <a:pt x="19050" y="59055"/>
                </a:lnTo>
                <a:lnTo>
                  <a:pt x="59055" y="59055"/>
                </a:lnTo>
                <a:lnTo>
                  <a:pt x="59055" y="40005"/>
                </a:lnTo>
                <a:lnTo>
                  <a:pt x="68580" y="40005"/>
                </a:lnTo>
                <a:lnTo>
                  <a:pt x="68580" y="0"/>
                </a:lnTo>
                <a:lnTo>
                  <a:pt x="38100" y="0"/>
                </a:lnTo>
                <a:lnTo>
                  <a:pt x="38100" y="9525"/>
                </a:lnTo>
                <a:lnTo>
                  <a:pt x="30758" y="9525"/>
                </a:lnTo>
                <a:lnTo>
                  <a:pt x="21233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7" name="Projected surface region 166">
            <a:extLst xmlns:a="http://schemas.openxmlformats.org/drawingml/2006/main">
              <a:ext uri="{FF2B5EF4-FFF2-40B4-BE49-F238E27FC236}">
                <a16:creationId xmlns:a16="http://schemas.microsoft.com/office/drawing/2014/main" id="{4537D573-26B5-4F6E-9A2F-9463E85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85" y="3956685"/>
            <a:ext cx="135255" cy="230505"/>
          </a:xfrm>
          <a:custGeom xmlns:a="http://schemas.openxmlformats.org/drawingml/2006/main">
            <a:pathLst>
              <a:path w="135255" h="230505">
                <a:moveTo>
                  <a:pt x="19050" y="19050"/>
                </a:moveTo>
                <a:lnTo>
                  <a:pt x="19050" y="28575"/>
                </a:lnTo>
                <a:lnTo>
                  <a:pt x="0" y="28575"/>
                </a:lnTo>
                <a:lnTo>
                  <a:pt x="0" y="230505"/>
                </a:lnTo>
                <a:lnTo>
                  <a:pt x="20955" y="230505"/>
                </a:lnTo>
                <a:lnTo>
                  <a:pt x="20955" y="218797"/>
                </a:lnTo>
                <a:lnTo>
                  <a:pt x="40005" y="209272"/>
                </a:lnTo>
                <a:lnTo>
                  <a:pt x="40005" y="192405"/>
                </a:lnTo>
                <a:lnTo>
                  <a:pt x="49530" y="192405"/>
                </a:lnTo>
                <a:lnTo>
                  <a:pt x="49530" y="182880"/>
                </a:lnTo>
                <a:lnTo>
                  <a:pt x="59055" y="182880"/>
                </a:lnTo>
                <a:lnTo>
                  <a:pt x="59055" y="173355"/>
                </a:lnTo>
                <a:lnTo>
                  <a:pt x="68580" y="173355"/>
                </a:lnTo>
                <a:lnTo>
                  <a:pt x="68580" y="163830"/>
                </a:lnTo>
                <a:lnTo>
                  <a:pt x="78105" y="163830"/>
                </a:lnTo>
                <a:lnTo>
                  <a:pt x="78105" y="152122"/>
                </a:lnTo>
                <a:lnTo>
                  <a:pt x="97155" y="142597"/>
                </a:lnTo>
                <a:lnTo>
                  <a:pt x="97155" y="123547"/>
                </a:lnTo>
                <a:lnTo>
                  <a:pt x="116205" y="114022"/>
                </a:lnTo>
                <a:lnTo>
                  <a:pt x="116205" y="78105"/>
                </a:lnTo>
                <a:lnTo>
                  <a:pt x="125730" y="78105"/>
                </a:lnTo>
                <a:lnTo>
                  <a:pt x="125730" y="49530"/>
                </a:lnTo>
                <a:lnTo>
                  <a:pt x="135255" y="49530"/>
                </a:lnTo>
                <a:lnTo>
                  <a:pt x="135255" y="9525"/>
                </a:lnTo>
                <a:lnTo>
                  <a:pt x="87630" y="9525"/>
                </a:lnTo>
                <a:lnTo>
                  <a:pt x="87630" y="0"/>
                </a:lnTo>
                <a:lnTo>
                  <a:pt x="57150" y="0"/>
                </a:lnTo>
                <a:lnTo>
                  <a:pt x="57150" y="9525"/>
                </a:lnTo>
                <a:lnTo>
                  <a:pt x="38100" y="9525"/>
                </a:lnTo>
                <a:lnTo>
                  <a:pt x="38100" y="19050"/>
                </a:lnTo>
                <a:lnTo>
                  <a:pt x="19050" y="19050"/>
                </a:lnTo>
                <a:close/>
              </a:path>
            </a:pathLst>
          </a:custGeom>
          <a:solidFill xmlns:a="http://schemas.openxmlformats.org/drawingml/2006/main">
            <a:srgbClr val="79639C"/>
          </a:solidFill>
          <a:ln xmlns:a="http://schemas.openxmlformats.org/drawingml/2006/main" w="0">
            <a:noFill/>
          </a:ln>
        </p:spPr>
      </p:sp>
      <p:sp>
        <p:nvSpPr>
          <p:cNvPr id="248" name="Projected surface region 167">
            <a:extLst xmlns:a="http://schemas.openxmlformats.org/drawingml/2006/main">
              <a:ext uri="{FF2B5EF4-FFF2-40B4-BE49-F238E27FC236}">
                <a16:creationId xmlns:a16="http://schemas.microsoft.com/office/drawing/2014/main" id="{8D7239B0-B483-4FBC-A107-CD716A4A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835" y="2385060"/>
            <a:ext cx="30480" cy="68580"/>
          </a:xfrm>
          <a:custGeom xmlns:a="http://schemas.openxmlformats.org/drawingml/2006/main">
            <a:pathLst>
              <a:path w="30480" h="68580">
                <a:moveTo>
                  <a:pt x="0" y="38100"/>
                </a:moveTo>
                <a:lnTo>
                  <a:pt x="0" y="68580"/>
                </a:lnTo>
                <a:lnTo>
                  <a:pt x="30480" y="68580"/>
                </a:lnTo>
                <a:lnTo>
                  <a:pt x="30480" y="0"/>
                </a:lnTo>
                <a:lnTo>
                  <a:pt x="9525" y="0"/>
                </a:lnTo>
                <a:lnTo>
                  <a:pt x="9525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47B881"/>
          </a:solidFill>
          <a:ln xmlns:a="http://schemas.openxmlformats.org/drawingml/2006/main" w="0">
            <a:noFill/>
          </a:ln>
        </p:spPr>
      </p:sp>
      <p:sp>
        <p:nvSpPr>
          <p:cNvPr id="249" name="Projected surface region 168">
            <a:extLst xmlns:a="http://schemas.openxmlformats.org/drawingml/2006/main">
              <a:ext uri="{FF2B5EF4-FFF2-40B4-BE49-F238E27FC236}">
                <a16:creationId xmlns:a16="http://schemas.microsoft.com/office/drawing/2014/main" id="{C71FE8A8-8CD0-46A7-937B-BA081580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685" y="2051685"/>
            <a:ext cx="201930" cy="214987"/>
          </a:xfrm>
          <a:custGeom xmlns:a="http://schemas.openxmlformats.org/drawingml/2006/main">
            <a:pathLst>
              <a:path w="201930" h="214987">
                <a:moveTo>
                  <a:pt x="9525" y="20955"/>
                </a:moveTo>
                <a:lnTo>
                  <a:pt x="9525" y="59055"/>
                </a:lnTo>
                <a:lnTo>
                  <a:pt x="19050" y="59055"/>
                </a:lnTo>
                <a:lnTo>
                  <a:pt x="19050" y="106680"/>
                </a:lnTo>
                <a:lnTo>
                  <a:pt x="28575" y="106680"/>
                </a:lnTo>
                <a:lnTo>
                  <a:pt x="28575" y="144780"/>
                </a:lnTo>
                <a:lnTo>
                  <a:pt x="38100" y="144780"/>
                </a:lnTo>
                <a:lnTo>
                  <a:pt x="38100" y="180697"/>
                </a:lnTo>
                <a:lnTo>
                  <a:pt x="68580" y="195937"/>
                </a:lnTo>
                <a:lnTo>
                  <a:pt x="68580" y="182880"/>
                </a:lnTo>
                <a:lnTo>
                  <a:pt x="97155" y="182880"/>
                </a:lnTo>
                <a:lnTo>
                  <a:pt x="97155" y="173355"/>
                </a:lnTo>
                <a:lnTo>
                  <a:pt x="114300" y="173355"/>
                </a:lnTo>
                <a:lnTo>
                  <a:pt x="114300" y="182880"/>
                </a:lnTo>
                <a:lnTo>
                  <a:pt x="142875" y="182880"/>
                </a:lnTo>
                <a:lnTo>
                  <a:pt x="142875" y="192405"/>
                </a:lnTo>
                <a:lnTo>
                  <a:pt x="171450" y="192405"/>
                </a:lnTo>
                <a:lnTo>
                  <a:pt x="171450" y="199747"/>
                </a:lnTo>
                <a:lnTo>
                  <a:pt x="201930" y="214987"/>
                </a:lnTo>
                <a:lnTo>
                  <a:pt x="201930" y="183158"/>
                </a:lnTo>
                <a:lnTo>
                  <a:pt x="182880" y="173633"/>
                </a:lnTo>
                <a:lnTo>
                  <a:pt x="182880" y="154583"/>
                </a:lnTo>
                <a:lnTo>
                  <a:pt x="163830" y="145058"/>
                </a:lnTo>
                <a:lnTo>
                  <a:pt x="163830" y="126008"/>
                </a:lnTo>
                <a:lnTo>
                  <a:pt x="144780" y="116483"/>
                </a:lnTo>
                <a:lnTo>
                  <a:pt x="144780" y="95250"/>
                </a:lnTo>
                <a:lnTo>
                  <a:pt x="135255" y="95250"/>
                </a:lnTo>
                <a:lnTo>
                  <a:pt x="135255" y="85725"/>
                </a:lnTo>
                <a:lnTo>
                  <a:pt x="125730" y="85725"/>
                </a:lnTo>
                <a:lnTo>
                  <a:pt x="125730" y="78383"/>
                </a:lnTo>
                <a:lnTo>
                  <a:pt x="106680" y="68858"/>
                </a:lnTo>
                <a:lnTo>
                  <a:pt x="106680" y="47625"/>
                </a:lnTo>
                <a:lnTo>
                  <a:pt x="94972" y="47625"/>
                </a:lnTo>
                <a:lnTo>
                  <a:pt x="85447" y="28575"/>
                </a:lnTo>
                <a:lnTo>
                  <a:pt x="68580" y="28575"/>
                </a:lnTo>
                <a:lnTo>
                  <a:pt x="68580" y="19050"/>
                </a:lnTo>
                <a:lnTo>
                  <a:pt x="49530" y="19050"/>
                </a:lnTo>
                <a:lnTo>
                  <a:pt x="49530" y="9525"/>
                </a:lnTo>
                <a:lnTo>
                  <a:pt x="30480" y="9525"/>
                </a:lnTo>
                <a:lnTo>
                  <a:pt x="30480" y="0"/>
                </a:lnTo>
                <a:lnTo>
                  <a:pt x="0" y="0"/>
                </a:lnTo>
                <a:lnTo>
                  <a:pt x="0" y="20955"/>
                </a:lnTo>
                <a:lnTo>
                  <a:pt x="9525" y="20955"/>
                </a:lnTo>
                <a:close/>
              </a:path>
            </a:pathLst>
          </a:custGeom>
          <a:solidFill xmlns:a="http://schemas.openxmlformats.org/drawingml/2006/main">
            <a:srgbClr val="47B881"/>
          </a:solidFill>
          <a:ln xmlns:a="http://schemas.openxmlformats.org/drawingml/2006/main" w="0">
            <a:noFill/>
          </a:ln>
        </p:spPr>
      </p:sp>
      <p:sp>
        <p:nvSpPr>
          <p:cNvPr id="250" name="Projected surface region 169">
            <a:extLst xmlns:a="http://schemas.openxmlformats.org/drawingml/2006/main">
              <a:ext uri="{FF2B5EF4-FFF2-40B4-BE49-F238E27FC236}">
                <a16:creationId xmlns:a16="http://schemas.microsoft.com/office/drawing/2014/main" id="{795FB86B-B6D7-4AB1-A47F-3E24280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1927860"/>
            <a:ext cx="173355" cy="710287"/>
          </a:xfrm>
          <a:custGeom xmlns:a="http://schemas.openxmlformats.org/drawingml/2006/main">
            <a:pathLst>
              <a:path w="173355" h="710287">
                <a:moveTo>
                  <a:pt x="116205" y="487680"/>
                </a:moveTo>
                <a:lnTo>
                  <a:pt x="125730" y="487680"/>
                </a:lnTo>
                <a:lnTo>
                  <a:pt x="125730" y="449580"/>
                </a:lnTo>
                <a:lnTo>
                  <a:pt x="135255" y="449580"/>
                </a:lnTo>
                <a:lnTo>
                  <a:pt x="135255" y="411480"/>
                </a:lnTo>
                <a:lnTo>
                  <a:pt x="144780" y="411480"/>
                </a:lnTo>
                <a:lnTo>
                  <a:pt x="144780" y="373380"/>
                </a:lnTo>
                <a:lnTo>
                  <a:pt x="154305" y="373380"/>
                </a:lnTo>
                <a:lnTo>
                  <a:pt x="154305" y="338812"/>
                </a:lnTo>
                <a:lnTo>
                  <a:pt x="173355" y="348337"/>
                </a:lnTo>
                <a:lnTo>
                  <a:pt x="173355" y="314325"/>
                </a:lnTo>
                <a:lnTo>
                  <a:pt x="163830" y="314325"/>
                </a:lnTo>
                <a:lnTo>
                  <a:pt x="163830" y="276225"/>
                </a:lnTo>
                <a:lnTo>
                  <a:pt x="154305" y="276225"/>
                </a:lnTo>
                <a:lnTo>
                  <a:pt x="154305" y="228600"/>
                </a:lnTo>
                <a:lnTo>
                  <a:pt x="144780" y="228600"/>
                </a:lnTo>
                <a:lnTo>
                  <a:pt x="144780" y="171450"/>
                </a:lnTo>
                <a:lnTo>
                  <a:pt x="135255" y="171450"/>
                </a:lnTo>
                <a:lnTo>
                  <a:pt x="135255" y="95250"/>
                </a:lnTo>
                <a:lnTo>
                  <a:pt x="125730" y="95250"/>
                </a:lnTo>
                <a:lnTo>
                  <a:pt x="125730" y="47625"/>
                </a:lnTo>
                <a:lnTo>
                  <a:pt x="116205" y="47625"/>
                </a:lnTo>
                <a:lnTo>
                  <a:pt x="116205" y="0"/>
                </a:lnTo>
                <a:lnTo>
                  <a:pt x="85725" y="0"/>
                </a:lnTo>
                <a:lnTo>
                  <a:pt x="85725" y="47625"/>
                </a:lnTo>
                <a:lnTo>
                  <a:pt x="76200" y="47625"/>
                </a:lnTo>
                <a:lnTo>
                  <a:pt x="76200" y="104775"/>
                </a:lnTo>
                <a:lnTo>
                  <a:pt x="66675" y="104775"/>
                </a:lnTo>
                <a:lnTo>
                  <a:pt x="66675" y="180975"/>
                </a:lnTo>
                <a:lnTo>
                  <a:pt x="57150" y="180975"/>
                </a:lnTo>
                <a:lnTo>
                  <a:pt x="57150" y="247650"/>
                </a:lnTo>
                <a:lnTo>
                  <a:pt x="47625" y="247650"/>
                </a:lnTo>
                <a:lnTo>
                  <a:pt x="47625" y="304800"/>
                </a:lnTo>
                <a:lnTo>
                  <a:pt x="38100" y="304800"/>
                </a:lnTo>
                <a:lnTo>
                  <a:pt x="38100" y="361950"/>
                </a:lnTo>
                <a:lnTo>
                  <a:pt x="28575" y="361950"/>
                </a:lnTo>
                <a:lnTo>
                  <a:pt x="28575" y="409575"/>
                </a:lnTo>
                <a:lnTo>
                  <a:pt x="19050" y="409575"/>
                </a:lnTo>
                <a:lnTo>
                  <a:pt x="19050" y="466725"/>
                </a:lnTo>
                <a:lnTo>
                  <a:pt x="9525" y="466725"/>
                </a:lnTo>
                <a:lnTo>
                  <a:pt x="9525" y="533400"/>
                </a:lnTo>
                <a:lnTo>
                  <a:pt x="0" y="533400"/>
                </a:lnTo>
                <a:lnTo>
                  <a:pt x="0" y="561697"/>
                </a:lnTo>
                <a:lnTo>
                  <a:pt x="19050" y="571222"/>
                </a:lnTo>
                <a:lnTo>
                  <a:pt x="19050" y="611505"/>
                </a:lnTo>
                <a:lnTo>
                  <a:pt x="28575" y="611505"/>
                </a:lnTo>
                <a:lnTo>
                  <a:pt x="28575" y="649605"/>
                </a:lnTo>
                <a:lnTo>
                  <a:pt x="38100" y="649605"/>
                </a:lnTo>
                <a:lnTo>
                  <a:pt x="38100" y="668655"/>
                </a:lnTo>
                <a:lnTo>
                  <a:pt x="47625" y="668655"/>
                </a:lnTo>
                <a:lnTo>
                  <a:pt x="47625" y="710287"/>
                </a:lnTo>
                <a:lnTo>
                  <a:pt x="78105" y="695047"/>
                </a:lnTo>
                <a:lnTo>
                  <a:pt x="78105" y="659130"/>
                </a:lnTo>
                <a:lnTo>
                  <a:pt x="87630" y="659130"/>
                </a:lnTo>
                <a:lnTo>
                  <a:pt x="87630" y="621030"/>
                </a:lnTo>
                <a:lnTo>
                  <a:pt x="97155" y="621030"/>
                </a:lnTo>
                <a:lnTo>
                  <a:pt x="97155" y="582930"/>
                </a:lnTo>
                <a:lnTo>
                  <a:pt x="106680" y="582930"/>
                </a:lnTo>
                <a:lnTo>
                  <a:pt x="106680" y="544830"/>
                </a:lnTo>
                <a:lnTo>
                  <a:pt x="116205" y="544830"/>
                </a:lnTo>
                <a:lnTo>
                  <a:pt x="116205" y="487680"/>
                </a:lnTo>
                <a:close/>
              </a:path>
            </a:pathLst>
          </a:custGeom>
          <a:solidFill xmlns:a="http://schemas.openxmlformats.org/drawingml/2006/main">
            <a:srgbClr val="36AC8C"/>
          </a:solidFill>
          <a:ln xmlns:a="http://schemas.openxmlformats.org/drawingml/2006/main" w="0">
            <a:noFill/>
          </a:ln>
        </p:spPr>
      </p:sp>
      <p:sp>
        <p:nvSpPr>
          <p:cNvPr id="251" name="Projected surface region 170">
            <a:extLst xmlns:a="http://schemas.openxmlformats.org/drawingml/2006/main">
              <a:ext uri="{FF2B5EF4-FFF2-40B4-BE49-F238E27FC236}">
                <a16:creationId xmlns:a16="http://schemas.microsoft.com/office/drawing/2014/main" id="{65440296-5245-4DCB-A198-6EFD0972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485" y="2242185"/>
            <a:ext cx="232457" cy="497205"/>
          </a:xfrm>
          <a:custGeom xmlns:a="http://schemas.openxmlformats.org/drawingml/2006/main">
            <a:pathLst>
              <a:path w="232457" h="497205">
                <a:moveTo>
                  <a:pt x="135255" y="38100"/>
                </a:moveTo>
                <a:lnTo>
                  <a:pt x="135255" y="0"/>
                </a:lnTo>
                <a:lnTo>
                  <a:pt x="104775" y="0"/>
                </a:lnTo>
                <a:lnTo>
                  <a:pt x="104775" y="9525"/>
                </a:lnTo>
                <a:lnTo>
                  <a:pt x="95250" y="9525"/>
                </a:lnTo>
                <a:lnTo>
                  <a:pt x="95250" y="28575"/>
                </a:lnTo>
                <a:lnTo>
                  <a:pt x="85725" y="28575"/>
                </a:lnTo>
                <a:lnTo>
                  <a:pt x="85725" y="38100"/>
                </a:lnTo>
                <a:lnTo>
                  <a:pt x="76200" y="38100"/>
                </a:lnTo>
                <a:lnTo>
                  <a:pt x="76200" y="47625"/>
                </a:lnTo>
                <a:lnTo>
                  <a:pt x="66675" y="47625"/>
                </a:lnTo>
                <a:lnTo>
                  <a:pt x="66675" y="59333"/>
                </a:lnTo>
                <a:lnTo>
                  <a:pt x="47625" y="68858"/>
                </a:lnTo>
                <a:lnTo>
                  <a:pt x="47625" y="85725"/>
                </a:lnTo>
                <a:lnTo>
                  <a:pt x="38100" y="85725"/>
                </a:lnTo>
                <a:lnTo>
                  <a:pt x="38100" y="104775"/>
                </a:lnTo>
                <a:lnTo>
                  <a:pt x="28575" y="104775"/>
                </a:lnTo>
                <a:lnTo>
                  <a:pt x="28575" y="123825"/>
                </a:lnTo>
                <a:lnTo>
                  <a:pt x="19050" y="123825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182880"/>
                </a:lnTo>
                <a:lnTo>
                  <a:pt x="9525" y="182880"/>
                </a:lnTo>
                <a:lnTo>
                  <a:pt x="9525" y="211455"/>
                </a:lnTo>
                <a:lnTo>
                  <a:pt x="19050" y="211455"/>
                </a:lnTo>
                <a:lnTo>
                  <a:pt x="19050" y="278130"/>
                </a:lnTo>
                <a:lnTo>
                  <a:pt x="28575" y="278130"/>
                </a:lnTo>
                <a:lnTo>
                  <a:pt x="28575" y="344805"/>
                </a:lnTo>
                <a:lnTo>
                  <a:pt x="38100" y="344805"/>
                </a:lnTo>
                <a:lnTo>
                  <a:pt x="38100" y="401955"/>
                </a:lnTo>
                <a:lnTo>
                  <a:pt x="47625" y="401955"/>
                </a:lnTo>
                <a:lnTo>
                  <a:pt x="47625" y="440055"/>
                </a:lnTo>
                <a:lnTo>
                  <a:pt x="68580" y="440055"/>
                </a:lnTo>
                <a:lnTo>
                  <a:pt x="68580" y="430530"/>
                </a:lnTo>
                <a:lnTo>
                  <a:pt x="78105" y="430530"/>
                </a:lnTo>
                <a:lnTo>
                  <a:pt x="78105" y="411480"/>
                </a:lnTo>
                <a:lnTo>
                  <a:pt x="97155" y="411480"/>
                </a:lnTo>
                <a:lnTo>
                  <a:pt x="97155" y="401955"/>
                </a:lnTo>
                <a:lnTo>
                  <a:pt x="104497" y="401955"/>
                </a:lnTo>
                <a:lnTo>
                  <a:pt x="114022" y="382905"/>
                </a:lnTo>
                <a:lnTo>
                  <a:pt x="135255" y="382905"/>
                </a:lnTo>
                <a:lnTo>
                  <a:pt x="135255" y="373380"/>
                </a:lnTo>
                <a:lnTo>
                  <a:pt x="163830" y="373380"/>
                </a:lnTo>
                <a:lnTo>
                  <a:pt x="163830" y="363855"/>
                </a:lnTo>
                <a:lnTo>
                  <a:pt x="171450" y="363855"/>
                </a:lnTo>
                <a:lnTo>
                  <a:pt x="171450" y="497205"/>
                </a:lnTo>
                <a:lnTo>
                  <a:pt x="192405" y="497205"/>
                </a:lnTo>
                <a:lnTo>
                  <a:pt x="192405" y="468630"/>
                </a:lnTo>
                <a:lnTo>
                  <a:pt x="201930" y="468630"/>
                </a:lnTo>
                <a:lnTo>
                  <a:pt x="201930" y="449580"/>
                </a:lnTo>
                <a:lnTo>
                  <a:pt x="211455" y="449580"/>
                </a:lnTo>
                <a:lnTo>
                  <a:pt x="211455" y="421005"/>
                </a:lnTo>
                <a:lnTo>
                  <a:pt x="218797" y="421005"/>
                </a:lnTo>
                <a:lnTo>
                  <a:pt x="232457" y="393684"/>
                </a:lnTo>
                <a:lnTo>
                  <a:pt x="211455" y="383183"/>
                </a:lnTo>
                <a:lnTo>
                  <a:pt x="211455" y="342900"/>
                </a:lnTo>
                <a:lnTo>
                  <a:pt x="201930" y="342900"/>
                </a:lnTo>
                <a:lnTo>
                  <a:pt x="201930" y="295275"/>
                </a:lnTo>
                <a:lnTo>
                  <a:pt x="192405" y="295275"/>
                </a:lnTo>
                <a:lnTo>
                  <a:pt x="192405" y="257175"/>
                </a:lnTo>
                <a:lnTo>
                  <a:pt x="182880" y="257175"/>
                </a:lnTo>
                <a:lnTo>
                  <a:pt x="182880" y="219075"/>
                </a:lnTo>
                <a:lnTo>
                  <a:pt x="173355" y="219075"/>
                </a:lnTo>
                <a:lnTo>
                  <a:pt x="173355" y="171450"/>
                </a:lnTo>
                <a:lnTo>
                  <a:pt x="163830" y="171450"/>
                </a:lnTo>
                <a:lnTo>
                  <a:pt x="163830" y="142875"/>
                </a:lnTo>
                <a:lnTo>
                  <a:pt x="154305" y="142875"/>
                </a:lnTo>
                <a:lnTo>
                  <a:pt x="154305" y="85725"/>
                </a:lnTo>
                <a:lnTo>
                  <a:pt x="144780" y="85725"/>
                </a:lnTo>
                <a:lnTo>
                  <a:pt x="144780" y="38100"/>
                </a:lnTo>
                <a:lnTo>
                  <a:pt x="135255" y="38100"/>
                </a:lnTo>
                <a:close/>
              </a:path>
            </a:pathLst>
          </a:custGeom>
          <a:solidFill xmlns:a="http://schemas.openxmlformats.org/drawingml/2006/main">
            <a:srgbClr val="36AC8C"/>
          </a:solidFill>
          <a:ln xmlns:a="http://schemas.openxmlformats.org/drawingml/2006/main" w="0">
            <a:noFill/>
          </a:ln>
        </p:spPr>
      </p:sp>
      <p:sp>
        <p:nvSpPr>
          <p:cNvPr id="252" name="Projected surface region 171">
            <a:extLst xmlns:a="http://schemas.openxmlformats.org/drawingml/2006/main">
              <a:ext uri="{FF2B5EF4-FFF2-40B4-BE49-F238E27FC236}">
                <a16:creationId xmlns:a16="http://schemas.microsoft.com/office/drawing/2014/main" id="{79CDD5C2-9E6C-4BE0-BB79-F38C204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485" y="2766060"/>
            <a:ext cx="40005" cy="110212"/>
          </a:xfrm>
          <a:custGeom xmlns:a="http://schemas.openxmlformats.org/drawingml/2006/main">
            <a:pathLst>
              <a:path w="40005" h="110212">
                <a:moveTo>
                  <a:pt x="9525" y="28575"/>
                </a:moveTo>
                <a:lnTo>
                  <a:pt x="9525" y="76200"/>
                </a:lnTo>
                <a:lnTo>
                  <a:pt x="0" y="76200"/>
                </a:lnTo>
                <a:lnTo>
                  <a:pt x="0" y="110212"/>
                </a:lnTo>
                <a:lnTo>
                  <a:pt x="30480" y="94972"/>
                </a:lnTo>
                <a:lnTo>
                  <a:pt x="30480" y="49530"/>
                </a:lnTo>
                <a:lnTo>
                  <a:pt x="40005" y="49530"/>
                </a:lnTo>
                <a:lnTo>
                  <a:pt x="40005" y="0"/>
                </a:lnTo>
                <a:lnTo>
                  <a:pt x="19050" y="0"/>
                </a:lnTo>
                <a:lnTo>
                  <a:pt x="19050" y="28575"/>
                </a:lnTo>
                <a:lnTo>
                  <a:pt x="9525" y="28575"/>
                </a:lnTo>
                <a:close/>
              </a:path>
            </a:pathLst>
          </a:custGeom>
          <a:solidFill xmlns:a="http://schemas.openxmlformats.org/drawingml/2006/main">
            <a:srgbClr val="73A9B2"/>
          </a:solidFill>
          <a:ln xmlns:a="http://schemas.openxmlformats.org/drawingml/2006/main" w="0">
            <a:noFill/>
          </a:ln>
        </p:spPr>
      </p:sp>
      <p:sp>
        <p:nvSpPr>
          <p:cNvPr id="253" name="Projected surface region 172">
            <a:extLst xmlns:a="http://schemas.openxmlformats.org/drawingml/2006/main">
              <a:ext uri="{FF2B5EF4-FFF2-40B4-BE49-F238E27FC236}">
                <a16:creationId xmlns:a16="http://schemas.microsoft.com/office/drawing/2014/main" id="{C4ABB087-CBBE-4967-8199-0393C4C5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235" y="3057803"/>
            <a:ext cx="154305" cy="386437"/>
          </a:xfrm>
          <a:custGeom xmlns:a="http://schemas.openxmlformats.org/drawingml/2006/main">
            <a:pathLst>
              <a:path w="154305" h="386437">
                <a:moveTo>
                  <a:pt x="9525" y="43537"/>
                </a:moveTo>
                <a:lnTo>
                  <a:pt x="9525" y="98504"/>
                </a:lnTo>
                <a:lnTo>
                  <a:pt x="28575" y="108029"/>
                </a:lnTo>
                <a:lnTo>
                  <a:pt x="28575" y="108307"/>
                </a:lnTo>
                <a:lnTo>
                  <a:pt x="19050" y="108307"/>
                </a:lnTo>
                <a:lnTo>
                  <a:pt x="19050" y="148312"/>
                </a:lnTo>
                <a:lnTo>
                  <a:pt x="28575" y="148312"/>
                </a:lnTo>
                <a:lnTo>
                  <a:pt x="28575" y="167362"/>
                </a:lnTo>
                <a:lnTo>
                  <a:pt x="38100" y="167362"/>
                </a:lnTo>
                <a:lnTo>
                  <a:pt x="38100" y="214987"/>
                </a:lnTo>
                <a:lnTo>
                  <a:pt x="47625" y="214987"/>
                </a:lnTo>
                <a:lnTo>
                  <a:pt x="47625" y="243562"/>
                </a:lnTo>
                <a:lnTo>
                  <a:pt x="57150" y="243562"/>
                </a:lnTo>
                <a:lnTo>
                  <a:pt x="57150" y="291187"/>
                </a:lnTo>
                <a:lnTo>
                  <a:pt x="66675" y="291187"/>
                </a:lnTo>
                <a:lnTo>
                  <a:pt x="66675" y="319762"/>
                </a:lnTo>
                <a:lnTo>
                  <a:pt x="87630" y="319762"/>
                </a:lnTo>
                <a:lnTo>
                  <a:pt x="87630" y="291187"/>
                </a:lnTo>
                <a:lnTo>
                  <a:pt x="95250" y="291187"/>
                </a:lnTo>
                <a:lnTo>
                  <a:pt x="95250" y="319762"/>
                </a:lnTo>
                <a:lnTo>
                  <a:pt x="104775" y="319762"/>
                </a:lnTo>
                <a:lnTo>
                  <a:pt x="104775" y="338812"/>
                </a:lnTo>
                <a:lnTo>
                  <a:pt x="114300" y="338812"/>
                </a:lnTo>
                <a:lnTo>
                  <a:pt x="114300" y="367387"/>
                </a:lnTo>
                <a:lnTo>
                  <a:pt x="123825" y="367387"/>
                </a:lnTo>
                <a:lnTo>
                  <a:pt x="123825" y="386437"/>
                </a:lnTo>
                <a:lnTo>
                  <a:pt x="144780" y="386437"/>
                </a:lnTo>
                <a:lnTo>
                  <a:pt x="144780" y="376912"/>
                </a:lnTo>
                <a:lnTo>
                  <a:pt x="154305" y="376912"/>
                </a:lnTo>
                <a:lnTo>
                  <a:pt x="154305" y="317857"/>
                </a:lnTo>
                <a:lnTo>
                  <a:pt x="144780" y="317857"/>
                </a:lnTo>
                <a:lnTo>
                  <a:pt x="144780" y="279757"/>
                </a:lnTo>
                <a:lnTo>
                  <a:pt x="135255" y="279757"/>
                </a:lnTo>
                <a:lnTo>
                  <a:pt x="135255" y="232132"/>
                </a:lnTo>
                <a:lnTo>
                  <a:pt x="125730" y="232132"/>
                </a:lnTo>
                <a:lnTo>
                  <a:pt x="125730" y="214987"/>
                </a:lnTo>
                <a:lnTo>
                  <a:pt x="135255" y="214987"/>
                </a:lnTo>
                <a:lnTo>
                  <a:pt x="135255" y="194032"/>
                </a:lnTo>
                <a:lnTo>
                  <a:pt x="125730" y="194032"/>
                </a:lnTo>
                <a:lnTo>
                  <a:pt x="125730" y="186690"/>
                </a:lnTo>
                <a:lnTo>
                  <a:pt x="106680" y="177165"/>
                </a:lnTo>
                <a:lnTo>
                  <a:pt x="106680" y="155932"/>
                </a:lnTo>
                <a:lnTo>
                  <a:pt x="97155" y="155932"/>
                </a:lnTo>
                <a:lnTo>
                  <a:pt x="97155" y="139065"/>
                </a:lnTo>
                <a:lnTo>
                  <a:pt x="78105" y="129540"/>
                </a:lnTo>
                <a:lnTo>
                  <a:pt x="78105" y="108307"/>
                </a:lnTo>
                <a:lnTo>
                  <a:pt x="68580" y="108307"/>
                </a:lnTo>
                <a:lnTo>
                  <a:pt x="68580" y="89257"/>
                </a:lnTo>
                <a:lnTo>
                  <a:pt x="59055" y="89257"/>
                </a:lnTo>
                <a:lnTo>
                  <a:pt x="59055" y="79732"/>
                </a:lnTo>
                <a:lnTo>
                  <a:pt x="49530" y="79732"/>
                </a:lnTo>
                <a:lnTo>
                  <a:pt x="49530" y="60682"/>
                </a:lnTo>
                <a:lnTo>
                  <a:pt x="40005" y="60682"/>
                </a:lnTo>
                <a:lnTo>
                  <a:pt x="40005" y="32107"/>
                </a:lnTo>
                <a:lnTo>
                  <a:pt x="30480" y="32107"/>
                </a:lnTo>
                <a:lnTo>
                  <a:pt x="30480" y="15240"/>
                </a:lnTo>
                <a:lnTo>
                  <a:pt x="0" y="0"/>
                </a:lnTo>
                <a:lnTo>
                  <a:pt x="0" y="43537"/>
                </a:lnTo>
                <a:lnTo>
                  <a:pt x="9525" y="43537"/>
                </a:lnTo>
                <a:close/>
              </a:path>
            </a:pathLst>
          </a:custGeom>
          <a:solidFill xmlns:a="http://schemas.openxmlformats.org/drawingml/2006/main">
            <a:srgbClr val="407494"/>
          </a:solidFill>
          <a:ln xmlns:a="http://schemas.openxmlformats.org/drawingml/2006/main" w="0">
            <a:noFill/>
          </a:ln>
        </p:spPr>
      </p:sp>
      <p:sp>
        <p:nvSpPr>
          <p:cNvPr id="254" name="Projected surface region 173">
            <a:extLst xmlns:a="http://schemas.openxmlformats.org/drawingml/2006/main">
              <a:ext uri="{FF2B5EF4-FFF2-40B4-BE49-F238E27FC236}">
                <a16:creationId xmlns:a16="http://schemas.microsoft.com/office/drawing/2014/main" id="{0E034677-3171-4509-9C6C-217FD236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60" y="3061335"/>
            <a:ext cx="297180" cy="344805"/>
          </a:xfrm>
          <a:custGeom xmlns:a="http://schemas.openxmlformats.org/drawingml/2006/main">
            <a:pathLst>
              <a:path w="297180" h="344805">
                <a:moveTo>
                  <a:pt x="19050" y="76200"/>
                </a:moveTo>
                <a:lnTo>
                  <a:pt x="19050" y="85725"/>
                </a:lnTo>
                <a:lnTo>
                  <a:pt x="9525" y="85725"/>
                </a:lnTo>
                <a:lnTo>
                  <a:pt x="9525" y="104775"/>
                </a:lnTo>
                <a:lnTo>
                  <a:pt x="0" y="104775"/>
                </a:lnTo>
                <a:lnTo>
                  <a:pt x="0" y="125730"/>
                </a:lnTo>
                <a:lnTo>
                  <a:pt x="9525" y="125730"/>
                </a:lnTo>
                <a:lnTo>
                  <a:pt x="9525" y="133350"/>
                </a:lnTo>
                <a:lnTo>
                  <a:pt x="0" y="133350"/>
                </a:lnTo>
                <a:lnTo>
                  <a:pt x="0" y="163830"/>
                </a:lnTo>
                <a:lnTo>
                  <a:pt x="9525" y="163830"/>
                </a:lnTo>
                <a:lnTo>
                  <a:pt x="9525" y="173355"/>
                </a:lnTo>
                <a:lnTo>
                  <a:pt x="19050" y="173355"/>
                </a:lnTo>
                <a:lnTo>
                  <a:pt x="19050" y="182880"/>
                </a:lnTo>
                <a:lnTo>
                  <a:pt x="28575" y="182880"/>
                </a:lnTo>
                <a:lnTo>
                  <a:pt x="28575" y="190222"/>
                </a:lnTo>
                <a:lnTo>
                  <a:pt x="47625" y="199747"/>
                </a:lnTo>
                <a:lnTo>
                  <a:pt x="47625" y="220980"/>
                </a:lnTo>
                <a:lnTo>
                  <a:pt x="57150" y="220980"/>
                </a:lnTo>
                <a:lnTo>
                  <a:pt x="57150" y="230505"/>
                </a:lnTo>
                <a:lnTo>
                  <a:pt x="66675" y="230505"/>
                </a:lnTo>
                <a:lnTo>
                  <a:pt x="66675" y="240030"/>
                </a:lnTo>
                <a:lnTo>
                  <a:pt x="76200" y="240030"/>
                </a:lnTo>
                <a:lnTo>
                  <a:pt x="76200" y="249555"/>
                </a:lnTo>
                <a:lnTo>
                  <a:pt x="85725" y="249555"/>
                </a:lnTo>
                <a:lnTo>
                  <a:pt x="85725" y="259080"/>
                </a:lnTo>
                <a:lnTo>
                  <a:pt x="95250" y="259080"/>
                </a:lnTo>
                <a:lnTo>
                  <a:pt x="95250" y="268605"/>
                </a:lnTo>
                <a:lnTo>
                  <a:pt x="104775" y="268605"/>
                </a:lnTo>
                <a:lnTo>
                  <a:pt x="104775" y="278130"/>
                </a:lnTo>
                <a:lnTo>
                  <a:pt x="114300" y="278130"/>
                </a:lnTo>
                <a:lnTo>
                  <a:pt x="114300" y="285472"/>
                </a:lnTo>
                <a:lnTo>
                  <a:pt x="133350" y="294997"/>
                </a:lnTo>
                <a:lnTo>
                  <a:pt x="133350" y="316230"/>
                </a:lnTo>
                <a:lnTo>
                  <a:pt x="142875" y="316230"/>
                </a:lnTo>
                <a:lnTo>
                  <a:pt x="142875" y="325755"/>
                </a:lnTo>
                <a:lnTo>
                  <a:pt x="154583" y="325755"/>
                </a:lnTo>
                <a:lnTo>
                  <a:pt x="164108" y="344805"/>
                </a:lnTo>
                <a:lnTo>
                  <a:pt x="201930" y="344805"/>
                </a:lnTo>
                <a:lnTo>
                  <a:pt x="201930" y="333097"/>
                </a:lnTo>
                <a:lnTo>
                  <a:pt x="220980" y="323572"/>
                </a:lnTo>
                <a:lnTo>
                  <a:pt x="220980" y="297180"/>
                </a:lnTo>
                <a:lnTo>
                  <a:pt x="230505" y="297180"/>
                </a:lnTo>
                <a:lnTo>
                  <a:pt x="230505" y="278130"/>
                </a:lnTo>
                <a:lnTo>
                  <a:pt x="240030" y="278130"/>
                </a:lnTo>
                <a:lnTo>
                  <a:pt x="240030" y="259080"/>
                </a:lnTo>
                <a:lnTo>
                  <a:pt x="249555" y="259080"/>
                </a:lnTo>
                <a:lnTo>
                  <a:pt x="249555" y="230505"/>
                </a:lnTo>
                <a:lnTo>
                  <a:pt x="259080" y="230505"/>
                </a:lnTo>
                <a:lnTo>
                  <a:pt x="259080" y="211455"/>
                </a:lnTo>
                <a:lnTo>
                  <a:pt x="268605" y="211455"/>
                </a:lnTo>
                <a:lnTo>
                  <a:pt x="268605" y="182880"/>
                </a:lnTo>
                <a:lnTo>
                  <a:pt x="278130" y="182880"/>
                </a:lnTo>
                <a:lnTo>
                  <a:pt x="278130" y="163830"/>
                </a:lnTo>
                <a:lnTo>
                  <a:pt x="287655" y="163830"/>
                </a:lnTo>
                <a:lnTo>
                  <a:pt x="287655" y="144780"/>
                </a:lnTo>
                <a:lnTo>
                  <a:pt x="297180" y="144780"/>
                </a:lnTo>
                <a:lnTo>
                  <a:pt x="297180" y="123825"/>
                </a:lnTo>
                <a:lnTo>
                  <a:pt x="287655" y="123825"/>
                </a:lnTo>
                <a:lnTo>
                  <a:pt x="287655" y="116483"/>
                </a:lnTo>
                <a:lnTo>
                  <a:pt x="268605" y="106958"/>
                </a:lnTo>
                <a:lnTo>
                  <a:pt x="268605" y="85725"/>
                </a:lnTo>
                <a:lnTo>
                  <a:pt x="259080" y="85725"/>
                </a:lnTo>
                <a:lnTo>
                  <a:pt x="259080" y="66675"/>
                </a:lnTo>
                <a:lnTo>
                  <a:pt x="249555" y="66675"/>
                </a:lnTo>
                <a:lnTo>
                  <a:pt x="249555" y="59333"/>
                </a:lnTo>
                <a:lnTo>
                  <a:pt x="230505" y="49808"/>
                </a:lnTo>
                <a:lnTo>
                  <a:pt x="230505" y="28575"/>
                </a:lnTo>
                <a:lnTo>
                  <a:pt x="220980" y="28575"/>
                </a:lnTo>
                <a:lnTo>
                  <a:pt x="220980" y="19050"/>
                </a:lnTo>
                <a:lnTo>
                  <a:pt x="209272" y="19050"/>
                </a:lnTo>
                <a:lnTo>
                  <a:pt x="199747" y="0"/>
                </a:lnTo>
                <a:lnTo>
                  <a:pt x="161925" y="0"/>
                </a:lnTo>
                <a:lnTo>
                  <a:pt x="161925" y="9525"/>
                </a:lnTo>
                <a:lnTo>
                  <a:pt x="152400" y="9525"/>
                </a:lnTo>
                <a:lnTo>
                  <a:pt x="152400" y="28575"/>
                </a:lnTo>
                <a:lnTo>
                  <a:pt x="142875" y="28575"/>
                </a:lnTo>
                <a:lnTo>
                  <a:pt x="142875" y="47625"/>
                </a:lnTo>
                <a:lnTo>
                  <a:pt x="133350" y="47625"/>
                </a:lnTo>
                <a:lnTo>
                  <a:pt x="133350" y="76200"/>
                </a:lnTo>
                <a:lnTo>
                  <a:pt x="123825" y="76200"/>
                </a:lnTo>
                <a:lnTo>
                  <a:pt x="123825" y="95250"/>
                </a:lnTo>
                <a:lnTo>
                  <a:pt x="114300" y="95250"/>
                </a:lnTo>
                <a:lnTo>
                  <a:pt x="114300" y="114300"/>
                </a:lnTo>
                <a:lnTo>
                  <a:pt x="106680" y="114300"/>
                </a:lnTo>
                <a:lnTo>
                  <a:pt x="106680" y="104775"/>
                </a:lnTo>
                <a:lnTo>
                  <a:pt x="97155" y="104775"/>
                </a:lnTo>
                <a:lnTo>
                  <a:pt x="97155" y="95250"/>
                </a:lnTo>
                <a:lnTo>
                  <a:pt x="78105" y="95250"/>
                </a:lnTo>
                <a:lnTo>
                  <a:pt x="78105" y="85725"/>
                </a:lnTo>
                <a:lnTo>
                  <a:pt x="40005" y="85725"/>
                </a:lnTo>
                <a:lnTo>
                  <a:pt x="40005" y="76200"/>
                </a:lnTo>
                <a:lnTo>
                  <a:pt x="19050" y="76200"/>
                </a:lnTo>
                <a:close/>
              </a:path>
            </a:pathLst>
          </a:custGeom>
          <a:solidFill xmlns:a="http://schemas.openxmlformats.org/drawingml/2006/main">
            <a:srgbClr val="407494"/>
          </a:solidFill>
          <a:ln xmlns:a="http://schemas.openxmlformats.org/drawingml/2006/main" w="0">
            <a:noFill/>
          </a:ln>
        </p:spPr>
      </p:sp>
      <p:sp>
        <p:nvSpPr>
          <p:cNvPr id="255" name="Projected surface region 174">
            <a:extLst xmlns:a="http://schemas.openxmlformats.org/drawingml/2006/main">
              <a:ext uri="{FF2B5EF4-FFF2-40B4-BE49-F238E27FC236}">
                <a16:creationId xmlns:a16="http://schemas.microsoft.com/office/drawing/2014/main" id="{0EB05FE1-0913-46BE-B88D-C6D41280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510" y="3166110"/>
            <a:ext cx="135255" cy="173355"/>
          </a:xfrm>
          <a:custGeom xmlns:a="http://schemas.openxmlformats.org/drawingml/2006/main">
            <a:pathLst>
              <a:path w="135255" h="173355">
                <a:moveTo>
                  <a:pt x="97155" y="38100"/>
                </a:moveTo>
                <a:lnTo>
                  <a:pt x="97155" y="34568"/>
                </a:lnTo>
                <a:lnTo>
                  <a:pt x="66675" y="49808"/>
                </a:lnTo>
                <a:lnTo>
                  <a:pt x="66675" y="66675"/>
                </a:lnTo>
                <a:lnTo>
                  <a:pt x="57150" y="66675"/>
                </a:lnTo>
                <a:lnTo>
                  <a:pt x="57150" y="85725"/>
                </a:lnTo>
                <a:lnTo>
                  <a:pt x="47625" y="85725"/>
                </a:lnTo>
                <a:lnTo>
                  <a:pt x="47625" y="97433"/>
                </a:lnTo>
                <a:lnTo>
                  <a:pt x="28575" y="106958"/>
                </a:lnTo>
                <a:lnTo>
                  <a:pt x="28575" y="123825"/>
                </a:lnTo>
                <a:lnTo>
                  <a:pt x="19050" y="123825"/>
                </a:lnTo>
                <a:lnTo>
                  <a:pt x="19050" y="135533"/>
                </a:lnTo>
                <a:lnTo>
                  <a:pt x="0" y="145058"/>
                </a:lnTo>
                <a:lnTo>
                  <a:pt x="0" y="173355"/>
                </a:lnTo>
                <a:lnTo>
                  <a:pt x="40005" y="173355"/>
                </a:lnTo>
                <a:lnTo>
                  <a:pt x="40005" y="163830"/>
                </a:lnTo>
                <a:lnTo>
                  <a:pt x="47347" y="163830"/>
                </a:lnTo>
                <a:lnTo>
                  <a:pt x="56872" y="144780"/>
                </a:lnTo>
                <a:lnTo>
                  <a:pt x="57150" y="144780"/>
                </a:lnTo>
                <a:lnTo>
                  <a:pt x="57150" y="163830"/>
                </a:lnTo>
                <a:lnTo>
                  <a:pt x="106680" y="163830"/>
                </a:lnTo>
                <a:lnTo>
                  <a:pt x="106680" y="144780"/>
                </a:lnTo>
                <a:lnTo>
                  <a:pt x="116205" y="144780"/>
                </a:lnTo>
                <a:lnTo>
                  <a:pt x="116205" y="123825"/>
                </a:lnTo>
                <a:lnTo>
                  <a:pt x="106680" y="123825"/>
                </a:lnTo>
                <a:lnTo>
                  <a:pt x="106680" y="106680"/>
                </a:lnTo>
                <a:lnTo>
                  <a:pt x="116205" y="106680"/>
                </a:lnTo>
                <a:lnTo>
                  <a:pt x="116205" y="78105"/>
                </a:lnTo>
                <a:lnTo>
                  <a:pt x="125730" y="78105"/>
                </a:lnTo>
                <a:lnTo>
                  <a:pt x="125730" y="49530"/>
                </a:lnTo>
                <a:lnTo>
                  <a:pt x="135255" y="49530"/>
                </a:lnTo>
                <a:lnTo>
                  <a:pt x="135255" y="0"/>
                </a:lnTo>
                <a:lnTo>
                  <a:pt x="114300" y="0"/>
                </a:lnTo>
                <a:lnTo>
                  <a:pt x="114300" y="19050"/>
                </a:lnTo>
                <a:lnTo>
                  <a:pt x="104775" y="19050"/>
                </a:lnTo>
                <a:lnTo>
                  <a:pt x="104775" y="38100"/>
                </a:lnTo>
                <a:lnTo>
                  <a:pt x="97155" y="38100"/>
                </a:lnTo>
                <a:close/>
              </a:path>
            </a:pathLst>
          </a:custGeom>
          <a:solidFill xmlns:a="http://schemas.openxmlformats.org/drawingml/2006/main">
            <a:srgbClr val="407494"/>
          </a:solidFill>
          <a:ln xmlns:a="http://schemas.openxmlformats.org/drawingml/2006/main" w="0">
            <a:noFill/>
          </a:ln>
        </p:spPr>
      </p:sp>
      <p:sp>
        <p:nvSpPr>
          <p:cNvPr id="256" name="Projected surface region 175">
            <a:extLst xmlns:a="http://schemas.openxmlformats.org/drawingml/2006/main">
              <a:ext uri="{FF2B5EF4-FFF2-40B4-BE49-F238E27FC236}">
                <a16:creationId xmlns:a16="http://schemas.microsoft.com/office/drawing/2014/main" id="{D107641D-5F4E-4559-ADAA-FA2A4D46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460" y="3124478"/>
            <a:ext cx="306705" cy="266144"/>
          </a:xfrm>
          <a:custGeom xmlns:a="http://schemas.openxmlformats.org/drawingml/2006/main">
            <a:pathLst>
              <a:path w="306705" h="266144">
                <a:moveTo>
                  <a:pt x="161925" y="34012"/>
                </a:moveTo>
                <a:lnTo>
                  <a:pt x="161925" y="53062"/>
                </a:lnTo>
                <a:lnTo>
                  <a:pt x="171450" y="53062"/>
                </a:lnTo>
                <a:lnTo>
                  <a:pt x="171450" y="72112"/>
                </a:lnTo>
                <a:lnTo>
                  <a:pt x="180975" y="72112"/>
                </a:lnTo>
                <a:lnTo>
                  <a:pt x="180975" y="91162"/>
                </a:lnTo>
                <a:lnTo>
                  <a:pt x="190500" y="91162"/>
                </a:lnTo>
                <a:lnTo>
                  <a:pt x="190500" y="108307"/>
                </a:lnTo>
                <a:lnTo>
                  <a:pt x="180975" y="108307"/>
                </a:lnTo>
                <a:lnTo>
                  <a:pt x="180975" y="117832"/>
                </a:lnTo>
                <a:lnTo>
                  <a:pt x="163830" y="117832"/>
                </a:lnTo>
                <a:lnTo>
                  <a:pt x="163830" y="108307"/>
                </a:lnTo>
                <a:lnTo>
                  <a:pt x="85725" y="108307"/>
                </a:lnTo>
                <a:lnTo>
                  <a:pt x="85725" y="117832"/>
                </a:lnTo>
                <a:lnTo>
                  <a:pt x="76200" y="117832"/>
                </a:lnTo>
                <a:lnTo>
                  <a:pt x="76200" y="127357"/>
                </a:lnTo>
                <a:lnTo>
                  <a:pt x="57150" y="127357"/>
                </a:lnTo>
                <a:lnTo>
                  <a:pt x="57150" y="136882"/>
                </a:lnTo>
                <a:lnTo>
                  <a:pt x="49808" y="136882"/>
                </a:lnTo>
                <a:lnTo>
                  <a:pt x="40283" y="155932"/>
                </a:lnTo>
                <a:lnTo>
                  <a:pt x="37822" y="155932"/>
                </a:lnTo>
                <a:lnTo>
                  <a:pt x="28297" y="136882"/>
                </a:lnTo>
                <a:lnTo>
                  <a:pt x="0" y="136882"/>
                </a:lnTo>
                <a:lnTo>
                  <a:pt x="0" y="157837"/>
                </a:lnTo>
                <a:lnTo>
                  <a:pt x="9525" y="157837"/>
                </a:lnTo>
                <a:lnTo>
                  <a:pt x="9525" y="174704"/>
                </a:lnTo>
                <a:lnTo>
                  <a:pt x="28575" y="184229"/>
                </a:lnTo>
                <a:lnTo>
                  <a:pt x="28575" y="203279"/>
                </a:lnTo>
                <a:lnTo>
                  <a:pt x="47625" y="212804"/>
                </a:lnTo>
                <a:lnTo>
                  <a:pt x="47625" y="243562"/>
                </a:lnTo>
                <a:lnTo>
                  <a:pt x="57150" y="243562"/>
                </a:lnTo>
                <a:lnTo>
                  <a:pt x="57150" y="266144"/>
                </a:lnTo>
                <a:lnTo>
                  <a:pt x="87630" y="250904"/>
                </a:lnTo>
                <a:lnTo>
                  <a:pt x="87630" y="234037"/>
                </a:lnTo>
                <a:lnTo>
                  <a:pt x="97155" y="234037"/>
                </a:lnTo>
                <a:lnTo>
                  <a:pt x="97155" y="214987"/>
                </a:lnTo>
                <a:lnTo>
                  <a:pt x="106680" y="214987"/>
                </a:lnTo>
                <a:lnTo>
                  <a:pt x="106680" y="205462"/>
                </a:lnTo>
                <a:lnTo>
                  <a:pt x="142875" y="205462"/>
                </a:lnTo>
                <a:lnTo>
                  <a:pt x="142875" y="214987"/>
                </a:lnTo>
                <a:lnTo>
                  <a:pt x="237847" y="214987"/>
                </a:lnTo>
                <a:lnTo>
                  <a:pt x="247372" y="195937"/>
                </a:lnTo>
                <a:lnTo>
                  <a:pt x="247650" y="195937"/>
                </a:lnTo>
                <a:lnTo>
                  <a:pt x="247650" y="205462"/>
                </a:lnTo>
                <a:lnTo>
                  <a:pt x="268605" y="205462"/>
                </a:lnTo>
                <a:lnTo>
                  <a:pt x="268605" y="195937"/>
                </a:lnTo>
                <a:lnTo>
                  <a:pt x="306705" y="195937"/>
                </a:lnTo>
                <a:lnTo>
                  <a:pt x="306705" y="155932"/>
                </a:lnTo>
                <a:lnTo>
                  <a:pt x="285750" y="155932"/>
                </a:lnTo>
                <a:lnTo>
                  <a:pt x="285750" y="174982"/>
                </a:lnTo>
                <a:lnTo>
                  <a:pt x="278130" y="174982"/>
                </a:lnTo>
                <a:lnTo>
                  <a:pt x="278130" y="155932"/>
                </a:lnTo>
                <a:lnTo>
                  <a:pt x="268605" y="155932"/>
                </a:lnTo>
                <a:lnTo>
                  <a:pt x="268605" y="136882"/>
                </a:lnTo>
                <a:lnTo>
                  <a:pt x="259080" y="136882"/>
                </a:lnTo>
                <a:lnTo>
                  <a:pt x="259080" y="127357"/>
                </a:lnTo>
                <a:lnTo>
                  <a:pt x="249555" y="127357"/>
                </a:lnTo>
                <a:lnTo>
                  <a:pt x="249555" y="120015"/>
                </a:lnTo>
                <a:lnTo>
                  <a:pt x="230505" y="110490"/>
                </a:lnTo>
                <a:lnTo>
                  <a:pt x="230505" y="91440"/>
                </a:lnTo>
                <a:lnTo>
                  <a:pt x="211455" y="81915"/>
                </a:lnTo>
                <a:lnTo>
                  <a:pt x="211455" y="60682"/>
                </a:lnTo>
                <a:lnTo>
                  <a:pt x="201930" y="60682"/>
                </a:lnTo>
                <a:lnTo>
                  <a:pt x="201930" y="41632"/>
                </a:lnTo>
                <a:lnTo>
                  <a:pt x="192405" y="41632"/>
                </a:lnTo>
                <a:lnTo>
                  <a:pt x="192405" y="22582"/>
                </a:lnTo>
                <a:lnTo>
                  <a:pt x="182880" y="22582"/>
                </a:lnTo>
                <a:lnTo>
                  <a:pt x="182880" y="15240"/>
                </a:lnTo>
                <a:lnTo>
                  <a:pt x="152400" y="0"/>
                </a:lnTo>
                <a:lnTo>
                  <a:pt x="152400" y="34012"/>
                </a:lnTo>
                <a:lnTo>
                  <a:pt x="161925" y="34012"/>
                </a:lnTo>
                <a:close/>
              </a:path>
            </a:pathLst>
          </a:custGeom>
          <a:solidFill xmlns:a="http://schemas.openxmlformats.org/drawingml/2006/main">
            <a:srgbClr val="407494"/>
          </a:solidFill>
          <a:ln xmlns:a="http://schemas.openxmlformats.org/drawingml/2006/main" w="0">
            <a:noFill/>
          </a:ln>
        </p:spPr>
      </p:sp>
      <p:sp>
        <p:nvSpPr>
          <p:cNvPr id="257" name="Projected surface region 176">
            <a:extLst xmlns:a="http://schemas.openxmlformats.org/drawingml/2006/main">
              <a:ext uri="{FF2B5EF4-FFF2-40B4-BE49-F238E27FC236}">
                <a16:creationId xmlns:a16="http://schemas.microsoft.com/office/drawing/2014/main" id="{9FE32B5A-F9D7-4099-B733-D0D3C22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85" y="3128010"/>
            <a:ext cx="59055" cy="163830"/>
          </a:xfrm>
          <a:custGeom xmlns:a="http://schemas.openxmlformats.org/drawingml/2006/main">
            <a:pathLst>
              <a:path w="59055" h="163830">
                <a:moveTo>
                  <a:pt x="0" y="40005"/>
                </a:moveTo>
                <a:lnTo>
                  <a:pt x="9525" y="40005"/>
                </a:lnTo>
                <a:lnTo>
                  <a:pt x="9525" y="59055"/>
                </a:lnTo>
                <a:lnTo>
                  <a:pt x="19050" y="59055"/>
                </a:lnTo>
                <a:lnTo>
                  <a:pt x="19050" y="116205"/>
                </a:lnTo>
                <a:lnTo>
                  <a:pt x="28575" y="116205"/>
                </a:lnTo>
                <a:lnTo>
                  <a:pt x="28575" y="144780"/>
                </a:lnTo>
                <a:lnTo>
                  <a:pt x="38100" y="144780"/>
                </a:lnTo>
                <a:lnTo>
                  <a:pt x="38100" y="163830"/>
                </a:lnTo>
                <a:lnTo>
                  <a:pt x="59055" y="163830"/>
                </a:lnTo>
                <a:lnTo>
                  <a:pt x="59055" y="114300"/>
                </a:lnTo>
                <a:lnTo>
                  <a:pt x="49530" y="114300"/>
                </a:lnTo>
                <a:lnTo>
                  <a:pt x="49530" y="97155"/>
                </a:lnTo>
                <a:lnTo>
                  <a:pt x="59055" y="97155"/>
                </a:lnTo>
                <a:lnTo>
                  <a:pt x="59055" y="76200"/>
                </a:lnTo>
                <a:lnTo>
                  <a:pt x="49530" y="76200"/>
                </a:lnTo>
                <a:lnTo>
                  <a:pt x="49530" y="57150"/>
                </a:lnTo>
                <a:lnTo>
                  <a:pt x="40005" y="57150"/>
                </a:lnTo>
                <a:lnTo>
                  <a:pt x="40005" y="38100"/>
                </a:lnTo>
                <a:lnTo>
                  <a:pt x="30480" y="38100"/>
                </a:lnTo>
                <a:lnTo>
                  <a:pt x="30480" y="19050"/>
                </a:lnTo>
                <a:lnTo>
                  <a:pt x="20955" y="19050"/>
                </a:lnTo>
                <a:lnTo>
                  <a:pt x="20955" y="0"/>
                </a:lnTo>
                <a:lnTo>
                  <a:pt x="0" y="0"/>
                </a:lnTo>
                <a:lnTo>
                  <a:pt x="0" y="40005"/>
                </a:lnTo>
                <a:close/>
              </a:path>
            </a:pathLst>
          </a:custGeom>
          <a:solidFill xmlns:a="http://schemas.openxmlformats.org/drawingml/2006/main">
            <a:srgbClr val="407494"/>
          </a:solidFill>
          <a:ln xmlns:a="http://schemas.openxmlformats.org/drawingml/2006/main" w="0">
            <a:noFill/>
          </a:ln>
        </p:spPr>
      </p:sp>
      <p:sp>
        <p:nvSpPr>
          <p:cNvPr id="258" name="Projected surface region 177">
            <a:extLst xmlns:a="http://schemas.openxmlformats.org/drawingml/2006/main">
              <a:ext uri="{FF2B5EF4-FFF2-40B4-BE49-F238E27FC236}">
                <a16:creationId xmlns:a16="http://schemas.microsoft.com/office/drawing/2014/main" id="{1709D5AB-036B-4151-8F78-9D3C801A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185160"/>
            <a:ext cx="40005" cy="81637"/>
          </a:xfrm>
          <a:custGeom xmlns:a="http://schemas.openxmlformats.org/drawingml/2006/main">
            <a:pathLst>
              <a:path w="40005" h="81637">
                <a:moveTo>
                  <a:pt x="0" y="49530"/>
                </a:moveTo>
                <a:lnTo>
                  <a:pt x="9525" y="49530"/>
                </a:lnTo>
                <a:lnTo>
                  <a:pt x="9525" y="66397"/>
                </a:lnTo>
                <a:lnTo>
                  <a:pt x="40005" y="81637"/>
                </a:lnTo>
                <a:lnTo>
                  <a:pt x="40005" y="47625"/>
                </a:lnTo>
                <a:lnTo>
                  <a:pt x="30480" y="47625"/>
                </a:lnTo>
                <a:lnTo>
                  <a:pt x="30480" y="28575"/>
                </a:lnTo>
                <a:lnTo>
                  <a:pt x="20955" y="28575"/>
                </a:lnTo>
                <a:lnTo>
                  <a:pt x="20955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407494"/>
          </a:solidFill>
          <a:ln xmlns:a="http://schemas.openxmlformats.org/drawingml/2006/main" w="0">
            <a:noFill/>
          </a:ln>
        </p:spPr>
      </p:sp>
      <p:sp>
        <p:nvSpPr>
          <p:cNvPr id="259" name="Projected surface region 178">
            <a:extLst xmlns:a="http://schemas.openxmlformats.org/drawingml/2006/main">
              <a:ext uri="{FF2B5EF4-FFF2-40B4-BE49-F238E27FC236}">
                <a16:creationId xmlns:a16="http://schemas.microsoft.com/office/drawing/2014/main" id="{D44FB8A0-D763-4CA6-94B6-C1BB4DD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3232785"/>
            <a:ext cx="214987" cy="106680"/>
          </a:xfrm>
          <a:custGeom xmlns:a="http://schemas.openxmlformats.org/drawingml/2006/main">
            <a:pathLst>
              <a:path w="214987" h="106680">
                <a:moveTo>
                  <a:pt x="123825" y="19050"/>
                </a:moveTo>
                <a:lnTo>
                  <a:pt x="95250" y="19050"/>
                </a:lnTo>
                <a:lnTo>
                  <a:pt x="95250" y="28575"/>
                </a:lnTo>
                <a:lnTo>
                  <a:pt x="76200" y="28575"/>
                </a:lnTo>
                <a:lnTo>
                  <a:pt x="76200" y="38100"/>
                </a:lnTo>
                <a:lnTo>
                  <a:pt x="47625" y="38100"/>
                </a:lnTo>
                <a:lnTo>
                  <a:pt x="47625" y="47625"/>
                </a:lnTo>
                <a:lnTo>
                  <a:pt x="19050" y="47625"/>
                </a:lnTo>
                <a:lnTo>
                  <a:pt x="19050" y="57150"/>
                </a:lnTo>
                <a:lnTo>
                  <a:pt x="0" y="57150"/>
                </a:lnTo>
                <a:lnTo>
                  <a:pt x="0" y="75922"/>
                </a:lnTo>
                <a:lnTo>
                  <a:pt x="19050" y="85447"/>
                </a:lnTo>
                <a:lnTo>
                  <a:pt x="19050" y="106680"/>
                </a:lnTo>
                <a:lnTo>
                  <a:pt x="59055" y="106680"/>
                </a:lnTo>
                <a:lnTo>
                  <a:pt x="59055" y="97155"/>
                </a:lnTo>
                <a:lnTo>
                  <a:pt x="97155" y="97155"/>
                </a:lnTo>
                <a:lnTo>
                  <a:pt x="97155" y="87630"/>
                </a:lnTo>
                <a:lnTo>
                  <a:pt x="135255" y="87630"/>
                </a:lnTo>
                <a:lnTo>
                  <a:pt x="135255" y="78105"/>
                </a:lnTo>
                <a:lnTo>
                  <a:pt x="144780" y="78105"/>
                </a:lnTo>
                <a:lnTo>
                  <a:pt x="144780" y="68580"/>
                </a:lnTo>
                <a:lnTo>
                  <a:pt x="152122" y="68580"/>
                </a:lnTo>
                <a:lnTo>
                  <a:pt x="161647" y="49530"/>
                </a:lnTo>
                <a:lnTo>
                  <a:pt x="182880" y="49530"/>
                </a:lnTo>
                <a:lnTo>
                  <a:pt x="182880" y="40005"/>
                </a:lnTo>
                <a:lnTo>
                  <a:pt x="192405" y="40005"/>
                </a:lnTo>
                <a:lnTo>
                  <a:pt x="192405" y="30480"/>
                </a:lnTo>
                <a:lnTo>
                  <a:pt x="199747" y="30480"/>
                </a:lnTo>
                <a:lnTo>
                  <a:pt x="214987" y="0"/>
                </a:lnTo>
                <a:lnTo>
                  <a:pt x="161925" y="0"/>
                </a:lnTo>
                <a:lnTo>
                  <a:pt x="161925" y="9525"/>
                </a:lnTo>
                <a:lnTo>
                  <a:pt x="123825" y="9525"/>
                </a:lnTo>
                <a:lnTo>
                  <a:pt x="123825" y="19050"/>
                </a:lnTo>
                <a:close/>
              </a:path>
            </a:pathLst>
          </a:custGeom>
          <a:solidFill xmlns:a="http://schemas.openxmlformats.org/drawingml/2006/main">
            <a:srgbClr val="407494"/>
          </a:solidFill>
          <a:ln xmlns:a="http://schemas.openxmlformats.org/drawingml/2006/main" w="0">
            <a:noFill/>
          </a:ln>
        </p:spPr>
      </p:sp>
      <p:sp>
        <p:nvSpPr>
          <p:cNvPr id="260" name="Projected surface region 179">
            <a:extLst xmlns:a="http://schemas.openxmlformats.org/drawingml/2006/main">
              <a:ext uri="{FF2B5EF4-FFF2-40B4-BE49-F238E27FC236}">
                <a16:creationId xmlns:a16="http://schemas.microsoft.com/office/drawing/2014/main" id="{C863A9C3-A3A8-442B-9BFE-F56FD90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242310"/>
            <a:ext cx="68580" cy="59055"/>
          </a:xfrm>
          <a:custGeom xmlns:a="http://schemas.openxmlformats.org/drawingml/2006/main">
            <a:pathLst>
              <a:path w="68580" h="59055">
                <a:moveTo>
                  <a:pt x="9525" y="30480"/>
                </a:moveTo>
                <a:lnTo>
                  <a:pt x="9525" y="49530"/>
                </a:lnTo>
                <a:lnTo>
                  <a:pt x="19050" y="49530"/>
                </a:lnTo>
                <a:lnTo>
                  <a:pt x="19050" y="59055"/>
                </a:lnTo>
                <a:lnTo>
                  <a:pt x="68580" y="59055"/>
                </a:lnTo>
                <a:lnTo>
                  <a:pt x="68580" y="38100"/>
                </a:lnTo>
                <a:lnTo>
                  <a:pt x="59055" y="38100"/>
                </a:lnTo>
                <a:lnTo>
                  <a:pt x="59055" y="28575"/>
                </a:lnTo>
                <a:lnTo>
                  <a:pt x="47347" y="28575"/>
                </a:lnTo>
                <a:lnTo>
                  <a:pt x="37822" y="9525"/>
                </a:lnTo>
                <a:lnTo>
                  <a:pt x="20955" y="9525"/>
                </a:lnTo>
                <a:lnTo>
                  <a:pt x="20955" y="0"/>
                </a:lnTo>
                <a:lnTo>
                  <a:pt x="0" y="0"/>
                </a:lnTo>
                <a:lnTo>
                  <a:pt x="0" y="30480"/>
                </a:lnTo>
                <a:lnTo>
                  <a:pt x="9525" y="30480"/>
                </a:lnTo>
                <a:close/>
              </a:path>
            </a:pathLst>
          </a:custGeom>
          <a:solidFill xmlns:a="http://schemas.openxmlformats.org/drawingml/2006/main">
            <a:srgbClr val="407494"/>
          </a:solidFill>
          <a:ln xmlns:a="http://schemas.openxmlformats.org/drawingml/2006/main" w="0">
            <a:noFill/>
          </a:ln>
        </p:spPr>
      </p:sp>
      <p:sp>
        <p:nvSpPr>
          <p:cNvPr id="261" name="Projected surface region 180">
            <a:extLst xmlns:a="http://schemas.openxmlformats.org/drawingml/2006/main">
              <a:ext uri="{FF2B5EF4-FFF2-40B4-BE49-F238E27FC236}">
                <a16:creationId xmlns:a16="http://schemas.microsoft.com/office/drawing/2014/main" id="{E6CD4F9A-4ADC-45DE-AB7E-66C08824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4051935"/>
            <a:ext cx="78105" cy="40005"/>
          </a:xfrm>
          <a:custGeom xmlns:a="http://schemas.openxmlformats.org/drawingml/2006/main">
            <a:pathLst>
              <a:path w="78105" h="40005">
                <a:moveTo>
                  <a:pt x="38100" y="30480"/>
                </a:moveTo>
                <a:lnTo>
                  <a:pt x="38100" y="40005"/>
                </a:lnTo>
                <a:lnTo>
                  <a:pt x="59055" y="40005"/>
                </a:lnTo>
                <a:lnTo>
                  <a:pt x="59055" y="30480"/>
                </a:lnTo>
                <a:lnTo>
                  <a:pt x="78105" y="30480"/>
                </a:lnTo>
                <a:lnTo>
                  <a:pt x="78105" y="9525"/>
                </a:lnTo>
                <a:lnTo>
                  <a:pt x="40005" y="9525"/>
                </a:lnTo>
                <a:lnTo>
                  <a:pt x="40005" y="0"/>
                </a:lnTo>
                <a:lnTo>
                  <a:pt x="0" y="0"/>
                </a:lnTo>
                <a:lnTo>
                  <a:pt x="0" y="20955"/>
                </a:lnTo>
                <a:lnTo>
                  <a:pt x="19050" y="20955"/>
                </a:lnTo>
                <a:lnTo>
                  <a:pt x="19050" y="30480"/>
                </a:lnTo>
                <a:lnTo>
                  <a:pt x="38100" y="30480"/>
                </a:lnTo>
                <a:close/>
              </a:path>
            </a:pathLst>
          </a:custGeom>
          <a:solidFill xmlns:a="http://schemas.openxmlformats.org/drawingml/2006/main">
            <a:srgbClr val="542F78"/>
          </a:solidFill>
          <a:ln xmlns:a="http://schemas.openxmlformats.org/drawingml/2006/main" w="0">
            <a:noFill/>
          </a:ln>
        </p:spPr>
      </p:sp>
      <p:sp>
        <p:nvSpPr>
          <p:cNvPr id="262" name="Projected surface region 181">
            <a:extLst xmlns:a="http://schemas.openxmlformats.org/drawingml/2006/main">
              <a:ext uri="{FF2B5EF4-FFF2-40B4-BE49-F238E27FC236}">
                <a16:creationId xmlns:a16="http://schemas.microsoft.com/office/drawing/2014/main" id="{0699C733-CC35-4DE8-817B-2BC07112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885" y="4013835"/>
            <a:ext cx="335280" cy="154305"/>
          </a:xfrm>
          <a:custGeom xmlns:a="http://schemas.openxmlformats.org/drawingml/2006/main">
            <a:pathLst>
              <a:path w="335280" h="154305">
                <a:moveTo>
                  <a:pt x="192683" y="19050"/>
                </a:moveTo>
                <a:lnTo>
                  <a:pt x="183158" y="38100"/>
                </a:lnTo>
                <a:lnTo>
                  <a:pt x="0" y="38100"/>
                </a:lnTo>
                <a:lnTo>
                  <a:pt x="0" y="59055"/>
                </a:lnTo>
                <a:lnTo>
                  <a:pt x="47625" y="59055"/>
                </a:lnTo>
                <a:lnTo>
                  <a:pt x="47625" y="78105"/>
                </a:lnTo>
                <a:lnTo>
                  <a:pt x="57150" y="78105"/>
                </a:lnTo>
                <a:lnTo>
                  <a:pt x="57150" y="87630"/>
                </a:lnTo>
                <a:lnTo>
                  <a:pt x="66675" y="87630"/>
                </a:lnTo>
                <a:lnTo>
                  <a:pt x="66675" y="94972"/>
                </a:lnTo>
                <a:lnTo>
                  <a:pt x="85725" y="104497"/>
                </a:lnTo>
                <a:lnTo>
                  <a:pt x="85725" y="125730"/>
                </a:lnTo>
                <a:lnTo>
                  <a:pt x="95250" y="125730"/>
                </a:lnTo>
                <a:lnTo>
                  <a:pt x="95250" y="135255"/>
                </a:lnTo>
                <a:lnTo>
                  <a:pt x="106958" y="135255"/>
                </a:lnTo>
                <a:lnTo>
                  <a:pt x="116483" y="154305"/>
                </a:lnTo>
                <a:lnTo>
                  <a:pt x="152122" y="154305"/>
                </a:lnTo>
                <a:lnTo>
                  <a:pt x="161647" y="135255"/>
                </a:lnTo>
                <a:lnTo>
                  <a:pt x="211455" y="135255"/>
                </a:lnTo>
                <a:lnTo>
                  <a:pt x="211455" y="125730"/>
                </a:lnTo>
                <a:lnTo>
                  <a:pt x="249555" y="125730"/>
                </a:lnTo>
                <a:lnTo>
                  <a:pt x="249555" y="116205"/>
                </a:lnTo>
                <a:lnTo>
                  <a:pt x="256897" y="116205"/>
                </a:lnTo>
                <a:lnTo>
                  <a:pt x="266422" y="97155"/>
                </a:lnTo>
                <a:lnTo>
                  <a:pt x="287655" y="97155"/>
                </a:lnTo>
                <a:lnTo>
                  <a:pt x="287655" y="81637"/>
                </a:lnTo>
                <a:lnTo>
                  <a:pt x="306705" y="91162"/>
                </a:lnTo>
                <a:lnTo>
                  <a:pt x="306705" y="78105"/>
                </a:lnTo>
                <a:lnTo>
                  <a:pt x="319762" y="78105"/>
                </a:lnTo>
                <a:lnTo>
                  <a:pt x="308657" y="55896"/>
                </a:lnTo>
                <a:lnTo>
                  <a:pt x="325755" y="47347"/>
                </a:lnTo>
                <a:lnTo>
                  <a:pt x="325755" y="30480"/>
                </a:lnTo>
                <a:lnTo>
                  <a:pt x="335280" y="30480"/>
                </a:lnTo>
                <a:lnTo>
                  <a:pt x="335280" y="9525"/>
                </a:lnTo>
                <a:lnTo>
                  <a:pt x="304800" y="9525"/>
                </a:lnTo>
                <a:lnTo>
                  <a:pt x="304800" y="19050"/>
                </a:lnTo>
                <a:lnTo>
                  <a:pt x="287655" y="19050"/>
                </a:lnTo>
                <a:lnTo>
                  <a:pt x="287655" y="9525"/>
                </a:lnTo>
                <a:lnTo>
                  <a:pt x="240030" y="9525"/>
                </a:lnTo>
                <a:lnTo>
                  <a:pt x="240030" y="0"/>
                </a:lnTo>
                <a:lnTo>
                  <a:pt x="221258" y="0"/>
                </a:lnTo>
                <a:lnTo>
                  <a:pt x="211733" y="19050"/>
                </a:lnTo>
                <a:lnTo>
                  <a:pt x="192683" y="19050"/>
                </a:lnTo>
                <a:close/>
              </a:path>
            </a:pathLst>
          </a:custGeom>
          <a:solidFill xmlns:a="http://schemas.openxmlformats.org/drawingml/2006/main">
            <a:srgbClr val="542F78"/>
          </a:solidFill>
          <a:ln xmlns:a="http://schemas.openxmlformats.org/drawingml/2006/main" w="0">
            <a:noFill/>
          </a:ln>
        </p:spPr>
      </p:sp>
      <p:sp>
        <p:nvSpPr>
          <p:cNvPr id="263" name="Projected surface region 182">
            <a:extLst xmlns:a="http://schemas.openxmlformats.org/drawingml/2006/main">
              <a:ext uri="{FF2B5EF4-FFF2-40B4-BE49-F238E27FC236}">
                <a16:creationId xmlns:a16="http://schemas.microsoft.com/office/drawing/2014/main" id="{E01BE160-4096-4199-82C2-5522488A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070985"/>
            <a:ext cx="287655" cy="68580"/>
          </a:xfrm>
          <a:custGeom xmlns:a="http://schemas.openxmlformats.org/drawingml/2006/main">
            <a:pathLst>
              <a:path w="287655" h="68580">
                <a:moveTo>
                  <a:pt x="49808" y="9525"/>
                </a:moveTo>
                <a:lnTo>
                  <a:pt x="40283" y="28575"/>
                </a:lnTo>
                <a:lnTo>
                  <a:pt x="19050" y="28575"/>
                </a:lnTo>
                <a:lnTo>
                  <a:pt x="19050" y="38100"/>
                </a:lnTo>
                <a:lnTo>
                  <a:pt x="0" y="38100"/>
                </a:lnTo>
                <a:lnTo>
                  <a:pt x="0" y="59055"/>
                </a:lnTo>
                <a:lnTo>
                  <a:pt x="9525" y="59055"/>
                </a:lnTo>
                <a:lnTo>
                  <a:pt x="9525" y="68580"/>
                </a:lnTo>
                <a:lnTo>
                  <a:pt x="287655" y="68580"/>
                </a:lnTo>
                <a:lnTo>
                  <a:pt x="287655" y="47625"/>
                </a:lnTo>
                <a:lnTo>
                  <a:pt x="240030" y="47625"/>
                </a:lnTo>
                <a:lnTo>
                  <a:pt x="240030" y="38100"/>
                </a:lnTo>
                <a:lnTo>
                  <a:pt x="192405" y="38100"/>
                </a:lnTo>
                <a:lnTo>
                  <a:pt x="192405" y="28575"/>
                </a:lnTo>
                <a:lnTo>
                  <a:pt x="154305" y="28575"/>
                </a:lnTo>
                <a:lnTo>
                  <a:pt x="154305" y="19050"/>
                </a:lnTo>
                <a:lnTo>
                  <a:pt x="135255" y="19050"/>
                </a:lnTo>
                <a:lnTo>
                  <a:pt x="135255" y="9525"/>
                </a:lnTo>
                <a:lnTo>
                  <a:pt x="116205" y="9525"/>
                </a:lnTo>
                <a:lnTo>
                  <a:pt x="116205" y="0"/>
                </a:lnTo>
                <a:lnTo>
                  <a:pt x="66675" y="0"/>
                </a:lnTo>
                <a:lnTo>
                  <a:pt x="66675" y="9525"/>
                </a:lnTo>
                <a:lnTo>
                  <a:pt x="49808" y="9525"/>
                </a:lnTo>
                <a:close/>
              </a:path>
            </a:pathLst>
          </a:custGeom>
          <a:solidFill xmlns:a="http://schemas.openxmlformats.org/drawingml/2006/main">
            <a:srgbClr val="542F78"/>
          </a:solidFill>
          <a:ln xmlns:a="http://schemas.openxmlformats.org/drawingml/2006/main" w="0">
            <a:noFill/>
          </a:ln>
        </p:spPr>
      </p:sp>
      <p:sp>
        <p:nvSpPr>
          <p:cNvPr id="264" name="Projected surface region 183">
            <a:extLst xmlns:a="http://schemas.openxmlformats.org/drawingml/2006/main">
              <a:ext uri="{FF2B5EF4-FFF2-40B4-BE49-F238E27FC236}">
                <a16:creationId xmlns:a16="http://schemas.microsoft.com/office/drawing/2014/main" id="{0E48E2F9-F4B6-48B6-BDBC-D5685123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670810"/>
            <a:ext cx="97155" cy="306705"/>
          </a:xfrm>
          <a:custGeom xmlns:a="http://schemas.openxmlformats.org/drawingml/2006/main">
            <a:pathLst>
              <a:path w="97155" h="306705">
                <a:moveTo>
                  <a:pt x="0" y="68580"/>
                </a:moveTo>
                <a:lnTo>
                  <a:pt x="9525" y="68580"/>
                </a:lnTo>
                <a:lnTo>
                  <a:pt x="9525" y="135255"/>
                </a:lnTo>
                <a:lnTo>
                  <a:pt x="19050" y="135255"/>
                </a:lnTo>
                <a:lnTo>
                  <a:pt x="19050" y="192405"/>
                </a:lnTo>
                <a:lnTo>
                  <a:pt x="28575" y="192405"/>
                </a:lnTo>
                <a:lnTo>
                  <a:pt x="28575" y="249555"/>
                </a:lnTo>
                <a:lnTo>
                  <a:pt x="38100" y="249555"/>
                </a:lnTo>
                <a:lnTo>
                  <a:pt x="38100" y="278130"/>
                </a:lnTo>
                <a:lnTo>
                  <a:pt x="47625" y="278130"/>
                </a:lnTo>
                <a:lnTo>
                  <a:pt x="47625" y="287655"/>
                </a:lnTo>
                <a:lnTo>
                  <a:pt x="59333" y="287655"/>
                </a:lnTo>
                <a:lnTo>
                  <a:pt x="68858" y="306705"/>
                </a:lnTo>
                <a:lnTo>
                  <a:pt x="97155" y="306705"/>
                </a:lnTo>
                <a:lnTo>
                  <a:pt x="97155" y="247650"/>
                </a:lnTo>
                <a:lnTo>
                  <a:pt x="87630" y="247650"/>
                </a:lnTo>
                <a:lnTo>
                  <a:pt x="87630" y="209550"/>
                </a:lnTo>
                <a:lnTo>
                  <a:pt x="78105" y="209550"/>
                </a:lnTo>
                <a:lnTo>
                  <a:pt x="78105" y="171450"/>
                </a:lnTo>
                <a:lnTo>
                  <a:pt x="68580" y="171450"/>
                </a:lnTo>
                <a:lnTo>
                  <a:pt x="68580" y="133350"/>
                </a:lnTo>
                <a:lnTo>
                  <a:pt x="59055" y="133350"/>
                </a:lnTo>
                <a:lnTo>
                  <a:pt x="59055" y="114300"/>
                </a:lnTo>
                <a:lnTo>
                  <a:pt x="49530" y="114300"/>
                </a:lnTo>
                <a:lnTo>
                  <a:pt x="49530" y="76200"/>
                </a:lnTo>
                <a:lnTo>
                  <a:pt x="40005" y="76200"/>
                </a:lnTo>
                <a:lnTo>
                  <a:pt x="40005" y="47625"/>
                </a:lnTo>
                <a:lnTo>
                  <a:pt x="30480" y="47625"/>
                </a:lnTo>
                <a:lnTo>
                  <a:pt x="30480" y="19050"/>
                </a:lnTo>
                <a:lnTo>
                  <a:pt x="20955" y="19050"/>
                </a:lnTo>
                <a:lnTo>
                  <a:pt x="20955" y="0"/>
                </a:lnTo>
                <a:lnTo>
                  <a:pt x="0" y="0"/>
                </a:lnTo>
                <a:lnTo>
                  <a:pt x="0" y="68580"/>
                </a:lnTo>
                <a:close/>
              </a:path>
            </a:pathLst>
          </a:custGeom>
          <a:solidFill xmlns:a="http://schemas.openxmlformats.org/drawingml/2006/main">
            <a:srgbClr val="349294"/>
          </a:solidFill>
          <a:ln xmlns:a="http://schemas.openxmlformats.org/drawingml/2006/main" w="0">
            <a:noFill/>
          </a:ln>
        </p:spPr>
      </p:sp>
      <p:sp>
        <p:nvSpPr>
          <p:cNvPr id="265" name="Projected surface region 184">
            <a:extLst xmlns:a="http://schemas.openxmlformats.org/drawingml/2006/main">
              <a:ext uri="{FF2B5EF4-FFF2-40B4-BE49-F238E27FC236}">
                <a16:creationId xmlns:a16="http://schemas.microsoft.com/office/drawing/2014/main" id="{D3CC75B0-98F8-417E-8BA3-E2A50AB7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535" y="2594610"/>
            <a:ext cx="306705" cy="576937"/>
          </a:xfrm>
          <a:custGeom xmlns:a="http://schemas.openxmlformats.org/drawingml/2006/main">
            <a:pathLst>
              <a:path w="306705" h="576937">
                <a:moveTo>
                  <a:pt x="19050" y="266700"/>
                </a:moveTo>
                <a:lnTo>
                  <a:pt x="9525" y="266700"/>
                </a:lnTo>
                <a:lnTo>
                  <a:pt x="9525" y="295275"/>
                </a:lnTo>
                <a:lnTo>
                  <a:pt x="0" y="295275"/>
                </a:lnTo>
                <a:lnTo>
                  <a:pt x="0" y="344805"/>
                </a:lnTo>
                <a:lnTo>
                  <a:pt x="20955" y="344805"/>
                </a:lnTo>
                <a:lnTo>
                  <a:pt x="20955" y="325755"/>
                </a:lnTo>
                <a:lnTo>
                  <a:pt x="30480" y="325755"/>
                </a:lnTo>
                <a:lnTo>
                  <a:pt x="30480" y="304522"/>
                </a:lnTo>
                <a:lnTo>
                  <a:pt x="47625" y="295950"/>
                </a:lnTo>
                <a:lnTo>
                  <a:pt x="47625" y="304800"/>
                </a:lnTo>
                <a:lnTo>
                  <a:pt x="38100" y="304800"/>
                </a:lnTo>
                <a:lnTo>
                  <a:pt x="38100" y="342900"/>
                </a:lnTo>
                <a:lnTo>
                  <a:pt x="28575" y="342900"/>
                </a:lnTo>
                <a:lnTo>
                  <a:pt x="28575" y="390525"/>
                </a:lnTo>
                <a:lnTo>
                  <a:pt x="19050" y="390525"/>
                </a:lnTo>
                <a:lnTo>
                  <a:pt x="19050" y="419100"/>
                </a:lnTo>
                <a:lnTo>
                  <a:pt x="19050" y="421005"/>
                </a:lnTo>
                <a:lnTo>
                  <a:pt x="19050" y="438150"/>
                </a:lnTo>
                <a:lnTo>
                  <a:pt x="9525" y="438150"/>
                </a:lnTo>
                <a:lnTo>
                  <a:pt x="9525" y="485775"/>
                </a:lnTo>
                <a:lnTo>
                  <a:pt x="0" y="485775"/>
                </a:lnTo>
                <a:lnTo>
                  <a:pt x="0" y="538837"/>
                </a:lnTo>
                <a:lnTo>
                  <a:pt x="30480" y="523597"/>
                </a:lnTo>
                <a:lnTo>
                  <a:pt x="30480" y="506730"/>
                </a:lnTo>
                <a:lnTo>
                  <a:pt x="40005" y="506730"/>
                </a:lnTo>
                <a:lnTo>
                  <a:pt x="40005" y="497205"/>
                </a:lnTo>
                <a:lnTo>
                  <a:pt x="49530" y="497205"/>
                </a:lnTo>
                <a:lnTo>
                  <a:pt x="49530" y="487680"/>
                </a:lnTo>
                <a:lnTo>
                  <a:pt x="56872" y="487680"/>
                </a:lnTo>
                <a:lnTo>
                  <a:pt x="66397" y="468630"/>
                </a:lnTo>
                <a:lnTo>
                  <a:pt x="87630" y="468630"/>
                </a:lnTo>
                <a:lnTo>
                  <a:pt x="87630" y="459105"/>
                </a:lnTo>
                <a:lnTo>
                  <a:pt x="116205" y="459105"/>
                </a:lnTo>
                <a:lnTo>
                  <a:pt x="116205" y="449580"/>
                </a:lnTo>
                <a:lnTo>
                  <a:pt x="133350" y="449580"/>
                </a:lnTo>
                <a:lnTo>
                  <a:pt x="133350" y="459105"/>
                </a:lnTo>
                <a:lnTo>
                  <a:pt x="152400" y="459105"/>
                </a:lnTo>
                <a:lnTo>
                  <a:pt x="152400" y="468630"/>
                </a:lnTo>
                <a:lnTo>
                  <a:pt x="164108" y="468630"/>
                </a:lnTo>
                <a:lnTo>
                  <a:pt x="173633" y="487680"/>
                </a:lnTo>
                <a:lnTo>
                  <a:pt x="190500" y="487680"/>
                </a:lnTo>
                <a:lnTo>
                  <a:pt x="190500" y="497205"/>
                </a:lnTo>
                <a:lnTo>
                  <a:pt x="200025" y="497205"/>
                </a:lnTo>
                <a:lnTo>
                  <a:pt x="200025" y="516255"/>
                </a:lnTo>
                <a:lnTo>
                  <a:pt x="209550" y="516255"/>
                </a:lnTo>
                <a:lnTo>
                  <a:pt x="209550" y="535305"/>
                </a:lnTo>
                <a:lnTo>
                  <a:pt x="219075" y="535305"/>
                </a:lnTo>
                <a:lnTo>
                  <a:pt x="219075" y="544830"/>
                </a:lnTo>
                <a:lnTo>
                  <a:pt x="228600" y="544830"/>
                </a:lnTo>
                <a:lnTo>
                  <a:pt x="228600" y="561697"/>
                </a:lnTo>
                <a:lnTo>
                  <a:pt x="259080" y="576937"/>
                </a:lnTo>
                <a:lnTo>
                  <a:pt x="259080" y="554355"/>
                </a:lnTo>
                <a:lnTo>
                  <a:pt x="268605" y="554355"/>
                </a:lnTo>
                <a:lnTo>
                  <a:pt x="268605" y="506730"/>
                </a:lnTo>
                <a:lnTo>
                  <a:pt x="278130" y="506730"/>
                </a:lnTo>
                <a:lnTo>
                  <a:pt x="278130" y="468630"/>
                </a:lnTo>
                <a:lnTo>
                  <a:pt x="287655" y="468630"/>
                </a:lnTo>
                <a:lnTo>
                  <a:pt x="287655" y="418822"/>
                </a:lnTo>
                <a:lnTo>
                  <a:pt x="306705" y="409297"/>
                </a:lnTo>
                <a:lnTo>
                  <a:pt x="306705" y="352425"/>
                </a:lnTo>
                <a:lnTo>
                  <a:pt x="285750" y="352425"/>
                </a:lnTo>
                <a:lnTo>
                  <a:pt x="285750" y="381000"/>
                </a:lnTo>
                <a:lnTo>
                  <a:pt x="278130" y="381000"/>
                </a:lnTo>
                <a:lnTo>
                  <a:pt x="278130" y="354608"/>
                </a:lnTo>
                <a:lnTo>
                  <a:pt x="259080" y="345083"/>
                </a:lnTo>
                <a:lnTo>
                  <a:pt x="259080" y="326033"/>
                </a:lnTo>
                <a:lnTo>
                  <a:pt x="240030" y="316508"/>
                </a:lnTo>
                <a:lnTo>
                  <a:pt x="240030" y="295275"/>
                </a:lnTo>
                <a:lnTo>
                  <a:pt x="230505" y="295275"/>
                </a:lnTo>
                <a:lnTo>
                  <a:pt x="230505" y="285750"/>
                </a:lnTo>
                <a:lnTo>
                  <a:pt x="220980" y="285750"/>
                </a:lnTo>
                <a:lnTo>
                  <a:pt x="220980" y="276225"/>
                </a:lnTo>
                <a:lnTo>
                  <a:pt x="211455" y="276225"/>
                </a:lnTo>
                <a:lnTo>
                  <a:pt x="211455" y="266700"/>
                </a:lnTo>
                <a:lnTo>
                  <a:pt x="201930" y="266700"/>
                </a:lnTo>
                <a:lnTo>
                  <a:pt x="201930" y="257175"/>
                </a:lnTo>
                <a:lnTo>
                  <a:pt x="190222" y="257175"/>
                </a:lnTo>
                <a:lnTo>
                  <a:pt x="180697" y="238125"/>
                </a:lnTo>
                <a:lnTo>
                  <a:pt x="154305" y="238125"/>
                </a:lnTo>
                <a:lnTo>
                  <a:pt x="154305" y="228600"/>
                </a:lnTo>
                <a:lnTo>
                  <a:pt x="123825" y="228600"/>
                </a:lnTo>
                <a:lnTo>
                  <a:pt x="123825" y="238125"/>
                </a:lnTo>
                <a:lnTo>
                  <a:pt x="78105" y="238125"/>
                </a:lnTo>
                <a:lnTo>
                  <a:pt x="78105" y="173355"/>
                </a:lnTo>
                <a:lnTo>
                  <a:pt x="87630" y="173355"/>
                </a:lnTo>
                <a:lnTo>
                  <a:pt x="87630" y="116205"/>
                </a:lnTo>
                <a:lnTo>
                  <a:pt x="97155" y="116205"/>
                </a:lnTo>
                <a:lnTo>
                  <a:pt x="97155" y="59055"/>
                </a:lnTo>
                <a:lnTo>
                  <a:pt x="106680" y="59055"/>
                </a:lnTo>
                <a:lnTo>
                  <a:pt x="106680" y="0"/>
                </a:lnTo>
                <a:lnTo>
                  <a:pt x="85725" y="0"/>
                </a:lnTo>
                <a:lnTo>
                  <a:pt x="85725" y="28575"/>
                </a:lnTo>
                <a:lnTo>
                  <a:pt x="76200" y="28575"/>
                </a:lnTo>
                <a:lnTo>
                  <a:pt x="76200" y="66675"/>
                </a:lnTo>
                <a:lnTo>
                  <a:pt x="66675" y="66675"/>
                </a:lnTo>
                <a:lnTo>
                  <a:pt x="66675" y="95250"/>
                </a:lnTo>
                <a:lnTo>
                  <a:pt x="57150" y="95250"/>
                </a:lnTo>
                <a:lnTo>
                  <a:pt x="57150" y="123825"/>
                </a:lnTo>
                <a:lnTo>
                  <a:pt x="47625" y="123825"/>
                </a:lnTo>
                <a:lnTo>
                  <a:pt x="47625" y="152400"/>
                </a:lnTo>
                <a:lnTo>
                  <a:pt x="38100" y="152400"/>
                </a:lnTo>
                <a:lnTo>
                  <a:pt x="38100" y="190500"/>
                </a:lnTo>
                <a:lnTo>
                  <a:pt x="28575" y="190500"/>
                </a:lnTo>
                <a:lnTo>
                  <a:pt x="28575" y="228600"/>
                </a:lnTo>
                <a:lnTo>
                  <a:pt x="19050" y="228600"/>
                </a:lnTo>
                <a:lnTo>
                  <a:pt x="19050" y="266700"/>
                </a:lnTo>
                <a:close/>
                <a:moveTo>
                  <a:pt x="76200" y="240030"/>
                </a:moveTo>
                <a:lnTo>
                  <a:pt x="76200" y="249833"/>
                </a:lnTo>
                <a:lnTo>
                  <a:pt x="68580" y="253643"/>
                </a:lnTo>
                <a:lnTo>
                  <a:pt x="68580" y="240030"/>
                </a:lnTo>
                <a:lnTo>
                  <a:pt x="76200" y="240030"/>
                </a:lnTo>
                <a:close/>
              </a:path>
            </a:pathLst>
          </a:custGeom>
          <a:solidFill xmlns:a="http://schemas.openxmlformats.org/drawingml/2006/main">
            <a:srgbClr val="349294"/>
          </a:solidFill>
          <a:ln xmlns:a="http://schemas.openxmlformats.org/drawingml/2006/main" w="0">
            <a:noFill/>
          </a:ln>
        </p:spPr>
      </p:sp>
      <p:sp>
        <p:nvSpPr>
          <p:cNvPr id="266" name="Projected surface region 185">
            <a:extLst xmlns:a="http://schemas.openxmlformats.org/drawingml/2006/main">
              <a:ext uri="{FF2B5EF4-FFF2-40B4-BE49-F238E27FC236}">
                <a16:creationId xmlns:a16="http://schemas.microsoft.com/office/drawing/2014/main" id="{7AE111DA-1464-48A9-B633-5D86254B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810" y="2851785"/>
            <a:ext cx="30480" cy="106680"/>
          </a:xfrm>
          <a:custGeom xmlns:a="http://schemas.openxmlformats.org/drawingml/2006/main">
            <a:pathLst>
              <a:path w="30480" h="106680">
                <a:moveTo>
                  <a:pt x="0" y="47625"/>
                </a:moveTo>
                <a:lnTo>
                  <a:pt x="0" y="106680"/>
                </a:lnTo>
                <a:lnTo>
                  <a:pt x="20955" y="106680"/>
                </a:lnTo>
                <a:lnTo>
                  <a:pt x="20955" y="68580"/>
                </a:lnTo>
                <a:lnTo>
                  <a:pt x="30480" y="68580"/>
                </a:lnTo>
                <a:lnTo>
                  <a:pt x="30480" y="0"/>
                </a:lnTo>
                <a:lnTo>
                  <a:pt x="9525" y="0"/>
                </a:lnTo>
                <a:lnTo>
                  <a:pt x="9525" y="476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349294"/>
          </a:solidFill>
          <a:ln xmlns:a="http://schemas.openxmlformats.org/drawingml/2006/main" w="0">
            <a:noFill/>
          </a:ln>
        </p:spPr>
      </p:sp>
      <p:sp>
        <p:nvSpPr>
          <p:cNvPr id="267" name="Projected surface region 186">
            <a:extLst xmlns:a="http://schemas.openxmlformats.org/drawingml/2006/main">
              <a:ext uri="{FF2B5EF4-FFF2-40B4-BE49-F238E27FC236}">
                <a16:creationId xmlns:a16="http://schemas.microsoft.com/office/drawing/2014/main" id="{394C74B1-B778-409C-8B3C-DD7BCA88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2619653"/>
            <a:ext cx="116205" cy="253087"/>
          </a:xfrm>
          <a:custGeom xmlns:a="http://schemas.openxmlformats.org/drawingml/2006/main">
            <a:pathLst>
              <a:path w="116205" h="253087">
                <a:moveTo>
                  <a:pt x="78105" y="60682"/>
                </a:moveTo>
                <a:lnTo>
                  <a:pt x="78105" y="15240"/>
                </a:lnTo>
                <a:lnTo>
                  <a:pt x="47625" y="0"/>
                </a:lnTo>
                <a:lnTo>
                  <a:pt x="47625" y="32107"/>
                </a:lnTo>
                <a:lnTo>
                  <a:pt x="38100" y="32107"/>
                </a:lnTo>
                <a:lnTo>
                  <a:pt x="38100" y="70207"/>
                </a:lnTo>
                <a:lnTo>
                  <a:pt x="28575" y="70207"/>
                </a:lnTo>
                <a:lnTo>
                  <a:pt x="28575" y="98782"/>
                </a:lnTo>
                <a:lnTo>
                  <a:pt x="19050" y="98782"/>
                </a:lnTo>
                <a:lnTo>
                  <a:pt x="19050" y="127357"/>
                </a:lnTo>
                <a:lnTo>
                  <a:pt x="0" y="127357"/>
                </a:lnTo>
                <a:lnTo>
                  <a:pt x="0" y="157837"/>
                </a:lnTo>
                <a:lnTo>
                  <a:pt x="9525" y="157837"/>
                </a:lnTo>
                <a:lnTo>
                  <a:pt x="9525" y="205462"/>
                </a:lnTo>
                <a:lnTo>
                  <a:pt x="19050" y="205462"/>
                </a:lnTo>
                <a:lnTo>
                  <a:pt x="19050" y="253087"/>
                </a:lnTo>
                <a:lnTo>
                  <a:pt x="40005" y="253087"/>
                </a:lnTo>
                <a:lnTo>
                  <a:pt x="40005" y="243562"/>
                </a:lnTo>
                <a:lnTo>
                  <a:pt x="49530" y="243562"/>
                </a:lnTo>
                <a:lnTo>
                  <a:pt x="49530" y="234037"/>
                </a:lnTo>
                <a:lnTo>
                  <a:pt x="59055" y="234037"/>
                </a:lnTo>
                <a:lnTo>
                  <a:pt x="59055" y="224512"/>
                </a:lnTo>
                <a:lnTo>
                  <a:pt x="68580" y="224512"/>
                </a:lnTo>
                <a:lnTo>
                  <a:pt x="68580" y="214987"/>
                </a:lnTo>
                <a:lnTo>
                  <a:pt x="78105" y="214987"/>
                </a:lnTo>
                <a:lnTo>
                  <a:pt x="78105" y="205462"/>
                </a:lnTo>
                <a:lnTo>
                  <a:pt x="87630" y="205462"/>
                </a:lnTo>
                <a:lnTo>
                  <a:pt x="87630" y="195937"/>
                </a:lnTo>
                <a:lnTo>
                  <a:pt x="97155" y="195937"/>
                </a:lnTo>
                <a:lnTo>
                  <a:pt x="97155" y="184229"/>
                </a:lnTo>
                <a:lnTo>
                  <a:pt x="116205" y="174704"/>
                </a:lnTo>
                <a:lnTo>
                  <a:pt x="116205" y="155932"/>
                </a:lnTo>
                <a:lnTo>
                  <a:pt x="106680" y="155932"/>
                </a:lnTo>
                <a:lnTo>
                  <a:pt x="106680" y="136882"/>
                </a:lnTo>
                <a:lnTo>
                  <a:pt x="97155" y="136882"/>
                </a:lnTo>
                <a:lnTo>
                  <a:pt x="97155" y="98782"/>
                </a:lnTo>
                <a:lnTo>
                  <a:pt x="87630" y="98782"/>
                </a:lnTo>
                <a:lnTo>
                  <a:pt x="87630" y="60682"/>
                </a:lnTo>
                <a:lnTo>
                  <a:pt x="78105" y="60682"/>
                </a:lnTo>
                <a:close/>
              </a:path>
            </a:pathLst>
          </a:custGeom>
          <a:solidFill xmlns:a="http://schemas.openxmlformats.org/drawingml/2006/main">
            <a:srgbClr val="349294"/>
          </a:solidFill>
          <a:ln xmlns:a="http://schemas.openxmlformats.org/drawingml/2006/main" w="0">
            <a:noFill/>
          </a:ln>
        </p:spPr>
      </p:sp>
      <p:sp>
        <p:nvSpPr>
          <p:cNvPr id="268" name="Projected surface region 187">
            <a:extLst xmlns:a="http://schemas.openxmlformats.org/drawingml/2006/main">
              <a:ext uri="{FF2B5EF4-FFF2-40B4-BE49-F238E27FC236}">
                <a16:creationId xmlns:a16="http://schemas.microsoft.com/office/drawing/2014/main" id="{22D862F7-C0E3-42DB-85D4-1B9B666A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460" y="2657753"/>
            <a:ext cx="59055" cy="100687"/>
          </a:xfrm>
          <a:custGeom xmlns:a="http://schemas.openxmlformats.org/drawingml/2006/main">
            <a:pathLst>
              <a:path w="59055" h="100687">
                <a:moveTo>
                  <a:pt x="9525" y="41632"/>
                </a:moveTo>
                <a:lnTo>
                  <a:pt x="9525" y="60682"/>
                </a:lnTo>
                <a:lnTo>
                  <a:pt x="0" y="60682"/>
                </a:lnTo>
                <a:lnTo>
                  <a:pt x="0" y="100687"/>
                </a:lnTo>
                <a:lnTo>
                  <a:pt x="20955" y="100687"/>
                </a:lnTo>
                <a:lnTo>
                  <a:pt x="20955" y="81637"/>
                </a:lnTo>
                <a:lnTo>
                  <a:pt x="30480" y="81637"/>
                </a:lnTo>
                <a:lnTo>
                  <a:pt x="30480" y="62587"/>
                </a:lnTo>
                <a:lnTo>
                  <a:pt x="40005" y="62587"/>
                </a:lnTo>
                <a:lnTo>
                  <a:pt x="40005" y="53062"/>
                </a:lnTo>
                <a:lnTo>
                  <a:pt x="59055" y="53062"/>
                </a:lnTo>
                <a:lnTo>
                  <a:pt x="59055" y="22582"/>
                </a:lnTo>
                <a:lnTo>
                  <a:pt x="49530" y="22582"/>
                </a:lnTo>
                <a:lnTo>
                  <a:pt x="49530" y="0"/>
                </a:lnTo>
                <a:lnTo>
                  <a:pt x="19050" y="15240"/>
                </a:lnTo>
                <a:lnTo>
                  <a:pt x="19050" y="41632"/>
                </a:lnTo>
                <a:lnTo>
                  <a:pt x="9525" y="41632"/>
                </a:lnTo>
                <a:close/>
              </a:path>
            </a:pathLst>
          </a:custGeom>
          <a:solidFill xmlns:a="http://schemas.openxmlformats.org/drawingml/2006/main">
            <a:srgbClr val="349294"/>
          </a:solidFill>
          <a:ln xmlns:a="http://schemas.openxmlformats.org/drawingml/2006/main" w="0">
            <a:noFill/>
          </a:ln>
        </p:spPr>
      </p:sp>
      <p:sp>
        <p:nvSpPr>
          <p:cNvPr id="269" name="Projected surface region 188">
            <a:extLst xmlns:a="http://schemas.openxmlformats.org/drawingml/2006/main">
              <a:ext uri="{FF2B5EF4-FFF2-40B4-BE49-F238E27FC236}">
                <a16:creationId xmlns:a16="http://schemas.microsoft.com/office/drawing/2014/main" id="{358FCEEA-CC45-4639-9CC0-7D91C04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085" y="2708910"/>
            <a:ext cx="40005" cy="97155"/>
          </a:xfrm>
          <a:custGeom xmlns:a="http://schemas.openxmlformats.org/drawingml/2006/main">
            <a:pathLst>
              <a:path w="40005" h="97155">
                <a:moveTo>
                  <a:pt x="0" y="49530"/>
                </a:moveTo>
                <a:lnTo>
                  <a:pt x="9525" y="49530"/>
                </a:lnTo>
                <a:lnTo>
                  <a:pt x="9525" y="78105"/>
                </a:lnTo>
                <a:lnTo>
                  <a:pt x="19050" y="78105"/>
                </a:lnTo>
                <a:lnTo>
                  <a:pt x="19050" y="97155"/>
                </a:lnTo>
                <a:lnTo>
                  <a:pt x="40005" y="97155"/>
                </a:lnTo>
                <a:lnTo>
                  <a:pt x="40005" y="57150"/>
                </a:lnTo>
                <a:lnTo>
                  <a:pt x="30480" y="57150"/>
                </a:lnTo>
                <a:lnTo>
                  <a:pt x="30480" y="28575"/>
                </a:lnTo>
                <a:lnTo>
                  <a:pt x="20955" y="28575"/>
                </a:lnTo>
                <a:lnTo>
                  <a:pt x="20955" y="0"/>
                </a:lnTo>
                <a:lnTo>
                  <a:pt x="0" y="0"/>
                </a:lnTo>
                <a:lnTo>
                  <a:pt x="0" y="49530"/>
                </a:lnTo>
                <a:close/>
              </a:path>
            </a:pathLst>
          </a:custGeom>
          <a:solidFill xmlns:a="http://schemas.openxmlformats.org/drawingml/2006/main">
            <a:srgbClr val="349294"/>
          </a:solidFill>
          <a:ln xmlns:a="http://schemas.openxmlformats.org/drawingml/2006/main" w="0">
            <a:noFill/>
          </a:ln>
        </p:spPr>
      </p:sp>
      <p:sp>
        <p:nvSpPr>
          <p:cNvPr id="270" name="Projected surface region 189">
            <a:extLst xmlns:a="http://schemas.openxmlformats.org/drawingml/2006/main">
              <a:ext uri="{FF2B5EF4-FFF2-40B4-BE49-F238E27FC236}">
                <a16:creationId xmlns:a16="http://schemas.microsoft.com/office/drawing/2014/main" id="{0156B0E4-B801-4FB5-892D-EB1A1570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10" y="2747010"/>
            <a:ext cx="268605" cy="278130"/>
          </a:xfrm>
          <a:custGeom xmlns:a="http://schemas.openxmlformats.org/drawingml/2006/main">
            <a:pathLst>
              <a:path w="268605" h="278130">
                <a:moveTo>
                  <a:pt x="114300" y="0"/>
                </a:moveTo>
                <a:lnTo>
                  <a:pt x="114300" y="9525"/>
                </a:lnTo>
                <a:lnTo>
                  <a:pt x="95250" y="9525"/>
                </a:lnTo>
                <a:lnTo>
                  <a:pt x="95250" y="19050"/>
                </a:lnTo>
                <a:lnTo>
                  <a:pt x="76200" y="19050"/>
                </a:lnTo>
                <a:lnTo>
                  <a:pt x="76200" y="28575"/>
                </a:lnTo>
                <a:lnTo>
                  <a:pt x="66675" y="28575"/>
                </a:lnTo>
                <a:lnTo>
                  <a:pt x="66675" y="38100"/>
                </a:lnTo>
                <a:lnTo>
                  <a:pt x="57150" y="38100"/>
                </a:lnTo>
                <a:lnTo>
                  <a:pt x="57150" y="47625"/>
                </a:lnTo>
                <a:lnTo>
                  <a:pt x="47625" y="47625"/>
                </a:lnTo>
                <a:lnTo>
                  <a:pt x="47625" y="59333"/>
                </a:lnTo>
                <a:lnTo>
                  <a:pt x="28575" y="68858"/>
                </a:lnTo>
                <a:lnTo>
                  <a:pt x="28575" y="85725"/>
                </a:lnTo>
                <a:lnTo>
                  <a:pt x="19050" y="85725"/>
                </a:lnTo>
                <a:lnTo>
                  <a:pt x="19050" y="106958"/>
                </a:lnTo>
                <a:lnTo>
                  <a:pt x="0" y="116483"/>
                </a:lnTo>
                <a:lnTo>
                  <a:pt x="0" y="144780"/>
                </a:lnTo>
                <a:lnTo>
                  <a:pt x="20955" y="144780"/>
                </a:lnTo>
                <a:lnTo>
                  <a:pt x="20955" y="135255"/>
                </a:lnTo>
                <a:lnTo>
                  <a:pt x="30480" y="135255"/>
                </a:lnTo>
                <a:lnTo>
                  <a:pt x="30480" y="123547"/>
                </a:lnTo>
                <a:lnTo>
                  <a:pt x="49530" y="114022"/>
                </a:lnTo>
                <a:lnTo>
                  <a:pt x="49530" y="94972"/>
                </a:lnTo>
                <a:lnTo>
                  <a:pt x="68580" y="85447"/>
                </a:lnTo>
                <a:lnTo>
                  <a:pt x="68580" y="68580"/>
                </a:lnTo>
                <a:lnTo>
                  <a:pt x="76200" y="68580"/>
                </a:lnTo>
                <a:lnTo>
                  <a:pt x="76200" y="78105"/>
                </a:lnTo>
                <a:lnTo>
                  <a:pt x="85725" y="78105"/>
                </a:lnTo>
                <a:lnTo>
                  <a:pt x="85725" y="97155"/>
                </a:lnTo>
                <a:lnTo>
                  <a:pt x="95250" y="97155"/>
                </a:lnTo>
                <a:lnTo>
                  <a:pt x="95250" y="123547"/>
                </a:lnTo>
                <a:lnTo>
                  <a:pt x="114300" y="133072"/>
                </a:lnTo>
                <a:lnTo>
                  <a:pt x="114300" y="154305"/>
                </a:lnTo>
                <a:lnTo>
                  <a:pt x="123825" y="154305"/>
                </a:lnTo>
                <a:lnTo>
                  <a:pt x="123825" y="173355"/>
                </a:lnTo>
                <a:lnTo>
                  <a:pt x="133350" y="173355"/>
                </a:lnTo>
                <a:lnTo>
                  <a:pt x="133350" y="192405"/>
                </a:lnTo>
                <a:lnTo>
                  <a:pt x="142875" y="192405"/>
                </a:lnTo>
                <a:lnTo>
                  <a:pt x="142875" y="211455"/>
                </a:lnTo>
                <a:lnTo>
                  <a:pt x="152400" y="211455"/>
                </a:lnTo>
                <a:lnTo>
                  <a:pt x="152400" y="230505"/>
                </a:lnTo>
                <a:lnTo>
                  <a:pt x="161925" y="230505"/>
                </a:lnTo>
                <a:lnTo>
                  <a:pt x="161925" y="249555"/>
                </a:lnTo>
                <a:lnTo>
                  <a:pt x="171450" y="249555"/>
                </a:lnTo>
                <a:lnTo>
                  <a:pt x="171450" y="268605"/>
                </a:lnTo>
                <a:lnTo>
                  <a:pt x="180975" y="268605"/>
                </a:lnTo>
                <a:lnTo>
                  <a:pt x="180975" y="278130"/>
                </a:lnTo>
                <a:lnTo>
                  <a:pt x="240030" y="278130"/>
                </a:lnTo>
                <a:lnTo>
                  <a:pt x="240030" y="268605"/>
                </a:lnTo>
                <a:lnTo>
                  <a:pt x="259080" y="268605"/>
                </a:lnTo>
                <a:lnTo>
                  <a:pt x="259080" y="259080"/>
                </a:lnTo>
                <a:lnTo>
                  <a:pt x="268605" y="259080"/>
                </a:lnTo>
                <a:lnTo>
                  <a:pt x="268605" y="209550"/>
                </a:lnTo>
                <a:lnTo>
                  <a:pt x="259080" y="209550"/>
                </a:lnTo>
                <a:lnTo>
                  <a:pt x="259080" y="180975"/>
                </a:lnTo>
                <a:lnTo>
                  <a:pt x="249555" y="180975"/>
                </a:lnTo>
                <a:lnTo>
                  <a:pt x="249555" y="161925"/>
                </a:lnTo>
                <a:lnTo>
                  <a:pt x="240030" y="161925"/>
                </a:lnTo>
                <a:lnTo>
                  <a:pt x="240030" y="133350"/>
                </a:lnTo>
                <a:lnTo>
                  <a:pt x="230505" y="133350"/>
                </a:lnTo>
                <a:lnTo>
                  <a:pt x="230505" y="114300"/>
                </a:lnTo>
                <a:lnTo>
                  <a:pt x="220980" y="114300"/>
                </a:lnTo>
                <a:lnTo>
                  <a:pt x="220980" y="95250"/>
                </a:lnTo>
                <a:lnTo>
                  <a:pt x="211455" y="95250"/>
                </a:lnTo>
                <a:lnTo>
                  <a:pt x="211455" y="66675"/>
                </a:lnTo>
                <a:lnTo>
                  <a:pt x="201930" y="66675"/>
                </a:lnTo>
                <a:lnTo>
                  <a:pt x="201930" y="47625"/>
                </a:lnTo>
                <a:lnTo>
                  <a:pt x="192405" y="47625"/>
                </a:lnTo>
                <a:lnTo>
                  <a:pt x="192405" y="40005"/>
                </a:lnTo>
                <a:lnTo>
                  <a:pt x="201930" y="40005"/>
                </a:lnTo>
                <a:lnTo>
                  <a:pt x="201930" y="19050"/>
                </a:lnTo>
                <a:lnTo>
                  <a:pt x="192405" y="19050"/>
                </a:lnTo>
                <a:lnTo>
                  <a:pt x="192405" y="9525"/>
                </a:lnTo>
                <a:lnTo>
                  <a:pt x="163830" y="9525"/>
                </a:lnTo>
                <a:lnTo>
                  <a:pt x="163830" y="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349294"/>
          </a:solidFill>
          <a:ln xmlns:a="http://schemas.openxmlformats.org/drawingml/2006/main" w="0">
            <a:noFill/>
          </a:ln>
        </p:spPr>
      </p:sp>
      <p:sp>
        <p:nvSpPr>
          <p:cNvPr id="271" name="Projected surface region 190">
            <a:extLst xmlns:a="http://schemas.openxmlformats.org/drawingml/2006/main">
              <a:ext uri="{FF2B5EF4-FFF2-40B4-BE49-F238E27FC236}">
                <a16:creationId xmlns:a16="http://schemas.microsoft.com/office/drawing/2014/main" id="{A489D859-A3B4-44A9-BBC7-F38A24B9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185" y="2832735"/>
            <a:ext cx="87630" cy="138787"/>
          </a:xfrm>
          <a:custGeom xmlns:a="http://schemas.openxmlformats.org/drawingml/2006/main">
            <a:pathLst>
              <a:path w="87630" h="138787">
                <a:moveTo>
                  <a:pt x="0" y="40005"/>
                </a:moveTo>
                <a:lnTo>
                  <a:pt x="9525" y="40005"/>
                </a:lnTo>
                <a:lnTo>
                  <a:pt x="9525" y="59055"/>
                </a:lnTo>
                <a:lnTo>
                  <a:pt x="19050" y="59055"/>
                </a:lnTo>
                <a:lnTo>
                  <a:pt x="19050" y="68580"/>
                </a:lnTo>
                <a:lnTo>
                  <a:pt x="28575" y="68580"/>
                </a:lnTo>
                <a:lnTo>
                  <a:pt x="28575" y="75922"/>
                </a:lnTo>
                <a:lnTo>
                  <a:pt x="47625" y="85447"/>
                </a:lnTo>
                <a:lnTo>
                  <a:pt x="47625" y="106680"/>
                </a:lnTo>
                <a:lnTo>
                  <a:pt x="57150" y="106680"/>
                </a:lnTo>
                <a:lnTo>
                  <a:pt x="57150" y="123547"/>
                </a:lnTo>
                <a:lnTo>
                  <a:pt x="87630" y="138787"/>
                </a:lnTo>
                <a:lnTo>
                  <a:pt x="87630" y="104775"/>
                </a:lnTo>
                <a:lnTo>
                  <a:pt x="78105" y="104775"/>
                </a:lnTo>
                <a:lnTo>
                  <a:pt x="78105" y="85725"/>
                </a:lnTo>
                <a:lnTo>
                  <a:pt x="68580" y="85725"/>
                </a:lnTo>
                <a:lnTo>
                  <a:pt x="68580" y="66675"/>
                </a:lnTo>
                <a:lnTo>
                  <a:pt x="59055" y="66675"/>
                </a:lnTo>
                <a:lnTo>
                  <a:pt x="59055" y="47625"/>
                </a:lnTo>
                <a:lnTo>
                  <a:pt x="49530" y="47625"/>
                </a:lnTo>
                <a:lnTo>
                  <a:pt x="49530" y="30758"/>
                </a:lnTo>
                <a:lnTo>
                  <a:pt x="30480" y="21233"/>
                </a:lnTo>
                <a:lnTo>
                  <a:pt x="30480" y="0"/>
                </a:lnTo>
                <a:lnTo>
                  <a:pt x="9525" y="0"/>
                </a:lnTo>
                <a:lnTo>
                  <a:pt x="9525" y="19050"/>
                </a:lnTo>
                <a:lnTo>
                  <a:pt x="0" y="19050"/>
                </a:lnTo>
                <a:lnTo>
                  <a:pt x="0" y="40005"/>
                </a:lnTo>
                <a:close/>
              </a:path>
            </a:pathLst>
          </a:custGeom>
          <a:solidFill xmlns:a="http://schemas.openxmlformats.org/drawingml/2006/main">
            <a:srgbClr val="349294"/>
          </a:solidFill>
          <a:ln xmlns:a="http://schemas.openxmlformats.org/drawingml/2006/main" w="0">
            <a:noFill/>
          </a:ln>
        </p:spPr>
      </p:sp>
      <p:sp>
        <p:nvSpPr>
          <p:cNvPr id="272" name="Projected surface region 191">
            <a:extLst xmlns:a="http://schemas.openxmlformats.org/drawingml/2006/main">
              <a:ext uri="{FF2B5EF4-FFF2-40B4-BE49-F238E27FC236}">
                <a16:creationId xmlns:a16="http://schemas.microsoft.com/office/drawing/2014/main" id="{70E97820-CE34-4C85-ABAD-7A605DAB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435" y="3756660"/>
            <a:ext cx="30480" cy="106680"/>
          </a:xfrm>
          <a:custGeom xmlns:a="http://schemas.openxmlformats.org/drawingml/2006/main">
            <a:pathLst>
              <a:path w="30480" h="106680">
                <a:moveTo>
                  <a:pt x="0" y="0"/>
                </a:moveTo>
                <a:lnTo>
                  <a:pt x="0" y="106680"/>
                </a:lnTo>
                <a:lnTo>
                  <a:pt x="30480" y="106680"/>
                </a:lnTo>
                <a:lnTo>
                  <a:pt x="3048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679B"/>
          </a:solidFill>
          <a:ln xmlns:a="http://schemas.openxmlformats.org/drawingml/2006/main" w="0">
            <a:noFill/>
          </a:ln>
        </p:spPr>
      </p:sp>
      <p:sp>
        <p:nvSpPr>
          <p:cNvPr id="273" name="Projected surface region 192">
            <a:extLst xmlns:a="http://schemas.openxmlformats.org/drawingml/2006/main">
              <a:ext uri="{FF2B5EF4-FFF2-40B4-BE49-F238E27FC236}">
                <a16:creationId xmlns:a16="http://schemas.microsoft.com/office/drawing/2014/main" id="{5BB0E0D1-6B24-43D7-A33D-4241EA24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385" y="3213735"/>
            <a:ext cx="78105" cy="144780"/>
          </a:xfrm>
          <a:custGeom xmlns:a="http://schemas.openxmlformats.org/drawingml/2006/main">
            <a:pathLst>
              <a:path w="78105" h="144780">
                <a:moveTo>
                  <a:pt x="19050" y="38100"/>
                </a:moveTo>
                <a:lnTo>
                  <a:pt x="19050" y="76200"/>
                </a:lnTo>
                <a:lnTo>
                  <a:pt x="9525" y="76200"/>
                </a:lnTo>
                <a:lnTo>
                  <a:pt x="9525" y="123825"/>
                </a:lnTo>
                <a:lnTo>
                  <a:pt x="0" y="123825"/>
                </a:lnTo>
                <a:lnTo>
                  <a:pt x="0" y="144780"/>
                </a:lnTo>
                <a:lnTo>
                  <a:pt x="40005" y="144780"/>
                </a:lnTo>
                <a:lnTo>
                  <a:pt x="40005" y="135255"/>
                </a:lnTo>
                <a:lnTo>
                  <a:pt x="47625" y="135255"/>
                </a:lnTo>
                <a:lnTo>
                  <a:pt x="47625" y="144780"/>
                </a:lnTo>
                <a:lnTo>
                  <a:pt x="78105" y="144780"/>
                </a:lnTo>
                <a:lnTo>
                  <a:pt x="78105" y="104775"/>
                </a:lnTo>
                <a:lnTo>
                  <a:pt x="68580" y="104775"/>
                </a:lnTo>
                <a:lnTo>
                  <a:pt x="68580" y="66675"/>
                </a:lnTo>
                <a:lnTo>
                  <a:pt x="59055" y="66675"/>
                </a:lnTo>
                <a:lnTo>
                  <a:pt x="59055" y="28575"/>
                </a:lnTo>
                <a:lnTo>
                  <a:pt x="49530" y="28575"/>
                </a:lnTo>
                <a:lnTo>
                  <a:pt x="49530" y="0"/>
                </a:lnTo>
                <a:lnTo>
                  <a:pt x="28575" y="0"/>
                </a:lnTo>
                <a:lnTo>
                  <a:pt x="28575" y="38100"/>
                </a:lnTo>
                <a:lnTo>
                  <a:pt x="19050" y="38100"/>
                </a:lnTo>
                <a:close/>
              </a:path>
            </a:pathLst>
          </a:custGeom>
          <a:solidFill xmlns:a="http://schemas.openxmlformats.org/drawingml/2006/main">
            <a:srgbClr val="7081A9"/>
          </a:solidFill>
          <a:ln xmlns:a="http://schemas.openxmlformats.org/drawingml/2006/main" w="0">
            <a:noFill/>
          </a:ln>
        </p:spPr>
      </p:sp>
      <p:sp>
        <p:nvSpPr>
          <p:cNvPr id="274" name="Projected surface region 193">
            <a:extLst xmlns:a="http://schemas.openxmlformats.org/drawingml/2006/main">
              <a:ext uri="{FF2B5EF4-FFF2-40B4-BE49-F238E27FC236}">
                <a16:creationId xmlns:a16="http://schemas.microsoft.com/office/drawing/2014/main" id="{95C8A9D3-ED7D-489D-A7FC-FA36F78E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3356610"/>
            <a:ext cx="68580" cy="87630"/>
          </a:xfrm>
          <a:custGeom xmlns:a="http://schemas.openxmlformats.org/drawingml/2006/main">
            <a:pathLst>
              <a:path w="68580" h="87630">
                <a:moveTo>
                  <a:pt x="0" y="19050"/>
                </a:moveTo>
                <a:lnTo>
                  <a:pt x="0" y="68580"/>
                </a:lnTo>
                <a:lnTo>
                  <a:pt x="19050" y="68580"/>
                </a:lnTo>
                <a:lnTo>
                  <a:pt x="19050" y="78105"/>
                </a:lnTo>
                <a:lnTo>
                  <a:pt x="47625" y="78105"/>
                </a:lnTo>
                <a:lnTo>
                  <a:pt x="47625" y="87630"/>
                </a:lnTo>
                <a:lnTo>
                  <a:pt x="68580" y="87630"/>
                </a:lnTo>
                <a:lnTo>
                  <a:pt x="68580" y="57150"/>
                </a:lnTo>
                <a:lnTo>
                  <a:pt x="59055" y="57150"/>
                </a:lnTo>
                <a:lnTo>
                  <a:pt x="59055" y="28575"/>
                </a:lnTo>
                <a:lnTo>
                  <a:pt x="49530" y="28575"/>
                </a:lnTo>
                <a:lnTo>
                  <a:pt x="49530" y="0"/>
                </a:lnTo>
                <a:lnTo>
                  <a:pt x="28575" y="0"/>
                </a:lnTo>
                <a:lnTo>
                  <a:pt x="28575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7081A9"/>
          </a:solidFill>
          <a:ln xmlns:a="http://schemas.openxmlformats.org/drawingml/2006/main" w="0">
            <a:noFill/>
          </a:ln>
        </p:spPr>
      </p:sp>
      <p:sp>
        <p:nvSpPr>
          <p:cNvPr id="275" name="Projected surface region 194">
            <a:extLst xmlns:a="http://schemas.openxmlformats.org/drawingml/2006/main">
              <a:ext uri="{FF2B5EF4-FFF2-40B4-BE49-F238E27FC236}">
                <a16:creationId xmlns:a16="http://schemas.microsoft.com/office/drawing/2014/main" id="{FEF81D48-86DA-4960-A2E1-121D02AF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35" y="3509010"/>
            <a:ext cx="125730" cy="78105"/>
          </a:xfrm>
          <a:custGeom xmlns:a="http://schemas.openxmlformats.org/drawingml/2006/main">
            <a:pathLst>
              <a:path w="125730" h="78105">
                <a:moveTo>
                  <a:pt x="0" y="9525"/>
                </a:moveTo>
                <a:lnTo>
                  <a:pt x="0" y="78105"/>
                </a:lnTo>
                <a:lnTo>
                  <a:pt x="40005" y="78105"/>
                </a:lnTo>
                <a:lnTo>
                  <a:pt x="40005" y="68580"/>
                </a:lnTo>
                <a:lnTo>
                  <a:pt x="66675" y="68580"/>
                </a:lnTo>
                <a:lnTo>
                  <a:pt x="66675" y="78105"/>
                </a:lnTo>
                <a:lnTo>
                  <a:pt x="125730" y="78105"/>
                </a:lnTo>
                <a:lnTo>
                  <a:pt x="125730" y="49808"/>
                </a:lnTo>
                <a:lnTo>
                  <a:pt x="106680" y="40283"/>
                </a:lnTo>
                <a:lnTo>
                  <a:pt x="106680" y="19050"/>
                </a:lnTo>
                <a:lnTo>
                  <a:pt x="87630" y="19050"/>
                </a:lnTo>
                <a:lnTo>
                  <a:pt x="87630" y="9525"/>
                </a:lnTo>
                <a:lnTo>
                  <a:pt x="68580" y="9525"/>
                </a:lnTo>
                <a:lnTo>
                  <a:pt x="68580" y="0"/>
                </a:lnTo>
                <a:lnTo>
                  <a:pt x="28575" y="0"/>
                </a:lnTo>
                <a:lnTo>
                  <a:pt x="28575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7081A9"/>
          </a:solidFill>
          <a:ln xmlns:a="http://schemas.openxmlformats.org/drawingml/2006/main" w="0">
            <a:noFill/>
          </a:ln>
        </p:spPr>
      </p:sp>
      <p:sp>
        <p:nvSpPr>
          <p:cNvPr id="276" name="Projected surface region 195">
            <a:extLst xmlns:a="http://schemas.openxmlformats.org/drawingml/2006/main">
              <a:ext uri="{FF2B5EF4-FFF2-40B4-BE49-F238E27FC236}">
                <a16:creationId xmlns:a16="http://schemas.microsoft.com/office/drawing/2014/main" id="{FA47C51C-F359-4E39-8E30-54D67ED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385" y="3383233"/>
            <a:ext cx="459105" cy="356282"/>
          </a:xfrm>
          <a:custGeom xmlns:a="http://schemas.openxmlformats.org/drawingml/2006/main">
            <a:pathLst>
              <a:path w="459105" h="356282">
                <a:moveTo>
                  <a:pt x="87908" y="21002"/>
                </a:moveTo>
                <a:lnTo>
                  <a:pt x="66675" y="21002"/>
                </a:lnTo>
                <a:lnTo>
                  <a:pt x="66675" y="30527"/>
                </a:lnTo>
                <a:lnTo>
                  <a:pt x="57150" y="30527"/>
                </a:lnTo>
                <a:lnTo>
                  <a:pt x="57150" y="40052"/>
                </a:lnTo>
                <a:lnTo>
                  <a:pt x="40283" y="40052"/>
                </a:lnTo>
                <a:lnTo>
                  <a:pt x="30758" y="59102"/>
                </a:lnTo>
                <a:lnTo>
                  <a:pt x="0" y="59102"/>
                </a:lnTo>
                <a:lnTo>
                  <a:pt x="0" y="108632"/>
                </a:lnTo>
                <a:lnTo>
                  <a:pt x="9525" y="108632"/>
                </a:lnTo>
                <a:lnTo>
                  <a:pt x="9525" y="127682"/>
                </a:lnTo>
                <a:lnTo>
                  <a:pt x="28575" y="127682"/>
                </a:lnTo>
                <a:lnTo>
                  <a:pt x="28575" y="137207"/>
                </a:lnTo>
                <a:lnTo>
                  <a:pt x="38100" y="137207"/>
                </a:lnTo>
                <a:lnTo>
                  <a:pt x="38100" y="146732"/>
                </a:lnTo>
                <a:lnTo>
                  <a:pt x="49808" y="146732"/>
                </a:lnTo>
                <a:lnTo>
                  <a:pt x="59333" y="165782"/>
                </a:lnTo>
                <a:lnTo>
                  <a:pt x="76200" y="165782"/>
                </a:lnTo>
                <a:lnTo>
                  <a:pt x="76200" y="175307"/>
                </a:lnTo>
                <a:lnTo>
                  <a:pt x="85725" y="175307"/>
                </a:lnTo>
                <a:lnTo>
                  <a:pt x="85725" y="194357"/>
                </a:lnTo>
                <a:lnTo>
                  <a:pt x="95250" y="194357"/>
                </a:lnTo>
                <a:lnTo>
                  <a:pt x="95250" y="203882"/>
                </a:lnTo>
                <a:lnTo>
                  <a:pt x="106958" y="203882"/>
                </a:lnTo>
                <a:lnTo>
                  <a:pt x="116483" y="222932"/>
                </a:lnTo>
                <a:lnTo>
                  <a:pt x="135533" y="222932"/>
                </a:lnTo>
                <a:lnTo>
                  <a:pt x="145058" y="241982"/>
                </a:lnTo>
                <a:lnTo>
                  <a:pt x="163830" y="241982"/>
                </a:lnTo>
                <a:lnTo>
                  <a:pt x="163830" y="232457"/>
                </a:lnTo>
                <a:lnTo>
                  <a:pt x="173355" y="232457"/>
                </a:lnTo>
                <a:lnTo>
                  <a:pt x="173355" y="222932"/>
                </a:lnTo>
                <a:lnTo>
                  <a:pt x="182880" y="222932"/>
                </a:lnTo>
                <a:lnTo>
                  <a:pt x="182880" y="213407"/>
                </a:lnTo>
                <a:lnTo>
                  <a:pt x="192405" y="213407"/>
                </a:lnTo>
                <a:lnTo>
                  <a:pt x="192405" y="203882"/>
                </a:lnTo>
                <a:lnTo>
                  <a:pt x="199747" y="203882"/>
                </a:lnTo>
                <a:lnTo>
                  <a:pt x="209272" y="184832"/>
                </a:lnTo>
                <a:lnTo>
                  <a:pt x="219075" y="184832"/>
                </a:lnTo>
                <a:lnTo>
                  <a:pt x="219075" y="194357"/>
                </a:lnTo>
                <a:lnTo>
                  <a:pt x="228600" y="194357"/>
                </a:lnTo>
                <a:lnTo>
                  <a:pt x="228600" y="213407"/>
                </a:lnTo>
                <a:lnTo>
                  <a:pt x="238125" y="213407"/>
                </a:lnTo>
                <a:lnTo>
                  <a:pt x="238125" y="232457"/>
                </a:lnTo>
                <a:lnTo>
                  <a:pt x="247650" y="232457"/>
                </a:lnTo>
                <a:lnTo>
                  <a:pt x="247650" y="241982"/>
                </a:lnTo>
                <a:lnTo>
                  <a:pt x="257175" y="241982"/>
                </a:lnTo>
                <a:lnTo>
                  <a:pt x="257175" y="258850"/>
                </a:lnTo>
                <a:lnTo>
                  <a:pt x="276225" y="268375"/>
                </a:lnTo>
                <a:lnTo>
                  <a:pt x="276225" y="289607"/>
                </a:lnTo>
                <a:lnTo>
                  <a:pt x="285750" y="289607"/>
                </a:lnTo>
                <a:lnTo>
                  <a:pt x="285750" y="306475"/>
                </a:lnTo>
                <a:lnTo>
                  <a:pt x="304800" y="316000"/>
                </a:lnTo>
                <a:lnTo>
                  <a:pt x="304800" y="337232"/>
                </a:lnTo>
                <a:lnTo>
                  <a:pt x="314325" y="337232"/>
                </a:lnTo>
                <a:lnTo>
                  <a:pt x="314325" y="356282"/>
                </a:lnTo>
                <a:lnTo>
                  <a:pt x="344805" y="356282"/>
                </a:lnTo>
                <a:lnTo>
                  <a:pt x="344805" y="344575"/>
                </a:lnTo>
                <a:lnTo>
                  <a:pt x="363855" y="335050"/>
                </a:lnTo>
                <a:lnTo>
                  <a:pt x="363855" y="318182"/>
                </a:lnTo>
                <a:lnTo>
                  <a:pt x="373380" y="318182"/>
                </a:lnTo>
                <a:lnTo>
                  <a:pt x="373380" y="308657"/>
                </a:lnTo>
                <a:lnTo>
                  <a:pt x="382905" y="308657"/>
                </a:lnTo>
                <a:lnTo>
                  <a:pt x="382905" y="296950"/>
                </a:lnTo>
                <a:lnTo>
                  <a:pt x="401955" y="287425"/>
                </a:lnTo>
                <a:lnTo>
                  <a:pt x="401955" y="270557"/>
                </a:lnTo>
                <a:lnTo>
                  <a:pt x="411480" y="270557"/>
                </a:lnTo>
                <a:lnTo>
                  <a:pt x="411480" y="261032"/>
                </a:lnTo>
                <a:lnTo>
                  <a:pt x="421005" y="261032"/>
                </a:lnTo>
                <a:lnTo>
                  <a:pt x="421005" y="249325"/>
                </a:lnTo>
                <a:lnTo>
                  <a:pt x="440055" y="239800"/>
                </a:lnTo>
                <a:lnTo>
                  <a:pt x="440055" y="220750"/>
                </a:lnTo>
                <a:lnTo>
                  <a:pt x="459105" y="211225"/>
                </a:lnTo>
                <a:lnTo>
                  <a:pt x="459105" y="182927"/>
                </a:lnTo>
                <a:lnTo>
                  <a:pt x="449580" y="182927"/>
                </a:lnTo>
                <a:lnTo>
                  <a:pt x="449580" y="163877"/>
                </a:lnTo>
                <a:lnTo>
                  <a:pt x="440055" y="163877"/>
                </a:lnTo>
                <a:lnTo>
                  <a:pt x="440055" y="156535"/>
                </a:lnTo>
                <a:lnTo>
                  <a:pt x="421005" y="147010"/>
                </a:lnTo>
                <a:lnTo>
                  <a:pt x="421005" y="125777"/>
                </a:lnTo>
                <a:lnTo>
                  <a:pt x="411480" y="125777"/>
                </a:lnTo>
                <a:lnTo>
                  <a:pt x="411480" y="116252"/>
                </a:lnTo>
                <a:lnTo>
                  <a:pt x="401955" y="116252"/>
                </a:lnTo>
                <a:lnTo>
                  <a:pt x="401955" y="97202"/>
                </a:lnTo>
                <a:lnTo>
                  <a:pt x="392430" y="97202"/>
                </a:lnTo>
                <a:lnTo>
                  <a:pt x="392430" y="89860"/>
                </a:lnTo>
                <a:lnTo>
                  <a:pt x="373380" y="80335"/>
                </a:lnTo>
                <a:lnTo>
                  <a:pt x="373380" y="59102"/>
                </a:lnTo>
                <a:lnTo>
                  <a:pt x="363855" y="59102"/>
                </a:lnTo>
                <a:lnTo>
                  <a:pt x="363855" y="51760"/>
                </a:lnTo>
                <a:lnTo>
                  <a:pt x="333375" y="36520"/>
                </a:lnTo>
                <a:lnTo>
                  <a:pt x="333375" y="49577"/>
                </a:lnTo>
                <a:lnTo>
                  <a:pt x="323850" y="49577"/>
                </a:lnTo>
                <a:lnTo>
                  <a:pt x="323850" y="59102"/>
                </a:lnTo>
                <a:lnTo>
                  <a:pt x="314325" y="59102"/>
                </a:lnTo>
                <a:lnTo>
                  <a:pt x="314325" y="68627"/>
                </a:lnTo>
                <a:lnTo>
                  <a:pt x="304800" y="68627"/>
                </a:lnTo>
                <a:lnTo>
                  <a:pt x="304800" y="78152"/>
                </a:lnTo>
                <a:lnTo>
                  <a:pt x="295275" y="78152"/>
                </a:lnTo>
                <a:lnTo>
                  <a:pt x="295275" y="87677"/>
                </a:lnTo>
                <a:lnTo>
                  <a:pt x="285750" y="87677"/>
                </a:lnTo>
                <a:lnTo>
                  <a:pt x="285750" y="97202"/>
                </a:lnTo>
                <a:lnTo>
                  <a:pt x="276225" y="97202"/>
                </a:lnTo>
                <a:lnTo>
                  <a:pt x="276225" y="106727"/>
                </a:lnTo>
                <a:lnTo>
                  <a:pt x="266700" y="106727"/>
                </a:lnTo>
                <a:lnTo>
                  <a:pt x="266700" y="116252"/>
                </a:lnTo>
                <a:lnTo>
                  <a:pt x="257175" y="116252"/>
                </a:lnTo>
                <a:lnTo>
                  <a:pt x="257175" y="125777"/>
                </a:lnTo>
                <a:lnTo>
                  <a:pt x="247650" y="125777"/>
                </a:lnTo>
                <a:lnTo>
                  <a:pt x="247650" y="135302"/>
                </a:lnTo>
                <a:lnTo>
                  <a:pt x="238125" y="135302"/>
                </a:lnTo>
                <a:lnTo>
                  <a:pt x="238125" y="144827"/>
                </a:lnTo>
                <a:lnTo>
                  <a:pt x="228600" y="144827"/>
                </a:lnTo>
                <a:lnTo>
                  <a:pt x="228600" y="156535"/>
                </a:lnTo>
                <a:lnTo>
                  <a:pt x="220980" y="160345"/>
                </a:lnTo>
                <a:lnTo>
                  <a:pt x="220980" y="156535"/>
                </a:lnTo>
                <a:lnTo>
                  <a:pt x="201930" y="147010"/>
                </a:lnTo>
                <a:lnTo>
                  <a:pt x="201930" y="125777"/>
                </a:lnTo>
                <a:lnTo>
                  <a:pt x="192405" y="125777"/>
                </a:lnTo>
                <a:lnTo>
                  <a:pt x="192405" y="106727"/>
                </a:lnTo>
                <a:lnTo>
                  <a:pt x="182880" y="106727"/>
                </a:lnTo>
                <a:lnTo>
                  <a:pt x="182880" y="87677"/>
                </a:lnTo>
                <a:lnTo>
                  <a:pt x="173355" y="87677"/>
                </a:lnTo>
                <a:lnTo>
                  <a:pt x="173355" y="80335"/>
                </a:lnTo>
                <a:lnTo>
                  <a:pt x="154305" y="70810"/>
                </a:lnTo>
                <a:lnTo>
                  <a:pt x="154305" y="49577"/>
                </a:lnTo>
                <a:lnTo>
                  <a:pt x="144780" y="49577"/>
                </a:lnTo>
                <a:lnTo>
                  <a:pt x="144780" y="42235"/>
                </a:lnTo>
                <a:lnTo>
                  <a:pt x="125730" y="32710"/>
                </a:lnTo>
                <a:lnTo>
                  <a:pt x="125730" y="13660"/>
                </a:lnTo>
                <a:lnTo>
                  <a:pt x="98409" y="0"/>
                </a:lnTo>
                <a:lnTo>
                  <a:pt x="87908" y="21002"/>
                </a:lnTo>
                <a:close/>
              </a:path>
            </a:pathLst>
          </a:custGeom>
          <a:solidFill xmlns:a="http://schemas.openxmlformats.org/drawingml/2006/main">
            <a:srgbClr val="7081A9"/>
          </a:solidFill>
          <a:ln xmlns:a="http://schemas.openxmlformats.org/drawingml/2006/main" w="0">
            <a:noFill/>
          </a:ln>
        </p:spPr>
      </p:sp>
      <p:sp>
        <p:nvSpPr>
          <p:cNvPr id="277" name="Projected surface region 196">
            <a:extLst xmlns:a="http://schemas.openxmlformats.org/drawingml/2006/main">
              <a:ext uri="{FF2B5EF4-FFF2-40B4-BE49-F238E27FC236}">
                <a16:creationId xmlns:a16="http://schemas.microsoft.com/office/drawing/2014/main" id="{64D06221-22AE-485D-99EB-52D3D015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3537585"/>
            <a:ext cx="173355" cy="163830"/>
          </a:xfrm>
          <a:custGeom xmlns:a="http://schemas.openxmlformats.org/drawingml/2006/main">
            <a:pathLst>
              <a:path w="173355" h="163830">
                <a:moveTo>
                  <a:pt x="106958" y="28575"/>
                </a:moveTo>
                <a:lnTo>
                  <a:pt x="95250" y="28575"/>
                </a:lnTo>
                <a:lnTo>
                  <a:pt x="95250" y="38100"/>
                </a:lnTo>
                <a:lnTo>
                  <a:pt x="78383" y="38100"/>
                </a:lnTo>
                <a:lnTo>
                  <a:pt x="68858" y="57150"/>
                </a:lnTo>
                <a:lnTo>
                  <a:pt x="49808" y="57150"/>
                </a:lnTo>
                <a:lnTo>
                  <a:pt x="40283" y="76200"/>
                </a:lnTo>
                <a:lnTo>
                  <a:pt x="19050" y="76200"/>
                </a:lnTo>
                <a:lnTo>
                  <a:pt x="19050" y="87908"/>
                </a:lnTo>
                <a:lnTo>
                  <a:pt x="0" y="97433"/>
                </a:lnTo>
                <a:lnTo>
                  <a:pt x="0" y="116205"/>
                </a:lnTo>
                <a:lnTo>
                  <a:pt x="9525" y="116205"/>
                </a:lnTo>
                <a:lnTo>
                  <a:pt x="9525" y="125730"/>
                </a:lnTo>
                <a:lnTo>
                  <a:pt x="19050" y="125730"/>
                </a:lnTo>
                <a:lnTo>
                  <a:pt x="19050" y="135255"/>
                </a:lnTo>
                <a:lnTo>
                  <a:pt x="28575" y="135255"/>
                </a:lnTo>
                <a:lnTo>
                  <a:pt x="28575" y="144780"/>
                </a:lnTo>
                <a:lnTo>
                  <a:pt x="40283" y="144780"/>
                </a:lnTo>
                <a:lnTo>
                  <a:pt x="49808" y="163830"/>
                </a:lnTo>
                <a:lnTo>
                  <a:pt x="78105" y="163830"/>
                </a:lnTo>
                <a:lnTo>
                  <a:pt x="78105" y="154305"/>
                </a:lnTo>
                <a:lnTo>
                  <a:pt x="87630" y="154305"/>
                </a:lnTo>
                <a:lnTo>
                  <a:pt x="87630" y="144780"/>
                </a:lnTo>
                <a:lnTo>
                  <a:pt x="94972" y="144780"/>
                </a:lnTo>
                <a:lnTo>
                  <a:pt x="104497" y="125730"/>
                </a:lnTo>
                <a:lnTo>
                  <a:pt x="125730" y="125730"/>
                </a:lnTo>
                <a:lnTo>
                  <a:pt x="125730" y="116205"/>
                </a:lnTo>
                <a:lnTo>
                  <a:pt x="133072" y="116205"/>
                </a:lnTo>
                <a:lnTo>
                  <a:pt x="142597" y="97155"/>
                </a:lnTo>
                <a:lnTo>
                  <a:pt x="163830" y="97155"/>
                </a:lnTo>
                <a:lnTo>
                  <a:pt x="163830" y="87630"/>
                </a:lnTo>
                <a:lnTo>
                  <a:pt x="173355" y="87630"/>
                </a:lnTo>
                <a:lnTo>
                  <a:pt x="173355" y="66675"/>
                </a:lnTo>
                <a:lnTo>
                  <a:pt x="163830" y="66675"/>
                </a:lnTo>
                <a:lnTo>
                  <a:pt x="163830" y="47625"/>
                </a:lnTo>
                <a:lnTo>
                  <a:pt x="154305" y="47625"/>
                </a:lnTo>
                <a:lnTo>
                  <a:pt x="154305" y="28575"/>
                </a:lnTo>
                <a:lnTo>
                  <a:pt x="144780" y="28575"/>
                </a:lnTo>
                <a:lnTo>
                  <a:pt x="144780" y="0"/>
                </a:lnTo>
                <a:lnTo>
                  <a:pt x="123825" y="0"/>
                </a:lnTo>
                <a:lnTo>
                  <a:pt x="123825" y="9525"/>
                </a:lnTo>
                <a:lnTo>
                  <a:pt x="116483" y="9525"/>
                </a:lnTo>
                <a:lnTo>
                  <a:pt x="106958" y="28575"/>
                </a:lnTo>
                <a:close/>
              </a:path>
            </a:pathLst>
          </a:custGeom>
          <a:solidFill xmlns:a="http://schemas.openxmlformats.org/drawingml/2006/main">
            <a:srgbClr val="7081A9"/>
          </a:solidFill>
          <a:ln xmlns:a="http://schemas.openxmlformats.org/drawingml/2006/main" w="0">
            <a:noFill/>
          </a:ln>
        </p:spPr>
      </p:sp>
      <p:sp>
        <p:nvSpPr>
          <p:cNvPr id="278" name="Projected surface region 197">
            <a:extLst xmlns:a="http://schemas.openxmlformats.org/drawingml/2006/main">
              <a:ext uri="{FF2B5EF4-FFF2-40B4-BE49-F238E27FC236}">
                <a16:creationId xmlns:a16="http://schemas.microsoft.com/office/drawing/2014/main" id="{DA75A7BB-3987-4EFF-ACD6-6D127343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3381653"/>
            <a:ext cx="125730" cy="357862"/>
          </a:xfrm>
          <a:custGeom xmlns:a="http://schemas.openxmlformats.org/drawingml/2006/main">
            <a:pathLst>
              <a:path w="125730" h="357862">
                <a:moveTo>
                  <a:pt x="49530" y="270232"/>
                </a:moveTo>
                <a:lnTo>
                  <a:pt x="49530" y="243562"/>
                </a:lnTo>
                <a:lnTo>
                  <a:pt x="68580" y="243562"/>
                </a:lnTo>
                <a:lnTo>
                  <a:pt x="68580" y="222607"/>
                </a:lnTo>
                <a:lnTo>
                  <a:pt x="59055" y="222607"/>
                </a:lnTo>
                <a:lnTo>
                  <a:pt x="59055" y="214987"/>
                </a:lnTo>
                <a:lnTo>
                  <a:pt x="68580" y="214987"/>
                </a:lnTo>
                <a:lnTo>
                  <a:pt x="68580" y="186412"/>
                </a:lnTo>
                <a:lnTo>
                  <a:pt x="87630" y="186412"/>
                </a:lnTo>
                <a:lnTo>
                  <a:pt x="87630" y="146407"/>
                </a:lnTo>
                <a:lnTo>
                  <a:pt x="78105" y="146407"/>
                </a:lnTo>
                <a:lnTo>
                  <a:pt x="78105" y="138787"/>
                </a:lnTo>
                <a:lnTo>
                  <a:pt x="97155" y="138787"/>
                </a:lnTo>
                <a:lnTo>
                  <a:pt x="97155" y="100687"/>
                </a:lnTo>
                <a:lnTo>
                  <a:pt x="110212" y="100687"/>
                </a:lnTo>
                <a:lnTo>
                  <a:pt x="99107" y="78478"/>
                </a:lnTo>
                <a:lnTo>
                  <a:pt x="116205" y="69929"/>
                </a:lnTo>
                <a:lnTo>
                  <a:pt x="116205" y="34012"/>
                </a:lnTo>
                <a:lnTo>
                  <a:pt x="125730" y="34012"/>
                </a:lnTo>
                <a:lnTo>
                  <a:pt x="125730" y="0"/>
                </a:lnTo>
                <a:lnTo>
                  <a:pt x="95250" y="15240"/>
                </a:lnTo>
                <a:lnTo>
                  <a:pt x="95250" y="32107"/>
                </a:lnTo>
                <a:lnTo>
                  <a:pt x="85725" y="32107"/>
                </a:lnTo>
                <a:lnTo>
                  <a:pt x="85725" y="43815"/>
                </a:lnTo>
                <a:lnTo>
                  <a:pt x="66675" y="53340"/>
                </a:lnTo>
                <a:lnTo>
                  <a:pt x="66675" y="98782"/>
                </a:lnTo>
                <a:lnTo>
                  <a:pt x="57150" y="98782"/>
                </a:lnTo>
                <a:lnTo>
                  <a:pt x="57150" y="136882"/>
                </a:lnTo>
                <a:lnTo>
                  <a:pt x="47625" y="136882"/>
                </a:lnTo>
                <a:lnTo>
                  <a:pt x="47625" y="184507"/>
                </a:lnTo>
                <a:lnTo>
                  <a:pt x="38100" y="184507"/>
                </a:lnTo>
                <a:lnTo>
                  <a:pt x="38100" y="222607"/>
                </a:lnTo>
                <a:lnTo>
                  <a:pt x="28575" y="222607"/>
                </a:lnTo>
                <a:lnTo>
                  <a:pt x="28575" y="251182"/>
                </a:lnTo>
                <a:lnTo>
                  <a:pt x="19050" y="251182"/>
                </a:lnTo>
                <a:lnTo>
                  <a:pt x="19050" y="289282"/>
                </a:lnTo>
                <a:lnTo>
                  <a:pt x="9525" y="289282"/>
                </a:lnTo>
                <a:lnTo>
                  <a:pt x="9525" y="317857"/>
                </a:lnTo>
                <a:lnTo>
                  <a:pt x="0" y="317857"/>
                </a:lnTo>
                <a:lnTo>
                  <a:pt x="0" y="357862"/>
                </a:lnTo>
                <a:lnTo>
                  <a:pt x="20955" y="357862"/>
                </a:lnTo>
                <a:lnTo>
                  <a:pt x="20955" y="338812"/>
                </a:lnTo>
                <a:lnTo>
                  <a:pt x="30480" y="338812"/>
                </a:lnTo>
                <a:lnTo>
                  <a:pt x="30480" y="310237"/>
                </a:lnTo>
                <a:lnTo>
                  <a:pt x="40005" y="310237"/>
                </a:lnTo>
                <a:lnTo>
                  <a:pt x="40005" y="291187"/>
                </a:lnTo>
                <a:lnTo>
                  <a:pt x="49530" y="291187"/>
                </a:lnTo>
                <a:lnTo>
                  <a:pt x="49530" y="272137"/>
                </a:lnTo>
                <a:lnTo>
                  <a:pt x="49530" y="270232"/>
                </a:lnTo>
                <a:close/>
              </a:path>
            </a:pathLst>
          </a:custGeom>
          <a:solidFill xmlns:a="http://schemas.openxmlformats.org/drawingml/2006/main">
            <a:srgbClr val="7081A9"/>
          </a:solidFill>
          <a:ln xmlns:a="http://schemas.openxmlformats.org/drawingml/2006/main" w="0">
            <a:noFill/>
          </a:ln>
        </p:spPr>
      </p:sp>
      <p:sp>
        <p:nvSpPr>
          <p:cNvPr id="279" name="Projected surface region 198">
            <a:extLst xmlns:a="http://schemas.openxmlformats.org/drawingml/2006/main">
              <a:ext uri="{FF2B5EF4-FFF2-40B4-BE49-F238E27FC236}">
                <a16:creationId xmlns:a16="http://schemas.microsoft.com/office/drawing/2014/main" id="{A65EC413-F5F6-4CFF-8AD9-3B1CBEDA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251710"/>
            <a:ext cx="268605" cy="316230"/>
          </a:xfrm>
          <a:custGeom xmlns:a="http://schemas.openxmlformats.org/drawingml/2006/main">
            <a:pathLst>
              <a:path w="268605" h="316230">
                <a:moveTo>
                  <a:pt x="87321" y="9525"/>
                </a:moveTo>
                <a:lnTo>
                  <a:pt x="77796" y="38100"/>
                </a:lnTo>
                <a:lnTo>
                  <a:pt x="66675" y="38100"/>
                </a:lnTo>
                <a:lnTo>
                  <a:pt x="66675" y="57150"/>
                </a:lnTo>
                <a:lnTo>
                  <a:pt x="57150" y="57150"/>
                </a:lnTo>
                <a:lnTo>
                  <a:pt x="57150" y="68858"/>
                </a:lnTo>
                <a:lnTo>
                  <a:pt x="38100" y="78383"/>
                </a:lnTo>
                <a:lnTo>
                  <a:pt x="38100" y="95250"/>
                </a:lnTo>
                <a:lnTo>
                  <a:pt x="28575" y="95250"/>
                </a:lnTo>
                <a:lnTo>
                  <a:pt x="28575" y="126008"/>
                </a:lnTo>
                <a:lnTo>
                  <a:pt x="9525" y="135533"/>
                </a:lnTo>
                <a:lnTo>
                  <a:pt x="9525" y="190500"/>
                </a:lnTo>
                <a:lnTo>
                  <a:pt x="0" y="190500"/>
                </a:lnTo>
                <a:lnTo>
                  <a:pt x="0" y="230505"/>
                </a:lnTo>
                <a:lnTo>
                  <a:pt x="20955" y="230505"/>
                </a:lnTo>
                <a:lnTo>
                  <a:pt x="20955" y="211455"/>
                </a:lnTo>
                <a:lnTo>
                  <a:pt x="30480" y="211455"/>
                </a:lnTo>
                <a:lnTo>
                  <a:pt x="30480" y="182880"/>
                </a:lnTo>
                <a:lnTo>
                  <a:pt x="40005" y="182880"/>
                </a:lnTo>
                <a:lnTo>
                  <a:pt x="40005" y="163830"/>
                </a:lnTo>
                <a:lnTo>
                  <a:pt x="49530" y="163830"/>
                </a:lnTo>
                <a:lnTo>
                  <a:pt x="49530" y="144780"/>
                </a:lnTo>
                <a:lnTo>
                  <a:pt x="59055" y="144780"/>
                </a:lnTo>
                <a:lnTo>
                  <a:pt x="59055" y="135255"/>
                </a:lnTo>
                <a:lnTo>
                  <a:pt x="68580" y="135255"/>
                </a:lnTo>
                <a:lnTo>
                  <a:pt x="68580" y="125730"/>
                </a:lnTo>
                <a:lnTo>
                  <a:pt x="75922" y="125730"/>
                </a:lnTo>
                <a:lnTo>
                  <a:pt x="85447" y="106680"/>
                </a:lnTo>
                <a:lnTo>
                  <a:pt x="106680" y="106680"/>
                </a:lnTo>
                <a:lnTo>
                  <a:pt x="106680" y="94972"/>
                </a:lnTo>
                <a:lnTo>
                  <a:pt x="114300" y="91162"/>
                </a:lnTo>
                <a:lnTo>
                  <a:pt x="114300" y="97155"/>
                </a:lnTo>
                <a:lnTo>
                  <a:pt x="123825" y="97155"/>
                </a:lnTo>
                <a:lnTo>
                  <a:pt x="123825" y="106680"/>
                </a:lnTo>
                <a:lnTo>
                  <a:pt x="133350" y="106680"/>
                </a:lnTo>
                <a:lnTo>
                  <a:pt x="133350" y="116205"/>
                </a:lnTo>
                <a:lnTo>
                  <a:pt x="142875" y="116205"/>
                </a:lnTo>
                <a:lnTo>
                  <a:pt x="142875" y="123547"/>
                </a:lnTo>
                <a:lnTo>
                  <a:pt x="161925" y="133072"/>
                </a:lnTo>
                <a:lnTo>
                  <a:pt x="161925" y="152122"/>
                </a:lnTo>
                <a:lnTo>
                  <a:pt x="180975" y="161647"/>
                </a:lnTo>
                <a:lnTo>
                  <a:pt x="180975" y="182880"/>
                </a:lnTo>
                <a:lnTo>
                  <a:pt x="190500" y="182880"/>
                </a:lnTo>
                <a:lnTo>
                  <a:pt x="190500" y="211455"/>
                </a:lnTo>
                <a:lnTo>
                  <a:pt x="200025" y="211455"/>
                </a:lnTo>
                <a:lnTo>
                  <a:pt x="200025" y="240030"/>
                </a:lnTo>
                <a:lnTo>
                  <a:pt x="209550" y="240030"/>
                </a:lnTo>
                <a:lnTo>
                  <a:pt x="209550" y="268605"/>
                </a:lnTo>
                <a:lnTo>
                  <a:pt x="219075" y="268605"/>
                </a:lnTo>
                <a:lnTo>
                  <a:pt x="219075" y="297180"/>
                </a:lnTo>
                <a:lnTo>
                  <a:pt x="228600" y="297180"/>
                </a:lnTo>
                <a:lnTo>
                  <a:pt x="228600" y="316230"/>
                </a:lnTo>
                <a:lnTo>
                  <a:pt x="249555" y="316230"/>
                </a:lnTo>
                <a:lnTo>
                  <a:pt x="249555" y="287655"/>
                </a:lnTo>
                <a:lnTo>
                  <a:pt x="259080" y="287655"/>
                </a:lnTo>
                <a:lnTo>
                  <a:pt x="259080" y="220980"/>
                </a:lnTo>
                <a:lnTo>
                  <a:pt x="268605" y="220980"/>
                </a:lnTo>
                <a:lnTo>
                  <a:pt x="268605" y="190500"/>
                </a:lnTo>
                <a:lnTo>
                  <a:pt x="259080" y="190500"/>
                </a:lnTo>
                <a:lnTo>
                  <a:pt x="259080" y="171450"/>
                </a:lnTo>
                <a:lnTo>
                  <a:pt x="249555" y="171450"/>
                </a:lnTo>
                <a:lnTo>
                  <a:pt x="249555" y="152400"/>
                </a:lnTo>
                <a:lnTo>
                  <a:pt x="240030" y="152400"/>
                </a:lnTo>
                <a:lnTo>
                  <a:pt x="240030" y="123825"/>
                </a:lnTo>
                <a:lnTo>
                  <a:pt x="230505" y="123825"/>
                </a:lnTo>
                <a:lnTo>
                  <a:pt x="230505" y="104775"/>
                </a:lnTo>
                <a:lnTo>
                  <a:pt x="220980" y="104775"/>
                </a:lnTo>
                <a:lnTo>
                  <a:pt x="220980" y="85725"/>
                </a:lnTo>
                <a:lnTo>
                  <a:pt x="211455" y="85725"/>
                </a:lnTo>
                <a:lnTo>
                  <a:pt x="211455" y="66675"/>
                </a:lnTo>
                <a:lnTo>
                  <a:pt x="201930" y="66675"/>
                </a:lnTo>
                <a:lnTo>
                  <a:pt x="201930" y="57150"/>
                </a:lnTo>
                <a:lnTo>
                  <a:pt x="192405" y="57150"/>
                </a:lnTo>
                <a:lnTo>
                  <a:pt x="192405" y="49808"/>
                </a:lnTo>
                <a:lnTo>
                  <a:pt x="173355" y="40283"/>
                </a:lnTo>
                <a:lnTo>
                  <a:pt x="173355" y="19050"/>
                </a:lnTo>
                <a:lnTo>
                  <a:pt x="161647" y="19050"/>
                </a:lnTo>
                <a:lnTo>
                  <a:pt x="152122" y="0"/>
                </a:lnTo>
                <a:lnTo>
                  <a:pt x="123825" y="0"/>
                </a:lnTo>
                <a:lnTo>
                  <a:pt x="123825" y="9525"/>
                </a:lnTo>
                <a:lnTo>
                  <a:pt x="87321" y="9525"/>
                </a:lnTo>
                <a:close/>
              </a:path>
            </a:pathLst>
          </a:custGeom>
          <a:solidFill xmlns:a="http://schemas.openxmlformats.org/drawingml/2006/main">
            <a:srgbClr val="55BE7A"/>
          </a:solidFill>
          <a:ln xmlns:a="http://schemas.openxmlformats.org/drawingml/2006/main" w="0">
            <a:noFill/>
          </a:ln>
        </p:spPr>
      </p:sp>
      <p:sp>
        <p:nvSpPr>
          <p:cNvPr id="280" name="Projected surface region 199">
            <a:extLst xmlns:a="http://schemas.openxmlformats.org/drawingml/2006/main">
              <a:ext uri="{FF2B5EF4-FFF2-40B4-BE49-F238E27FC236}">
                <a16:creationId xmlns:a16="http://schemas.microsoft.com/office/drawing/2014/main" id="{878EDC2E-8834-48F7-9B7A-D3F3FE5D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053" y="3918585"/>
            <a:ext cx="72112" cy="49530"/>
          </a:xfrm>
          <a:custGeom xmlns:a="http://schemas.openxmlformats.org/drawingml/2006/main">
            <a:pathLst>
              <a:path w="72112" h="49530">
                <a:moveTo>
                  <a:pt x="0" y="30480"/>
                </a:moveTo>
                <a:lnTo>
                  <a:pt x="13057" y="30480"/>
                </a:lnTo>
                <a:lnTo>
                  <a:pt x="13057" y="40005"/>
                </a:lnTo>
                <a:lnTo>
                  <a:pt x="32107" y="40005"/>
                </a:lnTo>
                <a:lnTo>
                  <a:pt x="32107" y="49530"/>
                </a:lnTo>
                <a:lnTo>
                  <a:pt x="72112" y="49530"/>
                </a:lnTo>
                <a:lnTo>
                  <a:pt x="72112" y="28575"/>
                </a:lnTo>
                <a:lnTo>
                  <a:pt x="62587" y="28575"/>
                </a:lnTo>
                <a:lnTo>
                  <a:pt x="62587" y="19050"/>
                </a:lnTo>
                <a:lnTo>
                  <a:pt x="41354" y="19050"/>
                </a:lnTo>
                <a:lnTo>
                  <a:pt x="31829" y="0"/>
                </a:lnTo>
                <a:lnTo>
                  <a:pt x="15240" y="0"/>
                </a:lnTo>
                <a:lnTo>
                  <a:pt x="0" y="30480"/>
                </a:lnTo>
                <a:close/>
              </a:path>
            </a:pathLst>
          </a:custGeom>
          <a:solidFill xmlns:a="http://schemas.openxmlformats.org/drawingml/2006/main">
            <a:srgbClr val="4A2B79"/>
          </a:solidFill>
          <a:ln xmlns:a="http://schemas.openxmlformats.org/drawingml/2006/main" w="0">
            <a:noFill/>
          </a:ln>
        </p:spPr>
      </p:sp>
      <p:sp>
        <p:nvSpPr>
          <p:cNvPr id="281" name="Projected surface region 200">
            <a:extLst xmlns:a="http://schemas.openxmlformats.org/drawingml/2006/main">
              <a:ext uri="{FF2B5EF4-FFF2-40B4-BE49-F238E27FC236}">
                <a16:creationId xmlns:a16="http://schemas.microsoft.com/office/drawing/2014/main" id="{51951893-FDAD-419E-9567-D98A4855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635" y="3886478"/>
            <a:ext cx="738862" cy="205462"/>
          </a:xfrm>
          <a:custGeom xmlns:a="http://schemas.openxmlformats.org/drawingml/2006/main">
            <a:pathLst>
              <a:path w="738862" h="205462">
                <a:moveTo>
                  <a:pt x="78383" y="60682"/>
                </a:moveTo>
                <a:lnTo>
                  <a:pt x="66675" y="60682"/>
                </a:lnTo>
                <a:lnTo>
                  <a:pt x="66675" y="70207"/>
                </a:lnTo>
                <a:lnTo>
                  <a:pt x="0" y="70207"/>
                </a:lnTo>
                <a:lnTo>
                  <a:pt x="0" y="88979"/>
                </a:lnTo>
                <a:lnTo>
                  <a:pt x="19050" y="98504"/>
                </a:lnTo>
                <a:lnTo>
                  <a:pt x="19050" y="119737"/>
                </a:lnTo>
                <a:lnTo>
                  <a:pt x="28575" y="119737"/>
                </a:lnTo>
                <a:lnTo>
                  <a:pt x="28575" y="129262"/>
                </a:lnTo>
                <a:lnTo>
                  <a:pt x="38100" y="129262"/>
                </a:lnTo>
                <a:lnTo>
                  <a:pt x="38100" y="138787"/>
                </a:lnTo>
                <a:lnTo>
                  <a:pt x="49808" y="138787"/>
                </a:lnTo>
                <a:lnTo>
                  <a:pt x="59333" y="157837"/>
                </a:lnTo>
                <a:lnTo>
                  <a:pt x="76200" y="157837"/>
                </a:lnTo>
                <a:lnTo>
                  <a:pt x="76200" y="167362"/>
                </a:lnTo>
                <a:lnTo>
                  <a:pt x="85725" y="167362"/>
                </a:lnTo>
                <a:lnTo>
                  <a:pt x="85725" y="176887"/>
                </a:lnTo>
                <a:lnTo>
                  <a:pt x="104775" y="176887"/>
                </a:lnTo>
                <a:lnTo>
                  <a:pt x="104775" y="186412"/>
                </a:lnTo>
                <a:lnTo>
                  <a:pt x="125730" y="186412"/>
                </a:lnTo>
                <a:lnTo>
                  <a:pt x="125730" y="176887"/>
                </a:lnTo>
                <a:lnTo>
                  <a:pt x="173355" y="176887"/>
                </a:lnTo>
                <a:lnTo>
                  <a:pt x="173355" y="167362"/>
                </a:lnTo>
                <a:lnTo>
                  <a:pt x="192405" y="167362"/>
                </a:lnTo>
                <a:lnTo>
                  <a:pt x="192405" y="157837"/>
                </a:lnTo>
                <a:lnTo>
                  <a:pt x="228600" y="157837"/>
                </a:lnTo>
                <a:lnTo>
                  <a:pt x="228600" y="167362"/>
                </a:lnTo>
                <a:lnTo>
                  <a:pt x="240308" y="167362"/>
                </a:lnTo>
                <a:lnTo>
                  <a:pt x="249833" y="186412"/>
                </a:lnTo>
                <a:lnTo>
                  <a:pt x="276225" y="186412"/>
                </a:lnTo>
                <a:lnTo>
                  <a:pt x="276225" y="195937"/>
                </a:lnTo>
                <a:lnTo>
                  <a:pt x="295275" y="195937"/>
                </a:lnTo>
                <a:lnTo>
                  <a:pt x="295275" y="205462"/>
                </a:lnTo>
                <a:lnTo>
                  <a:pt x="392430" y="205462"/>
                </a:lnTo>
                <a:lnTo>
                  <a:pt x="392430" y="195937"/>
                </a:lnTo>
                <a:lnTo>
                  <a:pt x="430530" y="195937"/>
                </a:lnTo>
                <a:lnTo>
                  <a:pt x="430530" y="186412"/>
                </a:lnTo>
                <a:lnTo>
                  <a:pt x="468630" y="186412"/>
                </a:lnTo>
                <a:lnTo>
                  <a:pt x="468630" y="176887"/>
                </a:lnTo>
                <a:lnTo>
                  <a:pt x="497205" y="176887"/>
                </a:lnTo>
                <a:lnTo>
                  <a:pt x="497205" y="167362"/>
                </a:lnTo>
                <a:lnTo>
                  <a:pt x="516255" y="167362"/>
                </a:lnTo>
                <a:lnTo>
                  <a:pt x="516255" y="157837"/>
                </a:lnTo>
                <a:lnTo>
                  <a:pt x="523597" y="157837"/>
                </a:lnTo>
                <a:lnTo>
                  <a:pt x="533122" y="138787"/>
                </a:lnTo>
                <a:lnTo>
                  <a:pt x="554355" y="138787"/>
                </a:lnTo>
                <a:lnTo>
                  <a:pt x="554355" y="129262"/>
                </a:lnTo>
                <a:lnTo>
                  <a:pt x="630555" y="129262"/>
                </a:lnTo>
                <a:lnTo>
                  <a:pt x="630555" y="119737"/>
                </a:lnTo>
                <a:lnTo>
                  <a:pt x="649605" y="119737"/>
                </a:lnTo>
                <a:lnTo>
                  <a:pt x="649605" y="110212"/>
                </a:lnTo>
                <a:lnTo>
                  <a:pt x="668655" y="110212"/>
                </a:lnTo>
                <a:lnTo>
                  <a:pt x="668655" y="100687"/>
                </a:lnTo>
                <a:lnTo>
                  <a:pt x="687705" y="100687"/>
                </a:lnTo>
                <a:lnTo>
                  <a:pt x="687705" y="91162"/>
                </a:lnTo>
                <a:lnTo>
                  <a:pt x="706755" y="91162"/>
                </a:lnTo>
                <a:lnTo>
                  <a:pt x="706755" y="81637"/>
                </a:lnTo>
                <a:lnTo>
                  <a:pt x="723622" y="81637"/>
                </a:lnTo>
                <a:lnTo>
                  <a:pt x="738862" y="51157"/>
                </a:lnTo>
                <a:lnTo>
                  <a:pt x="640080" y="51157"/>
                </a:lnTo>
                <a:lnTo>
                  <a:pt x="638175" y="51157"/>
                </a:lnTo>
                <a:lnTo>
                  <a:pt x="516255" y="51157"/>
                </a:lnTo>
                <a:lnTo>
                  <a:pt x="516255" y="41632"/>
                </a:lnTo>
                <a:lnTo>
                  <a:pt x="495300" y="41632"/>
                </a:lnTo>
                <a:lnTo>
                  <a:pt x="495300" y="51157"/>
                </a:lnTo>
                <a:lnTo>
                  <a:pt x="485775" y="51157"/>
                </a:lnTo>
                <a:lnTo>
                  <a:pt x="485775" y="60682"/>
                </a:lnTo>
                <a:lnTo>
                  <a:pt x="476250" y="60682"/>
                </a:lnTo>
                <a:lnTo>
                  <a:pt x="476250" y="70207"/>
                </a:lnTo>
                <a:lnTo>
                  <a:pt x="468908" y="70207"/>
                </a:lnTo>
                <a:lnTo>
                  <a:pt x="459383" y="89257"/>
                </a:lnTo>
                <a:lnTo>
                  <a:pt x="449580" y="89257"/>
                </a:lnTo>
                <a:lnTo>
                  <a:pt x="449580" y="79732"/>
                </a:lnTo>
                <a:lnTo>
                  <a:pt x="430530" y="79732"/>
                </a:lnTo>
                <a:lnTo>
                  <a:pt x="430530" y="70207"/>
                </a:lnTo>
                <a:lnTo>
                  <a:pt x="418822" y="70207"/>
                </a:lnTo>
                <a:lnTo>
                  <a:pt x="409297" y="51157"/>
                </a:lnTo>
                <a:lnTo>
                  <a:pt x="392430" y="51157"/>
                </a:lnTo>
                <a:lnTo>
                  <a:pt x="392430" y="41632"/>
                </a:lnTo>
                <a:lnTo>
                  <a:pt x="382905" y="41632"/>
                </a:lnTo>
                <a:lnTo>
                  <a:pt x="382905" y="32107"/>
                </a:lnTo>
                <a:lnTo>
                  <a:pt x="373380" y="32107"/>
                </a:lnTo>
                <a:lnTo>
                  <a:pt x="373380" y="22582"/>
                </a:lnTo>
                <a:lnTo>
                  <a:pt x="363855" y="22582"/>
                </a:lnTo>
                <a:lnTo>
                  <a:pt x="363855" y="15240"/>
                </a:lnTo>
                <a:lnTo>
                  <a:pt x="333375" y="0"/>
                </a:lnTo>
                <a:lnTo>
                  <a:pt x="333375" y="13057"/>
                </a:lnTo>
                <a:lnTo>
                  <a:pt x="323850" y="13057"/>
                </a:lnTo>
                <a:lnTo>
                  <a:pt x="323850" y="22582"/>
                </a:lnTo>
                <a:lnTo>
                  <a:pt x="314325" y="22582"/>
                </a:lnTo>
                <a:lnTo>
                  <a:pt x="314325" y="32107"/>
                </a:lnTo>
                <a:lnTo>
                  <a:pt x="304800" y="32107"/>
                </a:lnTo>
                <a:lnTo>
                  <a:pt x="304800" y="43815"/>
                </a:lnTo>
                <a:lnTo>
                  <a:pt x="285750" y="53340"/>
                </a:lnTo>
                <a:lnTo>
                  <a:pt x="285750" y="70207"/>
                </a:lnTo>
                <a:lnTo>
                  <a:pt x="276225" y="70207"/>
                </a:lnTo>
                <a:lnTo>
                  <a:pt x="276225" y="79732"/>
                </a:lnTo>
                <a:lnTo>
                  <a:pt x="268883" y="79732"/>
                </a:lnTo>
                <a:lnTo>
                  <a:pt x="259358" y="98782"/>
                </a:lnTo>
                <a:lnTo>
                  <a:pt x="238125" y="98782"/>
                </a:lnTo>
                <a:lnTo>
                  <a:pt x="238125" y="108307"/>
                </a:lnTo>
                <a:lnTo>
                  <a:pt x="230783" y="108307"/>
                </a:lnTo>
                <a:lnTo>
                  <a:pt x="221258" y="127357"/>
                </a:lnTo>
                <a:lnTo>
                  <a:pt x="211455" y="127357"/>
                </a:lnTo>
                <a:lnTo>
                  <a:pt x="211455" y="117832"/>
                </a:lnTo>
                <a:lnTo>
                  <a:pt x="201930" y="117832"/>
                </a:lnTo>
                <a:lnTo>
                  <a:pt x="201930" y="98782"/>
                </a:lnTo>
                <a:lnTo>
                  <a:pt x="192405" y="98782"/>
                </a:lnTo>
                <a:lnTo>
                  <a:pt x="192405" y="89257"/>
                </a:lnTo>
                <a:lnTo>
                  <a:pt x="182880" y="89257"/>
                </a:lnTo>
                <a:lnTo>
                  <a:pt x="182880" y="81915"/>
                </a:lnTo>
                <a:lnTo>
                  <a:pt x="163830" y="72390"/>
                </a:lnTo>
                <a:lnTo>
                  <a:pt x="163830" y="51157"/>
                </a:lnTo>
                <a:lnTo>
                  <a:pt x="152122" y="51157"/>
                </a:lnTo>
                <a:lnTo>
                  <a:pt x="142597" y="32107"/>
                </a:lnTo>
                <a:lnTo>
                  <a:pt x="123825" y="32107"/>
                </a:lnTo>
                <a:lnTo>
                  <a:pt x="123825" y="41632"/>
                </a:lnTo>
                <a:lnTo>
                  <a:pt x="87908" y="41632"/>
                </a:lnTo>
                <a:lnTo>
                  <a:pt x="78383" y="60682"/>
                </a:lnTo>
                <a:close/>
              </a:path>
            </a:pathLst>
          </a:custGeom>
          <a:solidFill xmlns:a="http://schemas.openxmlformats.org/drawingml/2006/main">
            <a:srgbClr val="4A2B79"/>
          </a:solidFill>
          <a:ln xmlns:a="http://schemas.openxmlformats.org/drawingml/2006/main" w="0">
            <a:noFill/>
          </a:ln>
        </p:spPr>
      </p:sp>
      <p:sp>
        <p:nvSpPr>
          <p:cNvPr id="282" name="Projected surface region 201">
            <a:extLst xmlns:a="http://schemas.openxmlformats.org/drawingml/2006/main">
              <a:ext uri="{FF2B5EF4-FFF2-40B4-BE49-F238E27FC236}">
                <a16:creationId xmlns:a16="http://schemas.microsoft.com/office/drawing/2014/main" id="{DD3FCB27-64BC-497F-836C-6AFFA22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735" y="3689985"/>
            <a:ext cx="163830" cy="97155"/>
          </a:xfrm>
          <a:custGeom xmlns:a="http://schemas.openxmlformats.org/drawingml/2006/main">
            <a:pathLst>
              <a:path w="163830" h="97155">
                <a:moveTo>
                  <a:pt x="15518" y="38100"/>
                </a:moveTo>
                <a:lnTo>
                  <a:pt x="0" y="38100"/>
                </a:lnTo>
                <a:lnTo>
                  <a:pt x="0" y="59055"/>
                </a:lnTo>
                <a:lnTo>
                  <a:pt x="11708" y="59055"/>
                </a:lnTo>
                <a:lnTo>
                  <a:pt x="21233" y="78105"/>
                </a:lnTo>
                <a:lnTo>
                  <a:pt x="40283" y="78105"/>
                </a:lnTo>
                <a:lnTo>
                  <a:pt x="49808" y="97155"/>
                </a:lnTo>
                <a:lnTo>
                  <a:pt x="78105" y="97155"/>
                </a:lnTo>
                <a:lnTo>
                  <a:pt x="78105" y="78105"/>
                </a:lnTo>
                <a:lnTo>
                  <a:pt x="135255" y="78105"/>
                </a:lnTo>
                <a:lnTo>
                  <a:pt x="135255" y="68580"/>
                </a:lnTo>
                <a:lnTo>
                  <a:pt x="144780" y="68580"/>
                </a:lnTo>
                <a:lnTo>
                  <a:pt x="144780" y="56872"/>
                </a:lnTo>
                <a:lnTo>
                  <a:pt x="163830" y="47347"/>
                </a:lnTo>
                <a:lnTo>
                  <a:pt x="163830" y="19050"/>
                </a:lnTo>
                <a:lnTo>
                  <a:pt x="133350" y="19050"/>
                </a:lnTo>
                <a:lnTo>
                  <a:pt x="133350" y="28575"/>
                </a:lnTo>
                <a:lnTo>
                  <a:pt x="68580" y="28575"/>
                </a:lnTo>
                <a:lnTo>
                  <a:pt x="68580" y="19050"/>
                </a:lnTo>
                <a:lnTo>
                  <a:pt x="37822" y="19050"/>
                </a:lnTo>
                <a:lnTo>
                  <a:pt x="28297" y="0"/>
                </a:lnTo>
                <a:lnTo>
                  <a:pt x="0" y="0"/>
                </a:lnTo>
                <a:lnTo>
                  <a:pt x="0" y="30480"/>
                </a:lnTo>
                <a:lnTo>
                  <a:pt x="11708" y="30480"/>
                </a:lnTo>
                <a:lnTo>
                  <a:pt x="15518" y="38100"/>
                </a:lnTo>
                <a:close/>
              </a:path>
            </a:pathLst>
          </a:custGeom>
          <a:solidFill xmlns:a="http://schemas.openxmlformats.org/drawingml/2006/main">
            <a:srgbClr val="504F8F"/>
          </a:solidFill>
          <a:ln xmlns:a="http://schemas.openxmlformats.org/drawingml/2006/main" w="0">
            <a:noFill/>
          </a:ln>
        </p:spPr>
      </p:sp>
      <p:sp>
        <p:nvSpPr>
          <p:cNvPr id="283" name="Projected surface region 202">
            <a:extLst xmlns:a="http://schemas.openxmlformats.org/drawingml/2006/main">
              <a:ext uri="{FF2B5EF4-FFF2-40B4-BE49-F238E27FC236}">
                <a16:creationId xmlns:a16="http://schemas.microsoft.com/office/drawing/2014/main" id="{E2228F68-E319-4B52-9550-5712B761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528" y="3718560"/>
            <a:ext cx="281662" cy="173355"/>
          </a:xfrm>
          <a:custGeom xmlns:a="http://schemas.openxmlformats.org/drawingml/2006/main">
            <a:pathLst>
              <a:path w="281662" h="173355">
                <a:moveTo>
                  <a:pt x="22582" y="28575"/>
                </a:moveTo>
                <a:lnTo>
                  <a:pt x="22582" y="38100"/>
                </a:lnTo>
                <a:lnTo>
                  <a:pt x="15240" y="38100"/>
                </a:lnTo>
                <a:lnTo>
                  <a:pt x="0" y="68580"/>
                </a:lnTo>
                <a:lnTo>
                  <a:pt x="32107" y="68580"/>
                </a:lnTo>
                <a:lnTo>
                  <a:pt x="32107" y="78105"/>
                </a:lnTo>
                <a:lnTo>
                  <a:pt x="70207" y="78105"/>
                </a:lnTo>
                <a:lnTo>
                  <a:pt x="70207" y="87630"/>
                </a:lnTo>
                <a:lnTo>
                  <a:pt x="100965" y="87630"/>
                </a:lnTo>
                <a:lnTo>
                  <a:pt x="110490" y="106680"/>
                </a:lnTo>
                <a:lnTo>
                  <a:pt x="127357" y="106680"/>
                </a:lnTo>
                <a:lnTo>
                  <a:pt x="127357" y="116205"/>
                </a:lnTo>
                <a:lnTo>
                  <a:pt x="146407" y="116205"/>
                </a:lnTo>
                <a:lnTo>
                  <a:pt x="146407" y="125730"/>
                </a:lnTo>
                <a:lnTo>
                  <a:pt x="165457" y="125730"/>
                </a:lnTo>
                <a:lnTo>
                  <a:pt x="165457" y="135255"/>
                </a:lnTo>
                <a:lnTo>
                  <a:pt x="184507" y="135255"/>
                </a:lnTo>
                <a:lnTo>
                  <a:pt x="184507" y="144780"/>
                </a:lnTo>
                <a:lnTo>
                  <a:pt x="203557" y="144780"/>
                </a:lnTo>
                <a:lnTo>
                  <a:pt x="203557" y="154305"/>
                </a:lnTo>
                <a:lnTo>
                  <a:pt x="224790" y="154305"/>
                </a:lnTo>
                <a:lnTo>
                  <a:pt x="234315" y="173355"/>
                </a:lnTo>
                <a:lnTo>
                  <a:pt x="253087" y="173355"/>
                </a:lnTo>
                <a:lnTo>
                  <a:pt x="253087" y="163830"/>
                </a:lnTo>
                <a:lnTo>
                  <a:pt x="260707" y="163830"/>
                </a:lnTo>
                <a:lnTo>
                  <a:pt x="260707" y="173355"/>
                </a:lnTo>
                <a:lnTo>
                  <a:pt x="281662" y="173355"/>
                </a:lnTo>
                <a:lnTo>
                  <a:pt x="281662" y="142875"/>
                </a:lnTo>
                <a:lnTo>
                  <a:pt x="253087" y="142875"/>
                </a:lnTo>
                <a:lnTo>
                  <a:pt x="253087" y="133350"/>
                </a:lnTo>
                <a:lnTo>
                  <a:pt x="234037" y="133350"/>
                </a:lnTo>
                <a:lnTo>
                  <a:pt x="234037" y="123825"/>
                </a:lnTo>
                <a:lnTo>
                  <a:pt x="214987" y="123825"/>
                </a:lnTo>
                <a:lnTo>
                  <a:pt x="214987" y="114300"/>
                </a:lnTo>
                <a:lnTo>
                  <a:pt x="195937" y="114300"/>
                </a:lnTo>
                <a:lnTo>
                  <a:pt x="195937" y="104775"/>
                </a:lnTo>
                <a:lnTo>
                  <a:pt x="186412" y="104775"/>
                </a:lnTo>
                <a:lnTo>
                  <a:pt x="186412" y="97433"/>
                </a:lnTo>
                <a:lnTo>
                  <a:pt x="167362" y="87908"/>
                </a:lnTo>
                <a:lnTo>
                  <a:pt x="167362" y="68858"/>
                </a:lnTo>
                <a:lnTo>
                  <a:pt x="148312" y="59333"/>
                </a:lnTo>
                <a:lnTo>
                  <a:pt x="148312" y="38100"/>
                </a:lnTo>
                <a:lnTo>
                  <a:pt x="138787" y="38100"/>
                </a:lnTo>
                <a:lnTo>
                  <a:pt x="138787" y="28575"/>
                </a:lnTo>
                <a:lnTo>
                  <a:pt x="127079" y="28575"/>
                </a:lnTo>
                <a:lnTo>
                  <a:pt x="117554" y="9525"/>
                </a:lnTo>
                <a:lnTo>
                  <a:pt x="91162" y="9525"/>
                </a:lnTo>
                <a:lnTo>
                  <a:pt x="91162" y="0"/>
                </a:lnTo>
                <a:lnTo>
                  <a:pt x="62865" y="0"/>
                </a:lnTo>
                <a:lnTo>
                  <a:pt x="53340" y="19050"/>
                </a:lnTo>
                <a:lnTo>
                  <a:pt x="32107" y="19050"/>
                </a:lnTo>
                <a:lnTo>
                  <a:pt x="32107" y="28575"/>
                </a:lnTo>
                <a:lnTo>
                  <a:pt x="22582" y="28575"/>
                </a:lnTo>
                <a:close/>
              </a:path>
            </a:pathLst>
          </a:custGeom>
          <a:solidFill xmlns:a="http://schemas.openxmlformats.org/drawingml/2006/main">
            <a:srgbClr val="504F8F"/>
          </a:solidFill>
          <a:ln xmlns:a="http://schemas.openxmlformats.org/drawingml/2006/main" w="0">
            <a:noFill/>
          </a:ln>
        </p:spPr>
      </p:sp>
      <p:sp>
        <p:nvSpPr>
          <p:cNvPr id="284" name="Projected surface region 203">
            <a:extLst xmlns:a="http://schemas.openxmlformats.org/drawingml/2006/main">
              <a:ext uri="{FF2B5EF4-FFF2-40B4-BE49-F238E27FC236}">
                <a16:creationId xmlns:a16="http://schemas.microsoft.com/office/drawing/2014/main" id="{EA953F28-D4FA-4A5B-AEBC-FC73A601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35" y="3689985"/>
            <a:ext cx="544830" cy="211455"/>
          </a:xfrm>
          <a:custGeom xmlns:a="http://schemas.openxmlformats.org/drawingml/2006/main">
            <a:pathLst>
              <a:path w="544830" h="211455">
                <a:moveTo>
                  <a:pt x="19050" y="142597"/>
                </a:moveTo>
                <a:lnTo>
                  <a:pt x="19050" y="154305"/>
                </a:lnTo>
                <a:lnTo>
                  <a:pt x="28575" y="154305"/>
                </a:lnTo>
                <a:lnTo>
                  <a:pt x="28575" y="163830"/>
                </a:lnTo>
                <a:lnTo>
                  <a:pt x="40283" y="163830"/>
                </a:lnTo>
                <a:lnTo>
                  <a:pt x="49808" y="182880"/>
                </a:lnTo>
                <a:lnTo>
                  <a:pt x="68858" y="182880"/>
                </a:lnTo>
                <a:lnTo>
                  <a:pt x="78383" y="201930"/>
                </a:lnTo>
                <a:lnTo>
                  <a:pt x="104775" y="201930"/>
                </a:lnTo>
                <a:lnTo>
                  <a:pt x="104775" y="211455"/>
                </a:lnTo>
                <a:lnTo>
                  <a:pt x="144780" y="211455"/>
                </a:lnTo>
                <a:lnTo>
                  <a:pt x="144780" y="201930"/>
                </a:lnTo>
                <a:lnTo>
                  <a:pt x="163830" y="201930"/>
                </a:lnTo>
                <a:lnTo>
                  <a:pt x="163830" y="192405"/>
                </a:lnTo>
                <a:lnTo>
                  <a:pt x="173355" y="192405"/>
                </a:lnTo>
                <a:lnTo>
                  <a:pt x="173355" y="182880"/>
                </a:lnTo>
                <a:lnTo>
                  <a:pt x="182880" y="182880"/>
                </a:lnTo>
                <a:lnTo>
                  <a:pt x="182880" y="171172"/>
                </a:lnTo>
                <a:lnTo>
                  <a:pt x="201930" y="161647"/>
                </a:lnTo>
                <a:lnTo>
                  <a:pt x="201930" y="144780"/>
                </a:lnTo>
                <a:lnTo>
                  <a:pt x="211455" y="144780"/>
                </a:lnTo>
                <a:lnTo>
                  <a:pt x="211455" y="135255"/>
                </a:lnTo>
                <a:lnTo>
                  <a:pt x="220980" y="135255"/>
                </a:lnTo>
                <a:lnTo>
                  <a:pt x="220980" y="125730"/>
                </a:lnTo>
                <a:lnTo>
                  <a:pt x="230505" y="125730"/>
                </a:lnTo>
                <a:lnTo>
                  <a:pt x="230505" y="116205"/>
                </a:lnTo>
                <a:lnTo>
                  <a:pt x="240030" y="116205"/>
                </a:lnTo>
                <a:lnTo>
                  <a:pt x="240030" y="104497"/>
                </a:lnTo>
                <a:lnTo>
                  <a:pt x="247650" y="100687"/>
                </a:lnTo>
                <a:lnTo>
                  <a:pt x="247650" y="106680"/>
                </a:lnTo>
                <a:lnTo>
                  <a:pt x="257175" y="106680"/>
                </a:lnTo>
                <a:lnTo>
                  <a:pt x="257175" y="116205"/>
                </a:lnTo>
                <a:lnTo>
                  <a:pt x="266700" y="116205"/>
                </a:lnTo>
                <a:lnTo>
                  <a:pt x="266700" y="125730"/>
                </a:lnTo>
                <a:lnTo>
                  <a:pt x="276225" y="125730"/>
                </a:lnTo>
                <a:lnTo>
                  <a:pt x="276225" y="135255"/>
                </a:lnTo>
                <a:lnTo>
                  <a:pt x="287933" y="135255"/>
                </a:lnTo>
                <a:lnTo>
                  <a:pt x="297458" y="154305"/>
                </a:lnTo>
                <a:lnTo>
                  <a:pt x="314325" y="154305"/>
                </a:lnTo>
                <a:lnTo>
                  <a:pt x="314325" y="163830"/>
                </a:lnTo>
                <a:lnTo>
                  <a:pt x="323850" y="163830"/>
                </a:lnTo>
                <a:lnTo>
                  <a:pt x="323850" y="173355"/>
                </a:lnTo>
                <a:lnTo>
                  <a:pt x="333375" y="173355"/>
                </a:lnTo>
                <a:lnTo>
                  <a:pt x="333375" y="182880"/>
                </a:lnTo>
                <a:lnTo>
                  <a:pt x="345083" y="182880"/>
                </a:lnTo>
                <a:lnTo>
                  <a:pt x="354608" y="201930"/>
                </a:lnTo>
                <a:lnTo>
                  <a:pt x="371475" y="201930"/>
                </a:lnTo>
                <a:lnTo>
                  <a:pt x="371475" y="211455"/>
                </a:lnTo>
                <a:lnTo>
                  <a:pt x="544830" y="211455"/>
                </a:lnTo>
                <a:lnTo>
                  <a:pt x="544830" y="190500"/>
                </a:lnTo>
                <a:lnTo>
                  <a:pt x="516255" y="190500"/>
                </a:lnTo>
                <a:lnTo>
                  <a:pt x="516255" y="180975"/>
                </a:lnTo>
                <a:lnTo>
                  <a:pt x="504547" y="180975"/>
                </a:lnTo>
                <a:lnTo>
                  <a:pt x="495022" y="161925"/>
                </a:lnTo>
                <a:lnTo>
                  <a:pt x="478155" y="161925"/>
                </a:lnTo>
                <a:lnTo>
                  <a:pt x="478155" y="152400"/>
                </a:lnTo>
                <a:lnTo>
                  <a:pt x="466447" y="152400"/>
                </a:lnTo>
                <a:lnTo>
                  <a:pt x="456922" y="133350"/>
                </a:lnTo>
                <a:lnTo>
                  <a:pt x="440055" y="133350"/>
                </a:lnTo>
                <a:lnTo>
                  <a:pt x="440055" y="123825"/>
                </a:lnTo>
                <a:lnTo>
                  <a:pt x="428347" y="123825"/>
                </a:lnTo>
                <a:lnTo>
                  <a:pt x="418822" y="104775"/>
                </a:lnTo>
                <a:lnTo>
                  <a:pt x="401955" y="104775"/>
                </a:lnTo>
                <a:lnTo>
                  <a:pt x="401955" y="95250"/>
                </a:lnTo>
                <a:lnTo>
                  <a:pt x="380722" y="95250"/>
                </a:lnTo>
                <a:lnTo>
                  <a:pt x="371197" y="76200"/>
                </a:lnTo>
                <a:lnTo>
                  <a:pt x="352147" y="76200"/>
                </a:lnTo>
                <a:lnTo>
                  <a:pt x="342622" y="57150"/>
                </a:lnTo>
                <a:lnTo>
                  <a:pt x="314325" y="57150"/>
                </a:lnTo>
                <a:lnTo>
                  <a:pt x="314325" y="66675"/>
                </a:lnTo>
                <a:lnTo>
                  <a:pt x="306705" y="66675"/>
                </a:lnTo>
                <a:lnTo>
                  <a:pt x="306705" y="49808"/>
                </a:lnTo>
                <a:lnTo>
                  <a:pt x="279384" y="36148"/>
                </a:lnTo>
                <a:lnTo>
                  <a:pt x="259358" y="76200"/>
                </a:lnTo>
                <a:lnTo>
                  <a:pt x="240030" y="76200"/>
                </a:lnTo>
                <a:lnTo>
                  <a:pt x="240030" y="66675"/>
                </a:lnTo>
                <a:lnTo>
                  <a:pt x="230505" y="66675"/>
                </a:lnTo>
                <a:lnTo>
                  <a:pt x="230505" y="57150"/>
                </a:lnTo>
                <a:lnTo>
                  <a:pt x="220980" y="57150"/>
                </a:lnTo>
                <a:lnTo>
                  <a:pt x="220980" y="47625"/>
                </a:lnTo>
                <a:lnTo>
                  <a:pt x="211455" y="47625"/>
                </a:lnTo>
                <a:lnTo>
                  <a:pt x="211455" y="38100"/>
                </a:lnTo>
                <a:lnTo>
                  <a:pt x="201930" y="38100"/>
                </a:lnTo>
                <a:lnTo>
                  <a:pt x="201930" y="28575"/>
                </a:lnTo>
                <a:lnTo>
                  <a:pt x="192405" y="28575"/>
                </a:lnTo>
                <a:lnTo>
                  <a:pt x="192405" y="19050"/>
                </a:lnTo>
                <a:lnTo>
                  <a:pt x="180697" y="19050"/>
                </a:lnTo>
                <a:lnTo>
                  <a:pt x="171172" y="0"/>
                </a:lnTo>
                <a:lnTo>
                  <a:pt x="154583" y="0"/>
                </a:lnTo>
                <a:lnTo>
                  <a:pt x="145058" y="19050"/>
                </a:lnTo>
                <a:lnTo>
                  <a:pt x="126008" y="19050"/>
                </a:lnTo>
                <a:lnTo>
                  <a:pt x="116483" y="38100"/>
                </a:lnTo>
                <a:lnTo>
                  <a:pt x="57150" y="38100"/>
                </a:lnTo>
                <a:lnTo>
                  <a:pt x="57150" y="47625"/>
                </a:lnTo>
                <a:lnTo>
                  <a:pt x="38100" y="47625"/>
                </a:lnTo>
                <a:lnTo>
                  <a:pt x="38100" y="57150"/>
                </a:lnTo>
                <a:lnTo>
                  <a:pt x="28575" y="57150"/>
                </a:lnTo>
                <a:lnTo>
                  <a:pt x="28575" y="68858"/>
                </a:lnTo>
                <a:lnTo>
                  <a:pt x="9525" y="78383"/>
                </a:lnTo>
                <a:lnTo>
                  <a:pt x="9525" y="95250"/>
                </a:lnTo>
                <a:lnTo>
                  <a:pt x="0" y="95250"/>
                </a:lnTo>
                <a:lnTo>
                  <a:pt x="0" y="133072"/>
                </a:lnTo>
                <a:lnTo>
                  <a:pt x="19050" y="142597"/>
                </a:lnTo>
                <a:close/>
              </a:path>
            </a:pathLst>
          </a:custGeom>
          <a:solidFill xmlns:a="http://schemas.openxmlformats.org/drawingml/2006/main">
            <a:srgbClr val="504F8F"/>
          </a:solidFill>
          <a:ln xmlns:a="http://schemas.openxmlformats.org/drawingml/2006/main" w="0">
            <a:noFill/>
          </a:ln>
        </p:spPr>
      </p:sp>
      <p:sp>
        <p:nvSpPr>
          <p:cNvPr id="285" name="Projected surface region 204">
            <a:extLst xmlns:a="http://schemas.openxmlformats.org/drawingml/2006/main">
              <a:ext uri="{FF2B5EF4-FFF2-40B4-BE49-F238E27FC236}">
                <a16:creationId xmlns:a16="http://schemas.microsoft.com/office/drawing/2014/main" id="{A4173000-4A8E-40BB-924B-5253273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3823335"/>
            <a:ext cx="119737" cy="68580"/>
          </a:xfrm>
          <a:custGeom xmlns:a="http://schemas.openxmlformats.org/drawingml/2006/main">
            <a:pathLst>
              <a:path w="119737" h="68580">
                <a:moveTo>
                  <a:pt x="57150" y="19050"/>
                </a:moveTo>
                <a:lnTo>
                  <a:pt x="47625" y="19050"/>
                </a:lnTo>
                <a:lnTo>
                  <a:pt x="47625" y="28575"/>
                </a:lnTo>
                <a:lnTo>
                  <a:pt x="19050" y="28575"/>
                </a:lnTo>
                <a:lnTo>
                  <a:pt x="19050" y="38100"/>
                </a:lnTo>
                <a:lnTo>
                  <a:pt x="0" y="38100"/>
                </a:lnTo>
                <a:lnTo>
                  <a:pt x="0" y="68580"/>
                </a:lnTo>
                <a:lnTo>
                  <a:pt x="30480" y="68580"/>
                </a:lnTo>
                <a:lnTo>
                  <a:pt x="30480" y="59055"/>
                </a:lnTo>
                <a:lnTo>
                  <a:pt x="49530" y="59055"/>
                </a:lnTo>
                <a:lnTo>
                  <a:pt x="49530" y="49530"/>
                </a:lnTo>
                <a:lnTo>
                  <a:pt x="68580" y="49530"/>
                </a:lnTo>
                <a:lnTo>
                  <a:pt x="68580" y="40005"/>
                </a:lnTo>
                <a:lnTo>
                  <a:pt x="97155" y="40005"/>
                </a:lnTo>
                <a:lnTo>
                  <a:pt x="97155" y="30480"/>
                </a:lnTo>
                <a:lnTo>
                  <a:pt x="104497" y="30480"/>
                </a:lnTo>
                <a:lnTo>
                  <a:pt x="119737" y="0"/>
                </a:lnTo>
                <a:lnTo>
                  <a:pt x="85725" y="0"/>
                </a:lnTo>
                <a:lnTo>
                  <a:pt x="85725" y="9525"/>
                </a:lnTo>
                <a:lnTo>
                  <a:pt x="57150" y="9525"/>
                </a:lnTo>
                <a:lnTo>
                  <a:pt x="57150" y="19050"/>
                </a:lnTo>
                <a:close/>
              </a:path>
            </a:pathLst>
          </a:custGeom>
          <a:solidFill xmlns:a="http://schemas.openxmlformats.org/drawingml/2006/main">
            <a:srgbClr val="504F8F"/>
          </a:solidFill>
          <a:ln xmlns:a="http://schemas.openxmlformats.org/drawingml/2006/main" w="0">
            <a:noFill/>
          </a:ln>
        </p:spPr>
      </p:sp>
      <p:sp>
        <p:nvSpPr>
          <p:cNvPr id="286" name="Projected surface region 205">
            <a:extLst xmlns:a="http://schemas.openxmlformats.org/drawingml/2006/main">
              <a:ext uri="{FF2B5EF4-FFF2-40B4-BE49-F238E27FC236}">
                <a16:creationId xmlns:a16="http://schemas.microsoft.com/office/drawing/2014/main" id="{4024B633-B43E-49E5-8EF7-534D5B6E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78" y="3909060"/>
            <a:ext cx="119737" cy="30480"/>
          </a:xfrm>
          <a:custGeom xmlns:a="http://schemas.openxmlformats.org/drawingml/2006/main">
            <a:pathLst>
              <a:path w="119737" h="30480">
                <a:moveTo>
                  <a:pt x="119737" y="30480"/>
                </a:moveTo>
                <a:lnTo>
                  <a:pt x="119737" y="0"/>
                </a:lnTo>
                <a:lnTo>
                  <a:pt x="0" y="0"/>
                </a:lnTo>
                <a:lnTo>
                  <a:pt x="15240" y="30480"/>
                </a:lnTo>
                <a:lnTo>
                  <a:pt x="119737" y="30480"/>
                </a:lnTo>
                <a:close/>
              </a:path>
            </a:pathLst>
          </a:custGeom>
          <a:solidFill xmlns:a="http://schemas.openxmlformats.org/drawingml/2006/main">
            <a:srgbClr val="504F8F"/>
          </a:solidFill>
          <a:ln xmlns:a="http://schemas.openxmlformats.org/drawingml/2006/main" w="0">
            <a:noFill/>
          </a:ln>
        </p:spPr>
      </p:sp>
      <p:sp>
        <p:nvSpPr>
          <p:cNvPr id="287" name="Projected surface region 206">
            <a:extLst xmlns:a="http://schemas.openxmlformats.org/drawingml/2006/main">
              <a:ext uri="{FF2B5EF4-FFF2-40B4-BE49-F238E27FC236}">
                <a16:creationId xmlns:a16="http://schemas.microsoft.com/office/drawing/2014/main" id="{BCBBDFA0-EB07-484D-95FF-5DCAED79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628" y="3766185"/>
            <a:ext cx="75644" cy="59055"/>
          </a:xfrm>
          <a:custGeom xmlns:a="http://schemas.openxmlformats.org/drawingml/2006/main">
            <a:pathLst>
              <a:path w="75644" h="59055">
                <a:moveTo>
                  <a:pt x="34290" y="19050"/>
                </a:moveTo>
                <a:lnTo>
                  <a:pt x="22582" y="19050"/>
                </a:lnTo>
                <a:lnTo>
                  <a:pt x="22582" y="28575"/>
                </a:lnTo>
                <a:lnTo>
                  <a:pt x="15240" y="28575"/>
                </a:lnTo>
                <a:lnTo>
                  <a:pt x="0" y="59055"/>
                </a:lnTo>
                <a:lnTo>
                  <a:pt x="34012" y="59055"/>
                </a:lnTo>
                <a:lnTo>
                  <a:pt x="34012" y="49530"/>
                </a:lnTo>
                <a:lnTo>
                  <a:pt x="43537" y="49530"/>
                </a:lnTo>
                <a:lnTo>
                  <a:pt x="43537" y="40005"/>
                </a:lnTo>
                <a:lnTo>
                  <a:pt x="53062" y="40005"/>
                </a:lnTo>
                <a:lnTo>
                  <a:pt x="53062" y="30480"/>
                </a:lnTo>
                <a:lnTo>
                  <a:pt x="60404" y="30480"/>
                </a:lnTo>
                <a:lnTo>
                  <a:pt x="75644" y="0"/>
                </a:lnTo>
                <a:lnTo>
                  <a:pt x="43815" y="0"/>
                </a:lnTo>
                <a:lnTo>
                  <a:pt x="34290" y="19050"/>
                </a:lnTo>
                <a:close/>
              </a:path>
            </a:pathLst>
          </a:custGeom>
          <a:solidFill xmlns:a="http://schemas.openxmlformats.org/drawingml/2006/main">
            <a:srgbClr val="504F8F"/>
          </a:solidFill>
          <a:ln xmlns:a="http://schemas.openxmlformats.org/drawingml/2006/main" w="0">
            <a:noFill/>
          </a:ln>
        </p:spPr>
      </p:sp>
      <p:sp>
        <p:nvSpPr>
          <p:cNvPr id="288" name="Projected surface region 207">
            <a:extLst xmlns:a="http://schemas.openxmlformats.org/drawingml/2006/main">
              <a:ext uri="{FF2B5EF4-FFF2-40B4-BE49-F238E27FC236}">
                <a16:creationId xmlns:a16="http://schemas.microsoft.com/office/drawing/2014/main" id="{F2073B2B-7AD2-40B6-97C5-6B6517B2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585" y="2642235"/>
            <a:ext cx="144780" cy="373380"/>
          </a:xfrm>
          <a:custGeom xmlns:a="http://schemas.openxmlformats.org/drawingml/2006/main">
            <a:pathLst>
              <a:path w="144780" h="373380">
                <a:moveTo>
                  <a:pt x="28575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9525" y="76200"/>
                </a:lnTo>
                <a:lnTo>
                  <a:pt x="9525" y="95250"/>
                </a:lnTo>
                <a:lnTo>
                  <a:pt x="0" y="95250"/>
                </a:lnTo>
                <a:lnTo>
                  <a:pt x="0" y="116205"/>
                </a:lnTo>
                <a:lnTo>
                  <a:pt x="9525" y="116205"/>
                </a:lnTo>
                <a:lnTo>
                  <a:pt x="9525" y="154305"/>
                </a:lnTo>
                <a:lnTo>
                  <a:pt x="19050" y="154305"/>
                </a:lnTo>
                <a:lnTo>
                  <a:pt x="19050" y="192405"/>
                </a:lnTo>
                <a:lnTo>
                  <a:pt x="28575" y="192405"/>
                </a:lnTo>
                <a:lnTo>
                  <a:pt x="28575" y="220980"/>
                </a:lnTo>
                <a:lnTo>
                  <a:pt x="38100" y="220980"/>
                </a:lnTo>
                <a:lnTo>
                  <a:pt x="38100" y="278130"/>
                </a:lnTo>
                <a:lnTo>
                  <a:pt x="47625" y="278130"/>
                </a:lnTo>
                <a:lnTo>
                  <a:pt x="47625" y="325755"/>
                </a:lnTo>
                <a:lnTo>
                  <a:pt x="57150" y="325755"/>
                </a:lnTo>
                <a:lnTo>
                  <a:pt x="57150" y="363855"/>
                </a:lnTo>
                <a:lnTo>
                  <a:pt x="66675" y="363855"/>
                </a:lnTo>
                <a:lnTo>
                  <a:pt x="66675" y="373380"/>
                </a:lnTo>
                <a:lnTo>
                  <a:pt x="125730" y="373380"/>
                </a:lnTo>
                <a:lnTo>
                  <a:pt x="125730" y="344805"/>
                </a:lnTo>
                <a:lnTo>
                  <a:pt x="135255" y="344805"/>
                </a:lnTo>
                <a:lnTo>
                  <a:pt x="135255" y="316230"/>
                </a:lnTo>
                <a:lnTo>
                  <a:pt x="144780" y="316230"/>
                </a:lnTo>
                <a:lnTo>
                  <a:pt x="144780" y="285750"/>
                </a:lnTo>
                <a:lnTo>
                  <a:pt x="135255" y="285750"/>
                </a:lnTo>
                <a:lnTo>
                  <a:pt x="135255" y="257175"/>
                </a:lnTo>
                <a:lnTo>
                  <a:pt x="125730" y="257175"/>
                </a:lnTo>
                <a:lnTo>
                  <a:pt x="125730" y="228600"/>
                </a:lnTo>
                <a:lnTo>
                  <a:pt x="116205" y="228600"/>
                </a:lnTo>
                <a:lnTo>
                  <a:pt x="116205" y="200025"/>
                </a:lnTo>
                <a:lnTo>
                  <a:pt x="106680" y="200025"/>
                </a:lnTo>
                <a:lnTo>
                  <a:pt x="106680" y="171450"/>
                </a:lnTo>
                <a:lnTo>
                  <a:pt x="97155" y="171450"/>
                </a:lnTo>
                <a:lnTo>
                  <a:pt x="97155" y="133350"/>
                </a:lnTo>
                <a:lnTo>
                  <a:pt x="87630" y="133350"/>
                </a:lnTo>
                <a:lnTo>
                  <a:pt x="87630" y="104775"/>
                </a:lnTo>
                <a:lnTo>
                  <a:pt x="78105" y="104775"/>
                </a:lnTo>
                <a:lnTo>
                  <a:pt x="78105" y="66675"/>
                </a:lnTo>
                <a:lnTo>
                  <a:pt x="68580" y="66675"/>
                </a:lnTo>
                <a:lnTo>
                  <a:pt x="68580" y="38100"/>
                </a:lnTo>
                <a:lnTo>
                  <a:pt x="59055" y="38100"/>
                </a:lnTo>
                <a:lnTo>
                  <a:pt x="59055" y="9525"/>
                </a:lnTo>
                <a:lnTo>
                  <a:pt x="49530" y="9525"/>
                </a:lnTo>
                <a:lnTo>
                  <a:pt x="49530" y="0"/>
                </a:lnTo>
                <a:lnTo>
                  <a:pt x="28575" y="0"/>
                </a:lnTo>
                <a:lnTo>
                  <a:pt x="28575" y="47625"/>
                </a:lnTo>
                <a:close/>
              </a:path>
            </a:pathLst>
          </a:custGeom>
          <a:solidFill xmlns:a="http://schemas.openxmlformats.org/drawingml/2006/main">
            <a:srgbClr val="36A090"/>
          </a:solidFill>
          <a:ln xmlns:a="http://schemas.openxmlformats.org/drawingml/2006/main" w="0">
            <a:noFill/>
          </a:ln>
        </p:spPr>
      </p:sp>
      <p:sp>
        <p:nvSpPr>
          <p:cNvPr id="289" name="Projected surface region 208">
            <a:extLst xmlns:a="http://schemas.openxmlformats.org/drawingml/2006/main">
              <a:ext uri="{FF2B5EF4-FFF2-40B4-BE49-F238E27FC236}">
                <a16:creationId xmlns:a16="http://schemas.microsoft.com/office/drawing/2014/main" id="{F2C75942-A33B-4C50-B8A2-11EF27FB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60" y="3013710"/>
            <a:ext cx="49530" cy="59055"/>
          </a:xfrm>
          <a:custGeom xmlns:a="http://schemas.openxmlformats.org/drawingml/2006/main">
            <a:pathLst>
              <a:path w="49530" h="59055">
                <a:moveTo>
                  <a:pt x="9525" y="59055"/>
                </a:moveTo>
                <a:lnTo>
                  <a:pt x="30480" y="59055"/>
                </a:lnTo>
                <a:lnTo>
                  <a:pt x="30480" y="47347"/>
                </a:lnTo>
                <a:lnTo>
                  <a:pt x="49530" y="37822"/>
                </a:lnTo>
                <a:lnTo>
                  <a:pt x="49530" y="0"/>
                </a:lnTo>
                <a:lnTo>
                  <a:pt x="0" y="0"/>
                </a:lnTo>
                <a:lnTo>
                  <a:pt x="0" y="20955"/>
                </a:lnTo>
                <a:lnTo>
                  <a:pt x="9525" y="20955"/>
                </a:lnTo>
                <a:lnTo>
                  <a:pt x="9525" y="59055"/>
                </a:lnTo>
                <a:close/>
              </a:path>
            </a:pathLst>
          </a:custGeom>
          <a:solidFill xmlns:a="http://schemas.openxmlformats.org/drawingml/2006/main">
            <a:srgbClr val="36A090"/>
          </a:solidFill>
          <a:ln xmlns:a="http://schemas.openxmlformats.org/drawingml/2006/main" w="0">
            <a:noFill/>
          </a:ln>
        </p:spPr>
      </p:sp>
      <p:sp>
        <p:nvSpPr>
          <p:cNvPr id="290" name="Projected surface region 209">
            <a:extLst xmlns:a="http://schemas.openxmlformats.org/drawingml/2006/main">
              <a:ext uri="{FF2B5EF4-FFF2-40B4-BE49-F238E27FC236}">
                <a16:creationId xmlns:a16="http://schemas.microsoft.com/office/drawing/2014/main" id="{C4063155-961A-41CD-A8CB-46AA4828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710" y="2238653"/>
            <a:ext cx="125730" cy="376912"/>
          </a:xfrm>
          <a:custGeom xmlns:a="http://schemas.openxmlformats.org/drawingml/2006/main">
            <a:pathLst>
              <a:path w="125730" h="376912">
                <a:moveTo>
                  <a:pt x="97155" y="70207"/>
                </a:moveTo>
                <a:lnTo>
                  <a:pt x="97155" y="15240"/>
                </a:lnTo>
                <a:lnTo>
                  <a:pt x="66675" y="0"/>
                </a:lnTo>
                <a:lnTo>
                  <a:pt x="66675" y="32107"/>
                </a:lnTo>
                <a:lnTo>
                  <a:pt x="57150" y="32107"/>
                </a:lnTo>
                <a:lnTo>
                  <a:pt x="57150" y="60682"/>
                </a:lnTo>
                <a:lnTo>
                  <a:pt x="47625" y="60682"/>
                </a:lnTo>
                <a:lnTo>
                  <a:pt x="47625" y="89257"/>
                </a:lnTo>
                <a:lnTo>
                  <a:pt x="38100" y="89257"/>
                </a:lnTo>
                <a:lnTo>
                  <a:pt x="38100" y="127357"/>
                </a:lnTo>
                <a:lnTo>
                  <a:pt x="28575" y="127357"/>
                </a:lnTo>
                <a:lnTo>
                  <a:pt x="28575" y="165457"/>
                </a:lnTo>
                <a:lnTo>
                  <a:pt x="19050" y="165457"/>
                </a:lnTo>
                <a:lnTo>
                  <a:pt x="19050" y="203557"/>
                </a:lnTo>
                <a:lnTo>
                  <a:pt x="9525" y="203557"/>
                </a:lnTo>
                <a:lnTo>
                  <a:pt x="9525" y="232132"/>
                </a:lnTo>
                <a:lnTo>
                  <a:pt x="0" y="232132"/>
                </a:lnTo>
                <a:lnTo>
                  <a:pt x="0" y="262612"/>
                </a:lnTo>
                <a:lnTo>
                  <a:pt x="9525" y="262612"/>
                </a:lnTo>
                <a:lnTo>
                  <a:pt x="9525" y="300712"/>
                </a:lnTo>
                <a:lnTo>
                  <a:pt x="19050" y="300712"/>
                </a:lnTo>
                <a:lnTo>
                  <a:pt x="19050" y="348337"/>
                </a:lnTo>
                <a:lnTo>
                  <a:pt x="28575" y="348337"/>
                </a:lnTo>
                <a:lnTo>
                  <a:pt x="28575" y="376912"/>
                </a:lnTo>
                <a:lnTo>
                  <a:pt x="49530" y="376912"/>
                </a:lnTo>
                <a:lnTo>
                  <a:pt x="49530" y="367387"/>
                </a:lnTo>
                <a:lnTo>
                  <a:pt x="59055" y="367387"/>
                </a:lnTo>
                <a:lnTo>
                  <a:pt x="59055" y="348337"/>
                </a:lnTo>
                <a:lnTo>
                  <a:pt x="68580" y="348337"/>
                </a:lnTo>
                <a:lnTo>
                  <a:pt x="68580" y="319762"/>
                </a:lnTo>
                <a:lnTo>
                  <a:pt x="78105" y="319762"/>
                </a:lnTo>
                <a:lnTo>
                  <a:pt x="78105" y="291187"/>
                </a:lnTo>
                <a:lnTo>
                  <a:pt x="87630" y="291187"/>
                </a:lnTo>
                <a:lnTo>
                  <a:pt x="87630" y="262612"/>
                </a:lnTo>
                <a:lnTo>
                  <a:pt x="97155" y="262612"/>
                </a:lnTo>
                <a:lnTo>
                  <a:pt x="97155" y="234037"/>
                </a:lnTo>
                <a:lnTo>
                  <a:pt x="106680" y="234037"/>
                </a:lnTo>
                <a:lnTo>
                  <a:pt x="106680" y="214987"/>
                </a:lnTo>
                <a:lnTo>
                  <a:pt x="116205" y="214987"/>
                </a:lnTo>
                <a:lnTo>
                  <a:pt x="116205" y="195937"/>
                </a:lnTo>
                <a:lnTo>
                  <a:pt x="125730" y="195937"/>
                </a:lnTo>
                <a:lnTo>
                  <a:pt x="125730" y="174982"/>
                </a:lnTo>
                <a:lnTo>
                  <a:pt x="116205" y="174982"/>
                </a:lnTo>
                <a:lnTo>
                  <a:pt x="116205" y="127357"/>
                </a:lnTo>
                <a:lnTo>
                  <a:pt x="106680" y="127357"/>
                </a:lnTo>
                <a:lnTo>
                  <a:pt x="106680" y="70207"/>
                </a:lnTo>
                <a:lnTo>
                  <a:pt x="97155" y="70207"/>
                </a:lnTo>
                <a:close/>
              </a:path>
            </a:pathLst>
          </a:custGeom>
          <a:solidFill xmlns:a="http://schemas.openxmlformats.org/drawingml/2006/main">
            <a:srgbClr val="36A090"/>
          </a:solidFill>
          <a:ln xmlns:a="http://schemas.openxmlformats.org/drawingml/2006/main" w="0">
            <a:noFill/>
          </a:ln>
        </p:spPr>
      </p:sp>
      <p:sp>
        <p:nvSpPr>
          <p:cNvPr id="291" name="Projected surface region 210">
            <a:extLst xmlns:a="http://schemas.openxmlformats.org/drawingml/2006/main">
              <a:ext uri="{FF2B5EF4-FFF2-40B4-BE49-F238E27FC236}">
                <a16:creationId xmlns:a16="http://schemas.microsoft.com/office/drawing/2014/main" id="{547C7AEA-7F63-4131-AF4D-D0C2571A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083" y="2508885"/>
            <a:ext cx="146732" cy="163830"/>
          </a:xfrm>
          <a:custGeom xmlns:a="http://schemas.openxmlformats.org/drawingml/2006/main">
            <a:pathLst>
              <a:path w="146732" h="163830">
                <a:moveTo>
                  <a:pt x="59102" y="66675"/>
                </a:moveTo>
                <a:lnTo>
                  <a:pt x="49577" y="66675"/>
                </a:lnTo>
                <a:lnTo>
                  <a:pt x="49577" y="78383"/>
                </a:lnTo>
                <a:lnTo>
                  <a:pt x="30527" y="87908"/>
                </a:lnTo>
                <a:lnTo>
                  <a:pt x="30527" y="104775"/>
                </a:lnTo>
                <a:lnTo>
                  <a:pt x="21002" y="104775"/>
                </a:lnTo>
                <a:lnTo>
                  <a:pt x="21002" y="126008"/>
                </a:lnTo>
                <a:lnTo>
                  <a:pt x="0" y="136509"/>
                </a:lnTo>
                <a:lnTo>
                  <a:pt x="13660" y="163830"/>
                </a:lnTo>
                <a:lnTo>
                  <a:pt x="32432" y="163830"/>
                </a:lnTo>
                <a:lnTo>
                  <a:pt x="32432" y="142597"/>
                </a:lnTo>
                <a:lnTo>
                  <a:pt x="51482" y="133072"/>
                </a:lnTo>
                <a:lnTo>
                  <a:pt x="51482" y="116205"/>
                </a:lnTo>
                <a:lnTo>
                  <a:pt x="61007" y="116205"/>
                </a:lnTo>
                <a:lnTo>
                  <a:pt x="61007" y="104497"/>
                </a:lnTo>
                <a:lnTo>
                  <a:pt x="80057" y="94972"/>
                </a:lnTo>
                <a:lnTo>
                  <a:pt x="80057" y="78105"/>
                </a:lnTo>
                <a:lnTo>
                  <a:pt x="99107" y="78105"/>
                </a:lnTo>
                <a:lnTo>
                  <a:pt x="99107" y="68580"/>
                </a:lnTo>
                <a:lnTo>
                  <a:pt x="108632" y="68580"/>
                </a:lnTo>
                <a:lnTo>
                  <a:pt x="108632" y="59055"/>
                </a:lnTo>
                <a:lnTo>
                  <a:pt x="115975" y="59055"/>
                </a:lnTo>
                <a:lnTo>
                  <a:pt x="125500" y="40005"/>
                </a:lnTo>
                <a:lnTo>
                  <a:pt x="146732" y="40005"/>
                </a:lnTo>
                <a:lnTo>
                  <a:pt x="146732" y="19050"/>
                </a:lnTo>
                <a:lnTo>
                  <a:pt x="137207" y="19050"/>
                </a:lnTo>
                <a:lnTo>
                  <a:pt x="137207" y="0"/>
                </a:lnTo>
                <a:lnTo>
                  <a:pt x="106727" y="0"/>
                </a:lnTo>
                <a:lnTo>
                  <a:pt x="106727" y="9525"/>
                </a:lnTo>
                <a:lnTo>
                  <a:pt x="97202" y="9525"/>
                </a:lnTo>
                <a:lnTo>
                  <a:pt x="97202" y="19050"/>
                </a:lnTo>
                <a:lnTo>
                  <a:pt x="89860" y="19050"/>
                </a:lnTo>
                <a:lnTo>
                  <a:pt x="80335" y="38100"/>
                </a:lnTo>
                <a:lnTo>
                  <a:pt x="59102" y="38100"/>
                </a:lnTo>
                <a:lnTo>
                  <a:pt x="59102" y="66675"/>
                </a:lnTo>
                <a:close/>
              </a:path>
            </a:pathLst>
          </a:custGeom>
          <a:solidFill xmlns:a="http://schemas.openxmlformats.org/drawingml/2006/main">
            <a:srgbClr val="36A090"/>
          </a:solidFill>
          <a:ln xmlns:a="http://schemas.openxmlformats.org/drawingml/2006/main" w="0">
            <a:noFill/>
          </a:ln>
        </p:spPr>
      </p:sp>
      <p:sp>
        <p:nvSpPr>
          <p:cNvPr id="292" name="Projected surface region 211">
            <a:extLst xmlns:a="http://schemas.openxmlformats.org/drawingml/2006/main">
              <a:ext uri="{FF2B5EF4-FFF2-40B4-BE49-F238E27FC236}">
                <a16:creationId xmlns:a16="http://schemas.microsoft.com/office/drawing/2014/main" id="{3D79DEDD-BABF-4FCD-A534-3B2FC197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0" y="2708910"/>
            <a:ext cx="59055" cy="49530"/>
          </a:xfrm>
          <a:custGeom xmlns:a="http://schemas.openxmlformats.org/drawingml/2006/main">
            <a:pathLst>
              <a:path w="59055" h="49530">
                <a:moveTo>
                  <a:pt x="38100" y="0"/>
                </a:moveTo>
                <a:lnTo>
                  <a:pt x="38100" y="28575"/>
                </a:lnTo>
                <a:lnTo>
                  <a:pt x="0" y="28575"/>
                </a:lnTo>
                <a:lnTo>
                  <a:pt x="0" y="49530"/>
                </a:lnTo>
                <a:lnTo>
                  <a:pt x="59055" y="49530"/>
                </a:lnTo>
                <a:lnTo>
                  <a:pt x="59055" y="0"/>
                </a:lnTo>
                <a:lnTo>
                  <a:pt x="38100" y="0"/>
                </a:lnTo>
                <a:close/>
              </a:path>
            </a:pathLst>
          </a:custGeom>
          <a:solidFill xmlns:a="http://schemas.openxmlformats.org/drawingml/2006/main">
            <a:srgbClr val="36A090"/>
          </a:solidFill>
          <a:ln xmlns:a="http://schemas.openxmlformats.org/drawingml/2006/main" w="0">
            <a:noFill/>
          </a:ln>
        </p:spPr>
      </p:sp>
      <p:sp>
        <p:nvSpPr>
          <p:cNvPr id="293" name="Projected surface region 212">
            <a:extLst xmlns:a="http://schemas.openxmlformats.org/drawingml/2006/main">
              <a:ext uri="{FF2B5EF4-FFF2-40B4-BE49-F238E27FC236}">
                <a16:creationId xmlns:a16="http://schemas.microsoft.com/office/drawing/2014/main" id="{A367EF94-9F6B-402E-8892-34ACBDF5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4137660"/>
            <a:ext cx="87630" cy="20955"/>
          </a:xfrm>
          <a:custGeom xmlns:a="http://schemas.openxmlformats.org/drawingml/2006/main">
            <a:pathLst>
              <a:path w="87630" h="20955">
                <a:moveTo>
                  <a:pt x="87630" y="20955"/>
                </a:moveTo>
                <a:lnTo>
                  <a:pt x="87630" y="0"/>
                </a:lnTo>
                <a:lnTo>
                  <a:pt x="0" y="0"/>
                </a:lnTo>
                <a:lnTo>
                  <a:pt x="0" y="20955"/>
                </a:lnTo>
                <a:lnTo>
                  <a:pt x="87630" y="20955"/>
                </a:lnTo>
                <a:close/>
              </a:path>
            </a:pathLst>
          </a:custGeom>
          <a:solidFill xmlns:a="http://schemas.openxmlformats.org/drawingml/2006/main">
            <a:srgbClr val="D1CEDC"/>
          </a:solidFill>
          <a:ln xmlns:a="http://schemas.openxmlformats.org/drawingml/2006/main" w="0">
            <a:noFill/>
          </a:ln>
        </p:spPr>
      </p:sp>
      <p:sp>
        <p:nvSpPr>
          <p:cNvPr id="294" name="Projected surface region 213">
            <a:extLst xmlns:a="http://schemas.openxmlformats.org/drawingml/2006/main">
              <a:ext uri="{FF2B5EF4-FFF2-40B4-BE49-F238E27FC236}">
                <a16:creationId xmlns:a16="http://schemas.microsoft.com/office/drawing/2014/main" id="{99A1CDDF-438F-4C4F-A7F3-8EEB481D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35" y="2994660"/>
            <a:ext cx="259080" cy="30480"/>
          </a:xfrm>
          <a:custGeom xmlns:a="http://schemas.openxmlformats.org/drawingml/2006/main">
            <a:pathLst>
              <a:path w="259080" h="30480">
                <a:moveTo>
                  <a:pt x="259080" y="30480"/>
                </a:moveTo>
                <a:lnTo>
                  <a:pt x="259080" y="0"/>
                </a:lnTo>
                <a:lnTo>
                  <a:pt x="114300" y="0"/>
                </a:lnTo>
                <a:lnTo>
                  <a:pt x="114300" y="9525"/>
                </a:lnTo>
                <a:lnTo>
                  <a:pt x="106680" y="9525"/>
                </a:lnTo>
                <a:lnTo>
                  <a:pt x="106680" y="0"/>
                </a:lnTo>
                <a:lnTo>
                  <a:pt x="28575" y="0"/>
                </a:lnTo>
                <a:lnTo>
                  <a:pt x="28575" y="9525"/>
                </a:lnTo>
                <a:lnTo>
                  <a:pt x="0" y="9525"/>
                </a:lnTo>
                <a:lnTo>
                  <a:pt x="0" y="30480"/>
                </a:lnTo>
                <a:lnTo>
                  <a:pt x="259080" y="30480"/>
                </a:lnTo>
                <a:close/>
              </a:path>
            </a:pathLst>
          </a:custGeom>
          <a:solidFill xmlns:a="http://schemas.openxmlformats.org/drawingml/2006/main">
            <a:srgbClr val="568FA0"/>
          </a:solidFill>
          <a:ln xmlns:a="http://schemas.openxmlformats.org/drawingml/2006/main" w="0">
            <a:noFill/>
          </a:ln>
        </p:spPr>
      </p:sp>
      <p:sp>
        <p:nvSpPr>
          <p:cNvPr id="295" name="Projected surface region 214">
            <a:extLst xmlns:a="http://schemas.openxmlformats.org/drawingml/2006/main">
              <a:ext uri="{FF2B5EF4-FFF2-40B4-BE49-F238E27FC236}">
                <a16:creationId xmlns:a16="http://schemas.microsoft.com/office/drawing/2014/main" id="{C5943EEC-79AC-4E63-B9C7-91D8BE1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760" y="3156585"/>
            <a:ext cx="20955" cy="230505"/>
          </a:xfrm>
          <a:custGeom xmlns:a="http://schemas.openxmlformats.org/drawingml/2006/main">
            <a:pathLst>
              <a:path w="20955" h="230505">
                <a:moveTo>
                  <a:pt x="0" y="0"/>
                </a:moveTo>
                <a:lnTo>
                  <a:pt x="0" y="230505"/>
                </a:lnTo>
                <a:lnTo>
                  <a:pt x="20955" y="230505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68FA0"/>
          </a:solidFill>
          <a:ln xmlns:a="http://schemas.openxmlformats.org/drawingml/2006/main" w="0">
            <a:noFill/>
          </a:ln>
        </p:spPr>
      </p:sp>
      <p:sp>
        <p:nvSpPr>
          <p:cNvPr id="296" name="Projected surface region 215">
            <a:extLst xmlns:a="http://schemas.openxmlformats.org/drawingml/2006/main">
              <a:ext uri="{FF2B5EF4-FFF2-40B4-BE49-F238E27FC236}">
                <a16:creationId xmlns:a16="http://schemas.microsoft.com/office/drawing/2014/main" id="{E9590513-6BF3-498D-B865-ED476C1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3880485"/>
            <a:ext cx="87630" cy="20955"/>
          </a:xfrm>
          <a:custGeom xmlns:a="http://schemas.openxmlformats.org/drawingml/2006/main">
            <a:pathLst>
              <a:path w="87630" h="20955">
                <a:moveTo>
                  <a:pt x="87630" y="20955"/>
                </a:moveTo>
                <a:lnTo>
                  <a:pt x="87630" y="0"/>
                </a:lnTo>
                <a:lnTo>
                  <a:pt x="0" y="0"/>
                </a:lnTo>
                <a:lnTo>
                  <a:pt x="0" y="20955"/>
                </a:lnTo>
                <a:lnTo>
                  <a:pt x="87630" y="20955"/>
                </a:lnTo>
                <a:close/>
              </a:path>
            </a:pathLst>
          </a:custGeom>
          <a:solidFill xmlns:a="http://schemas.openxmlformats.org/drawingml/2006/main">
            <a:srgbClr val="765C94"/>
          </a:solidFill>
          <a:ln xmlns:a="http://schemas.openxmlformats.org/drawingml/2006/main" w="0">
            <a:noFill/>
          </a:ln>
        </p:spPr>
      </p:sp>
      <p:sp>
        <p:nvSpPr>
          <p:cNvPr id="297" name="Projected surface region 216">
            <a:extLst xmlns:a="http://schemas.openxmlformats.org/drawingml/2006/main">
              <a:ext uri="{FF2B5EF4-FFF2-40B4-BE49-F238E27FC236}">
                <a16:creationId xmlns:a16="http://schemas.microsoft.com/office/drawing/2014/main" id="{2A86B172-77E4-49CB-8A41-ABAB0EA6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3890010"/>
            <a:ext cx="135255" cy="30480"/>
          </a:xfrm>
          <a:custGeom xmlns:a="http://schemas.openxmlformats.org/drawingml/2006/main">
            <a:pathLst>
              <a:path w="135255" h="30480">
                <a:moveTo>
                  <a:pt x="135255" y="0"/>
                </a:moveTo>
                <a:lnTo>
                  <a:pt x="0" y="0"/>
                </a:lnTo>
                <a:lnTo>
                  <a:pt x="0" y="20955"/>
                </a:lnTo>
                <a:lnTo>
                  <a:pt x="95250" y="20955"/>
                </a:lnTo>
                <a:lnTo>
                  <a:pt x="95250" y="30480"/>
                </a:lnTo>
                <a:lnTo>
                  <a:pt x="135255" y="30480"/>
                </a:lnTo>
                <a:lnTo>
                  <a:pt x="135255" y="0"/>
                </a:lnTo>
                <a:close/>
              </a:path>
            </a:pathLst>
          </a:custGeom>
          <a:solidFill xmlns:a="http://schemas.openxmlformats.org/drawingml/2006/main">
            <a:srgbClr val="765C94"/>
          </a:solidFill>
          <a:ln xmlns:a="http://schemas.openxmlformats.org/drawingml/2006/main" w="0">
            <a:noFill/>
          </a:ln>
        </p:spPr>
      </p:sp>
      <p:sp>
        <p:nvSpPr>
          <p:cNvPr id="298" name="Projected surface region 217">
            <a:extLst xmlns:a="http://schemas.openxmlformats.org/drawingml/2006/main">
              <a:ext uri="{FF2B5EF4-FFF2-40B4-BE49-F238E27FC236}">
                <a16:creationId xmlns:a16="http://schemas.microsoft.com/office/drawing/2014/main" id="{9DB4D76D-CB76-4304-AF7F-0793BD1C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899535"/>
            <a:ext cx="87630" cy="20955"/>
          </a:xfrm>
          <a:custGeom xmlns:a="http://schemas.openxmlformats.org/drawingml/2006/main">
            <a:pathLst>
              <a:path w="87630" h="20955">
                <a:moveTo>
                  <a:pt x="87630" y="20955"/>
                </a:moveTo>
                <a:lnTo>
                  <a:pt x="87630" y="0"/>
                </a:lnTo>
                <a:lnTo>
                  <a:pt x="0" y="0"/>
                </a:lnTo>
                <a:lnTo>
                  <a:pt x="0" y="20955"/>
                </a:lnTo>
                <a:lnTo>
                  <a:pt x="87630" y="20955"/>
                </a:lnTo>
                <a:close/>
              </a:path>
            </a:pathLst>
          </a:custGeom>
          <a:solidFill xmlns:a="http://schemas.openxmlformats.org/drawingml/2006/main">
            <a:srgbClr val="765C94"/>
          </a:solidFill>
          <a:ln xmlns:a="http://schemas.openxmlformats.org/drawingml/2006/main" w="0">
            <a:noFill/>
          </a:ln>
        </p:spPr>
      </p:sp>
      <p:sp>
        <p:nvSpPr>
          <p:cNvPr id="299" name="Projected surface region 218">
            <a:extLst xmlns:a="http://schemas.openxmlformats.org/drawingml/2006/main">
              <a:ext uri="{FF2B5EF4-FFF2-40B4-BE49-F238E27FC236}">
                <a16:creationId xmlns:a16="http://schemas.microsoft.com/office/drawing/2014/main" id="{A6363985-4F58-4D83-BB9C-025159B1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235" y="3899535"/>
            <a:ext cx="87630" cy="20955"/>
          </a:xfrm>
          <a:custGeom xmlns:a="http://schemas.openxmlformats.org/drawingml/2006/main">
            <a:pathLst>
              <a:path w="87630" h="20955">
                <a:moveTo>
                  <a:pt x="87630" y="20955"/>
                </a:moveTo>
                <a:lnTo>
                  <a:pt x="87630" y="0"/>
                </a:lnTo>
                <a:lnTo>
                  <a:pt x="0" y="0"/>
                </a:lnTo>
                <a:lnTo>
                  <a:pt x="0" y="20955"/>
                </a:lnTo>
                <a:lnTo>
                  <a:pt x="87630" y="20955"/>
                </a:lnTo>
                <a:close/>
              </a:path>
            </a:pathLst>
          </a:custGeom>
          <a:solidFill xmlns:a="http://schemas.openxmlformats.org/drawingml/2006/main">
            <a:srgbClr val="765C94"/>
          </a:solidFill>
          <a:ln xmlns:a="http://schemas.openxmlformats.org/drawingml/2006/main" w="0">
            <a:noFill/>
          </a:ln>
        </p:spPr>
      </p:sp>
      <p:sp>
        <p:nvSpPr>
          <p:cNvPr id="300" name="Projected surface region 219">
            <a:extLst xmlns:a="http://schemas.openxmlformats.org/drawingml/2006/main">
              <a:ext uri="{FF2B5EF4-FFF2-40B4-BE49-F238E27FC236}">
                <a16:creationId xmlns:a16="http://schemas.microsoft.com/office/drawing/2014/main" id="{F30B018C-0A25-4F9A-9344-3879CDEF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35" y="3909060"/>
            <a:ext cx="201930" cy="154305"/>
          </a:xfrm>
          <a:custGeom xmlns:a="http://schemas.openxmlformats.org/drawingml/2006/main">
            <a:pathLst>
              <a:path w="201930" h="154305">
                <a:moveTo>
                  <a:pt x="87908" y="28575"/>
                </a:moveTo>
                <a:lnTo>
                  <a:pt x="76200" y="28575"/>
                </a:lnTo>
                <a:lnTo>
                  <a:pt x="76200" y="38100"/>
                </a:lnTo>
                <a:lnTo>
                  <a:pt x="66675" y="38100"/>
                </a:lnTo>
                <a:lnTo>
                  <a:pt x="66675" y="47625"/>
                </a:lnTo>
                <a:lnTo>
                  <a:pt x="57150" y="47625"/>
                </a:lnTo>
                <a:lnTo>
                  <a:pt x="57150" y="57150"/>
                </a:lnTo>
                <a:lnTo>
                  <a:pt x="47625" y="57150"/>
                </a:lnTo>
                <a:lnTo>
                  <a:pt x="47625" y="66675"/>
                </a:lnTo>
                <a:lnTo>
                  <a:pt x="40283" y="66675"/>
                </a:lnTo>
                <a:lnTo>
                  <a:pt x="30758" y="85725"/>
                </a:lnTo>
                <a:lnTo>
                  <a:pt x="9525" y="85725"/>
                </a:lnTo>
                <a:lnTo>
                  <a:pt x="9525" y="95250"/>
                </a:lnTo>
                <a:lnTo>
                  <a:pt x="0" y="95250"/>
                </a:lnTo>
                <a:lnTo>
                  <a:pt x="0" y="125730"/>
                </a:lnTo>
                <a:lnTo>
                  <a:pt x="9525" y="125730"/>
                </a:lnTo>
                <a:lnTo>
                  <a:pt x="9525" y="144780"/>
                </a:lnTo>
                <a:lnTo>
                  <a:pt x="19050" y="144780"/>
                </a:lnTo>
                <a:lnTo>
                  <a:pt x="19050" y="154305"/>
                </a:lnTo>
                <a:lnTo>
                  <a:pt x="154305" y="154305"/>
                </a:lnTo>
                <a:lnTo>
                  <a:pt x="154305" y="144780"/>
                </a:lnTo>
                <a:lnTo>
                  <a:pt x="173355" y="144780"/>
                </a:lnTo>
                <a:lnTo>
                  <a:pt x="173355" y="135255"/>
                </a:lnTo>
                <a:lnTo>
                  <a:pt x="182880" y="135255"/>
                </a:lnTo>
                <a:lnTo>
                  <a:pt x="182880" y="123547"/>
                </a:lnTo>
                <a:lnTo>
                  <a:pt x="201930" y="114022"/>
                </a:lnTo>
                <a:lnTo>
                  <a:pt x="201930" y="85725"/>
                </a:lnTo>
                <a:lnTo>
                  <a:pt x="192405" y="85725"/>
                </a:lnTo>
                <a:lnTo>
                  <a:pt x="192405" y="76200"/>
                </a:lnTo>
                <a:lnTo>
                  <a:pt x="173355" y="76200"/>
                </a:lnTo>
                <a:lnTo>
                  <a:pt x="173355" y="59333"/>
                </a:lnTo>
                <a:lnTo>
                  <a:pt x="154305" y="49808"/>
                </a:lnTo>
                <a:lnTo>
                  <a:pt x="154305" y="30758"/>
                </a:lnTo>
                <a:lnTo>
                  <a:pt x="135255" y="21233"/>
                </a:lnTo>
                <a:lnTo>
                  <a:pt x="135255" y="0"/>
                </a:lnTo>
                <a:lnTo>
                  <a:pt x="104775" y="0"/>
                </a:lnTo>
                <a:lnTo>
                  <a:pt x="104775" y="9525"/>
                </a:lnTo>
                <a:lnTo>
                  <a:pt x="97433" y="9525"/>
                </a:lnTo>
                <a:lnTo>
                  <a:pt x="87908" y="28575"/>
                </a:lnTo>
                <a:close/>
              </a:path>
            </a:pathLst>
          </a:custGeom>
          <a:solidFill xmlns:a="http://schemas.openxmlformats.org/drawingml/2006/main">
            <a:srgbClr val="765C94"/>
          </a:solidFill>
          <a:ln xmlns:a="http://schemas.openxmlformats.org/drawingml/2006/main" w="0">
            <a:noFill/>
          </a:ln>
        </p:spPr>
      </p:sp>
      <p:sp>
        <p:nvSpPr>
          <p:cNvPr id="301" name="Projected surface region 220">
            <a:extLst xmlns:a="http://schemas.openxmlformats.org/drawingml/2006/main">
              <a:ext uri="{FF2B5EF4-FFF2-40B4-BE49-F238E27FC236}">
                <a16:creationId xmlns:a16="http://schemas.microsoft.com/office/drawing/2014/main" id="{0E5625C2-6B6A-4F04-A2F9-7BD4A5BE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3890010"/>
            <a:ext cx="163830" cy="20955"/>
          </a:xfrm>
          <a:custGeom xmlns:a="http://schemas.openxmlformats.org/drawingml/2006/main">
            <a:pathLst>
              <a:path w="163830" h="20955">
                <a:moveTo>
                  <a:pt x="163830" y="20955"/>
                </a:moveTo>
                <a:lnTo>
                  <a:pt x="163830" y="0"/>
                </a:lnTo>
                <a:lnTo>
                  <a:pt x="0" y="0"/>
                </a:lnTo>
                <a:lnTo>
                  <a:pt x="0" y="20955"/>
                </a:lnTo>
                <a:lnTo>
                  <a:pt x="163830" y="20955"/>
                </a:lnTo>
                <a:close/>
              </a:path>
            </a:pathLst>
          </a:custGeom>
          <a:solidFill xmlns:a="http://schemas.openxmlformats.org/drawingml/2006/main">
            <a:srgbClr val="765C94"/>
          </a:solidFill>
          <a:ln xmlns:a="http://schemas.openxmlformats.org/drawingml/2006/main" w="0">
            <a:noFill/>
          </a:ln>
        </p:spPr>
      </p:sp>
      <p:sp>
        <p:nvSpPr>
          <p:cNvPr id="302" name="Projected surface region 221">
            <a:extLst xmlns:a="http://schemas.openxmlformats.org/drawingml/2006/main">
              <a:ext uri="{FF2B5EF4-FFF2-40B4-BE49-F238E27FC236}">
                <a16:creationId xmlns:a16="http://schemas.microsoft.com/office/drawing/2014/main" id="{6F8EA81E-6CEA-4C68-81FA-0915D2A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210" y="4042410"/>
            <a:ext cx="205462" cy="211455"/>
          </a:xfrm>
          <a:custGeom xmlns:a="http://schemas.openxmlformats.org/drawingml/2006/main">
            <a:pathLst>
              <a:path w="205462" h="211455">
                <a:moveTo>
                  <a:pt x="57150" y="28575"/>
                </a:moveTo>
                <a:lnTo>
                  <a:pt x="28575" y="28575"/>
                </a:lnTo>
                <a:lnTo>
                  <a:pt x="28575" y="38100"/>
                </a:lnTo>
                <a:lnTo>
                  <a:pt x="0" y="38100"/>
                </a:lnTo>
                <a:lnTo>
                  <a:pt x="0" y="87630"/>
                </a:lnTo>
                <a:lnTo>
                  <a:pt x="9525" y="87630"/>
                </a:lnTo>
                <a:lnTo>
                  <a:pt x="9525" y="104497"/>
                </a:lnTo>
                <a:lnTo>
                  <a:pt x="28575" y="114022"/>
                </a:lnTo>
                <a:lnTo>
                  <a:pt x="28575" y="154305"/>
                </a:lnTo>
                <a:lnTo>
                  <a:pt x="38100" y="154305"/>
                </a:lnTo>
                <a:lnTo>
                  <a:pt x="38100" y="173355"/>
                </a:lnTo>
                <a:lnTo>
                  <a:pt x="47625" y="173355"/>
                </a:lnTo>
                <a:lnTo>
                  <a:pt x="47625" y="201930"/>
                </a:lnTo>
                <a:lnTo>
                  <a:pt x="57150" y="201930"/>
                </a:lnTo>
                <a:lnTo>
                  <a:pt x="57150" y="211455"/>
                </a:lnTo>
                <a:lnTo>
                  <a:pt x="97155" y="211455"/>
                </a:lnTo>
                <a:lnTo>
                  <a:pt x="97155" y="201930"/>
                </a:lnTo>
                <a:lnTo>
                  <a:pt x="116205" y="201930"/>
                </a:lnTo>
                <a:lnTo>
                  <a:pt x="116205" y="192405"/>
                </a:lnTo>
                <a:lnTo>
                  <a:pt x="125730" y="192405"/>
                </a:lnTo>
                <a:lnTo>
                  <a:pt x="125730" y="182880"/>
                </a:lnTo>
                <a:lnTo>
                  <a:pt x="135255" y="182880"/>
                </a:lnTo>
                <a:lnTo>
                  <a:pt x="135255" y="173355"/>
                </a:lnTo>
                <a:lnTo>
                  <a:pt x="144780" y="173355"/>
                </a:lnTo>
                <a:lnTo>
                  <a:pt x="144780" y="163830"/>
                </a:lnTo>
                <a:lnTo>
                  <a:pt x="154305" y="163830"/>
                </a:lnTo>
                <a:lnTo>
                  <a:pt x="154305" y="154305"/>
                </a:lnTo>
                <a:lnTo>
                  <a:pt x="163830" y="154305"/>
                </a:lnTo>
                <a:lnTo>
                  <a:pt x="163830" y="144780"/>
                </a:lnTo>
                <a:lnTo>
                  <a:pt x="173355" y="144780"/>
                </a:lnTo>
                <a:lnTo>
                  <a:pt x="173355" y="135255"/>
                </a:lnTo>
                <a:lnTo>
                  <a:pt x="182880" y="135255"/>
                </a:lnTo>
                <a:lnTo>
                  <a:pt x="182880" y="125730"/>
                </a:lnTo>
                <a:lnTo>
                  <a:pt x="190222" y="125730"/>
                </a:lnTo>
                <a:lnTo>
                  <a:pt x="205462" y="95250"/>
                </a:lnTo>
                <a:lnTo>
                  <a:pt x="192405" y="95250"/>
                </a:lnTo>
                <a:lnTo>
                  <a:pt x="192405" y="76200"/>
                </a:lnTo>
                <a:lnTo>
                  <a:pt x="182880" y="76200"/>
                </a:lnTo>
                <a:lnTo>
                  <a:pt x="182880" y="68858"/>
                </a:lnTo>
                <a:lnTo>
                  <a:pt x="163830" y="59333"/>
                </a:lnTo>
                <a:lnTo>
                  <a:pt x="163830" y="40283"/>
                </a:lnTo>
                <a:lnTo>
                  <a:pt x="144780" y="30758"/>
                </a:lnTo>
                <a:lnTo>
                  <a:pt x="144780" y="9525"/>
                </a:lnTo>
                <a:lnTo>
                  <a:pt x="135255" y="9525"/>
                </a:lnTo>
                <a:lnTo>
                  <a:pt x="135255" y="0"/>
                </a:lnTo>
                <a:lnTo>
                  <a:pt x="104775" y="0"/>
                </a:lnTo>
                <a:lnTo>
                  <a:pt x="104775" y="9525"/>
                </a:lnTo>
                <a:lnTo>
                  <a:pt x="85725" y="9525"/>
                </a:lnTo>
                <a:lnTo>
                  <a:pt x="85725" y="19050"/>
                </a:lnTo>
                <a:lnTo>
                  <a:pt x="57150" y="19050"/>
                </a:lnTo>
                <a:lnTo>
                  <a:pt x="57150" y="28575"/>
                </a:lnTo>
                <a:close/>
              </a:path>
            </a:pathLst>
          </a:custGeom>
          <a:solidFill xmlns:a="http://schemas.openxmlformats.org/drawingml/2006/main">
            <a:srgbClr val="765C94"/>
          </a:solidFill>
          <a:ln xmlns:a="http://schemas.openxmlformats.org/drawingml/2006/main" w="0">
            <a:noFill/>
          </a:ln>
        </p:spPr>
      </p:sp>
      <p:sp>
        <p:nvSpPr>
          <p:cNvPr id="303" name="Projected surface region 222">
            <a:extLst xmlns:a="http://schemas.openxmlformats.org/drawingml/2006/main">
              <a:ext uri="{FF2B5EF4-FFF2-40B4-BE49-F238E27FC236}">
                <a16:creationId xmlns:a16="http://schemas.microsoft.com/office/drawing/2014/main" id="{AA00D855-04C8-4A60-9D6A-4FDAEC03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860" y="3985260"/>
            <a:ext cx="20955" cy="211455"/>
          </a:xfrm>
          <a:custGeom xmlns:a="http://schemas.openxmlformats.org/drawingml/2006/main">
            <a:pathLst>
              <a:path w="20955" h="211455">
                <a:moveTo>
                  <a:pt x="0" y="0"/>
                </a:moveTo>
                <a:lnTo>
                  <a:pt x="0" y="211455"/>
                </a:lnTo>
                <a:lnTo>
                  <a:pt x="20955" y="211455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65C94"/>
          </a:solidFill>
          <a:ln xmlns:a="http://schemas.openxmlformats.org/drawingml/2006/main" w="0">
            <a:noFill/>
          </a:ln>
        </p:spPr>
      </p:sp>
      <p:sp>
        <p:nvSpPr>
          <p:cNvPr id="304" name="Projected surface region 223">
            <a:extLst xmlns:a="http://schemas.openxmlformats.org/drawingml/2006/main">
              <a:ext uri="{FF2B5EF4-FFF2-40B4-BE49-F238E27FC236}">
                <a16:creationId xmlns:a16="http://schemas.microsoft.com/office/drawing/2014/main" id="{8ABB5D1A-162B-4330-992A-C4D76A26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35" y="4166235"/>
            <a:ext cx="201930" cy="110212"/>
          </a:xfrm>
          <a:custGeom xmlns:a="http://schemas.openxmlformats.org/drawingml/2006/main">
            <a:pathLst>
              <a:path w="201930" h="110212">
                <a:moveTo>
                  <a:pt x="135255" y="0"/>
                </a:moveTo>
                <a:lnTo>
                  <a:pt x="95250" y="0"/>
                </a:lnTo>
                <a:lnTo>
                  <a:pt x="95250" y="9525"/>
                </a:lnTo>
                <a:lnTo>
                  <a:pt x="85725" y="9525"/>
                </a:lnTo>
                <a:lnTo>
                  <a:pt x="85725" y="19050"/>
                </a:lnTo>
                <a:lnTo>
                  <a:pt x="78383" y="19050"/>
                </a:lnTo>
                <a:lnTo>
                  <a:pt x="68858" y="38100"/>
                </a:lnTo>
                <a:lnTo>
                  <a:pt x="47625" y="38100"/>
                </a:lnTo>
                <a:lnTo>
                  <a:pt x="47625" y="47625"/>
                </a:lnTo>
                <a:lnTo>
                  <a:pt x="19050" y="47625"/>
                </a:lnTo>
                <a:lnTo>
                  <a:pt x="19050" y="57150"/>
                </a:lnTo>
                <a:lnTo>
                  <a:pt x="0" y="57150"/>
                </a:lnTo>
                <a:lnTo>
                  <a:pt x="0" y="78105"/>
                </a:lnTo>
                <a:lnTo>
                  <a:pt x="19050" y="78105"/>
                </a:lnTo>
                <a:lnTo>
                  <a:pt x="19050" y="87630"/>
                </a:lnTo>
                <a:lnTo>
                  <a:pt x="38100" y="87630"/>
                </a:lnTo>
                <a:lnTo>
                  <a:pt x="38100" y="94972"/>
                </a:lnTo>
                <a:lnTo>
                  <a:pt x="68580" y="110212"/>
                </a:lnTo>
                <a:lnTo>
                  <a:pt x="68580" y="97155"/>
                </a:lnTo>
                <a:lnTo>
                  <a:pt x="116205" y="97155"/>
                </a:lnTo>
                <a:lnTo>
                  <a:pt x="116205" y="87630"/>
                </a:lnTo>
                <a:lnTo>
                  <a:pt x="135255" y="87630"/>
                </a:lnTo>
                <a:lnTo>
                  <a:pt x="135255" y="78105"/>
                </a:lnTo>
                <a:lnTo>
                  <a:pt x="163830" y="78105"/>
                </a:lnTo>
                <a:lnTo>
                  <a:pt x="163830" y="68580"/>
                </a:lnTo>
                <a:lnTo>
                  <a:pt x="173355" y="68580"/>
                </a:lnTo>
                <a:lnTo>
                  <a:pt x="173355" y="59055"/>
                </a:lnTo>
                <a:lnTo>
                  <a:pt x="182880" y="59055"/>
                </a:lnTo>
                <a:lnTo>
                  <a:pt x="182880" y="47347"/>
                </a:lnTo>
                <a:lnTo>
                  <a:pt x="201930" y="37822"/>
                </a:lnTo>
                <a:lnTo>
                  <a:pt x="201930" y="19050"/>
                </a:lnTo>
                <a:lnTo>
                  <a:pt x="173355" y="19050"/>
                </a:lnTo>
                <a:lnTo>
                  <a:pt x="171450" y="19050"/>
                </a:lnTo>
                <a:lnTo>
                  <a:pt x="154305" y="19050"/>
                </a:lnTo>
                <a:lnTo>
                  <a:pt x="154305" y="9525"/>
                </a:lnTo>
                <a:lnTo>
                  <a:pt x="135255" y="9525"/>
                </a:lnTo>
                <a:lnTo>
                  <a:pt x="135255" y="0"/>
                </a:lnTo>
                <a:close/>
              </a:path>
            </a:pathLst>
          </a:custGeom>
          <a:solidFill xmlns:a="http://schemas.openxmlformats.org/drawingml/2006/main">
            <a:srgbClr val="541D69"/>
          </a:solidFill>
          <a:ln xmlns:a="http://schemas.openxmlformats.org/drawingml/2006/main" w="0">
            <a:noFill/>
          </a:ln>
        </p:spPr>
      </p:sp>
      <p:sp>
        <p:nvSpPr>
          <p:cNvPr id="305" name="Projected surface region 224">
            <a:extLst xmlns:a="http://schemas.openxmlformats.org/drawingml/2006/main">
              <a:ext uri="{FF2B5EF4-FFF2-40B4-BE49-F238E27FC236}">
                <a16:creationId xmlns:a16="http://schemas.microsoft.com/office/drawing/2014/main" id="{D77EF0E4-A067-4A9C-A121-EB0284E2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235" y="3566160"/>
            <a:ext cx="262612" cy="135255"/>
          </a:xfrm>
          <a:custGeom xmlns:a="http://schemas.openxmlformats.org/drawingml/2006/main">
            <a:pathLst>
              <a:path w="262612" h="135255">
                <a:moveTo>
                  <a:pt x="0" y="47625"/>
                </a:moveTo>
                <a:lnTo>
                  <a:pt x="0" y="49530"/>
                </a:lnTo>
                <a:lnTo>
                  <a:pt x="0" y="116205"/>
                </a:lnTo>
                <a:lnTo>
                  <a:pt x="28575" y="116205"/>
                </a:lnTo>
                <a:lnTo>
                  <a:pt x="28575" y="125730"/>
                </a:lnTo>
                <a:lnTo>
                  <a:pt x="47625" y="125730"/>
                </a:lnTo>
                <a:lnTo>
                  <a:pt x="47625" y="135255"/>
                </a:lnTo>
                <a:lnTo>
                  <a:pt x="78105" y="135255"/>
                </a:lnTo>
                <a:lnTo>
                  <a:pt x="78105" y="125730"/>
                </a:lnTo>
                <a:lnTo>
                  <a:pt x="87630" y="125730"/>
                </a:lnTo>
                <a:lnTo>
                  <a:pt x="87630" y="68580"/>
                </a:lnTo>
                <a:lnTo>
                  <a:pt x="104775" y="68580"/>
                </a:lnTo>
                <a:lnTo>
                  <a:pt x="104775" y="78105"/>
                </a:lnTo>
                <a:lnTo>
                  <a:pt x="144780" y="78105"/>
                </a:lnTo>
                <a:lnTo>
                  <a:pt x="144780" y="68580"/>
                </a:lnTo>
                <a:lnTo>
                  <a:pt x="230505" y="68580"/>
                </a:lnTo>
                <a:lnTo>
                  <a:pt x="230505" y="59055"/>
                </a:lnTo>
                <a:lnTo>
                  <a:pt x="262612" y="59055"/>
                </a:lnTo>
                <a:lnTo>
                  <a:pt x="247372" y="28575"/>
                </a:lnTo>
                <a:lnTo>
                  <a:pt x="230505" y="28575"/>
                </a:lnTo>
                <a:lnTo>
                  <a:pt x="230505" y="19050"/>
                </a:lnTo>
                <a:lnTo>
                  <a:pt x="201930" y="19050"/>
                </a:lnTo>
                <a:lnTo>
                  <a:pt x="201930" y="9525"/>
                </a:lnTo>
                <a:lnTo>
                  <a:pt x="116205" y="9525"/>
                </a:lnTo>
                <a:lnTo>
                  <a:pt x="116205" y="0"/>
                </a:lnTo>
                <a:lnTo>
                  <a:pt x="87908" y="0"/>
                </a:lnTo>
                <a:lnTo>
                  <a:pt x="78383" y="19050"/>
                </a:lnTo>
                <a:lnTo>
                  <a:pt x="49530" y="19050"/>
                </a:lnTo>
                <a:lnTo>
                  <a:pt x="49530" y="9525"/>
                </a:lnTo>
                <a:lnTo>
                  <a:pt x="9525" y="9525"/>
                </a:lnTo>
                <a:lnTo>
                  <a:pt x="9525" y="28575"/>
                </a:lnTo>
                <a:lnTo>
                  <a:pt x="0" y="2857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40518C"/>
          </a:solidFill>
          <a:ln xmlns:a="http://schemas.openxmlformats.org/drawingml/2006/main" w="0">
            <a:noFill/>
          </a:ln>
        </p:spPr>
      </p:sp>
      <p:sp>
        <p:nvSpPr>
          <p:cNvPr id="306" name="Projected surface region 225">
            <a:extLst xmlns:a="http://schemas.openxmlformats.org/drawingml/2006/main">
              <a:ext uri="{FF2B5EF4-FFF2-40B4-BE49-F238E27FC236}">
                <a16:creationId xmlns:a16="http://schemas.microsoft.com/office/drawing/2014/main" id="{FD83E82C-B82F-414C-AACC-28C1024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3585210"/>
            <a:ext cx="154305" cy="116205"/>
          </a:xfrm>
          <a:custGeom xmlns:a="http://schemas.openxmlformats.org/drawingml/2006/main">
            <a:pathLst>
              <a:path w="154305" h="116205">
                <a:moveTo>
                  <a:pt x="57150" y="9525"/>
                </a:moveTo>
                <a:lnTo>
                  <a:pt x="28575" y="9525"/>
                </a:lnTo>
                <a:lnTo>
                  <a:pt x="28575" y="19050"/>
                </a:lnTo>
                <a:lnTo>
                  <a:pt x="0" y="19050"/>
                </a:lnTo>
                <a:lnTo>
                  <a:pt x="0" y="59055"/>
                </a:lnTo>
                <a:lnTo>
                  <a:pt x="9525" y="59055"/>
                </a:lnTo>
                <a:lnTo>
                  <a:pt x="9525" y="68580"/>
                </a:lnTo>
                <a:lnTo>
                  <a:pt x="40005" y="68580"/>
                </a:lnTo>
                <a:lnTo>
                  <a:pt x="40005" y="59055"/>
                </a:lnTo>
                <a:lnTo>
                  <a:pt x="49530" y="59055"/>
                </a:lnTo>
                <a:lnTo>
                  <a:pt x="49530" y="47347"/>
                </a:lnTo>
                <a:lnTo>
                  <a:pt x="57150" y="43537"/>
                </a:lnTo>
                <a:lnTo>
                  <a:pt x="57150" y="47347"/>
                </a:lnTo>
                <a:lnTo>
                  <a:pt x="76200" y="56872"/>
                </a:lnTo>
                <a:lnTo>
                  <a:pt x="76200" y="78105"/>
                </a:lnTo>
                <a:lnTo>
                  <a:pt x="85725" y="78105"/>
                </a:lnTo>
                <a:lnTo>
                  <a:pt x="85725" y="87630"/>
                </a:lnTo>
                <a:lnTo>
                  <a:pt x="104775" y="87630"/>
                </a:lnTo>
                <a:lnTo>
                  <a:pt x="104775" y="97155"/>
                </a:lnTo>
                <a:lnTo>
                  <a:pt x="116483" y="97155"/>
                </a:lnTo>
                <a:lnTo>
                  <a:pt x="126008" y="116205"/>
                </a:lnTo>
                <a:lnTo>
                  <a:pt x="154305" y="116205"/>
                </a:lnTo>
                <a:lnTo>
                  <a:pt x="154305" y="85725"/>
                </a:lnTo>
                <a:lnTo>
                  <a:pt x="144780" y="85725"/>
                </a:lnTo>
                <a:lnTo>
                  <a:pt x="144780" y="76200"/>
                </a:lnTo>
                <a:lnTo>
                  <a:pt x="125730" y="76200"/>
                </a:lnTo>
                <a:lnTo>
                  <a:pt x="125730" y="57150"/>
                </a:lnTo>
                <a:lnTo>
                  <a:pt x="116205" y="57150"/>
                </a:lnTo>
                <a:lnTo>
                  <a:pt x="116205" y="38100"/>
                </a:lnTo>
                <a:lnTo>
                  <a:pt x="97155" y="38100"/>
                </a:lnTo>
                <a:lnTo>
                  <a:pt x="97155" y="19050"/>
                </a:lnTo>
                <a:lnTo>
                  <a:pt x="87630" y="19050"/>
                </a:lnTo>
                <a:lnTo>
                  <a:pt x="87630" y="0"/>
                </a:lnTo>
                <a:lnTo>
                  <a:pt x="57150" y="0"/>
                </a:lnTo>
                <a:lnTo>
                  <a:pt x="57150" y="9525"/>
                </a:lnTo>
                <a:close/>
              </a:path>
            </a:pathLst>
          </a:custGeom>
          <a:solidFill xmlns:a="http://schemas.openxmlformats.org/drawingml/2006/main">
            <a:srgbClr val="40518C"/>
          </a:solidFill>
          <a:ln xmlns:a="http://schemas.openxmlformats.org/drawingml/2006/main" w="0">
            <a:noFill/>
          </a:ln>
        </p:spPr>
      </p:sp>
      <p:sp>
        <p:nvSpPr>
          <p:cNvPr id="307" name="Projected surface region 226">
            <a:extLst xmlns:a="http://schemas.openxmlformats.org/drawingml/2006/main">
              <a:ext uri="{FF2B5EF4-FFF2-40B4-BE49-F238E27FC236}">
                <a16:creationId xmlns:a16="http://schemas.microsoft.com/office/drawing/2014/main" id="{0FEF354C-5D68-421E-AE8E-C54A8246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78" y="3623310"/>
            <a:ext cx="91162" cy="49530"/>
          </a:xfrm>
          <a:custGeom xmlns:a="http://schemas.openxmlformats.org/drawingml/2006/main">
            <a:pathLst>
              <a:path w="91162" h="49530">
                <a:moveTo>
                  <a:pt x="24765" y="19050"/>
                </a:moveTo>
                <a:lnTo>
                  <a:pt x="15240" y="19050"/>
                </a:lnTo>
                <a:lnTo>
                  <a:pt x="0" y="49530"/>
                </a:lnTo>
                <a:lnTo>
                  <a:pt x="62587" y="49530"/>
                </a:lnTo>
                <a:lnTo>
                  <a:pt x="62587" y="40005"/>
                </a:lnTo>
                <a:lnTo>
                  <a:pt x="91162" y="40005"/>
                </a:lnTo>
                <a:lnTo>
                  <a:pt x="91162" y="19050"/>
                </a:lnTo>
                <a:lnTo>
                  <a:pt x="79454" y="19050"/>
                </a:lnTo>
                <a:lnTo>
                  <a:pt x="69929" y="0"/>
                </a:lnTo>
                <a:lnTo>
                  <a:pt x="34290" y="0"/>
                </a:lnTo>
                <a:lnTo>
                  <a:pt x="24765" y="19050"/>
                </a:lnTo>
                <a:close/>
              </a:path>
            </a:pathLst>
          </a:custGeom>
          <a:solidFill xmlns:a="http://schemas.openxmlformats.org/drawingml/2006/main">
            <a:srgbClr val="40518C"/>
          </a:solidFill>
          <a:ln xmlns:a="http://schemas.openxmlformats.org/drawingml/2006/main" w="0">
            <a:noFill/>
          </a:ln>
        </p:spPr>
      </p:sp>
      <p:sp>
        <p:nvSpPr>
          <p:cNvPr id="308" name="Projected surface region 227">
            <a:extLst xmlns:a="http://schemas.openxmlformats.org/drawingml/2006/main">
              <a:ext uri="{FF2B5EF4-FFF2-40B4-BE49-F238E27FC236}">
                <a16:creationId xmlns:a16="http://schemas.microsoft.com/office/drawing/2014/main" id="{38770088-8F7A-48A0-8FF9-989F7142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485" y="3528060"/>
            <a:ext cx="68580" cy="30480"/>
          </a:xfrm>
          <a:custGeom xmlns:a="http://schemas.openxmlformats.org/drawingml/2006/main">
            <a:pathLst>
              <a:path w="68580" h="30480">
                <a:moveTo>
                  <a:pt x="0" y="0"/>
                </a:moveTo>
                <a:lnTo>
                  <a:pt x="0" y="20955"/>
                </a:lnTo>
                <a:lnTo>
                  <a:pt x="28575" y="20955"/>
                </a:lnTo>
                <a:lnTo>
                  <a:pt x="28575" y="30480"/>
                </a:lnTo>
                <a:lnTo>
                  <a:pt x="68580" y="30480"/>
                </a:lnTo>
                <a:lnTo>
                  <a:pt x="6858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0518C"/>
          </a:solidFill>
          <a:ln xmlns:a="http://schemas.openxmlformats.org/drawingml/2006/main" w="0">
            <a:noFill/>
          </a:ln>
        </p:spPr>
      </p:sp>
      <p:sp>
        <p:nvSpPr>
          <p:cNvPr id="309" name="Projected surface region 228">
            <a:extLst xmlns:a="http://schemas.openxmlformats.org/drawingml/2006/main">
              <a:ext uri="{FF2B5EF4-FFF2-40B4-BE49-F238E27FC236}">
                <a16:creationId xmlns:a16="http://schemas.microsoft.com/office/drawing/2014/main" id="{B80948CE-EBA7-47EC-917C-95EA3AFD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3470910"/>
            <a:ext cx="478155" cy="335280"/>
          </a:xfrm>
          <a:custGeom xmlns:a="http://schemas.openxmlformats.org/drawingml/2006/main">
            <a:pathLst>
              <a:path w="478155" h="335280">
                <a:moveTo>
                  <a:pt x="19050" y="171172"/>
                </a:moveTo>
                <a:lnTo>
                  <a:pt x="19050" y="182880"/>
                </a:lnTo>
                <a:lnTo>
                  <a:pt x="59055" y="182880"/>
                </a:lnTo>
                <a:lnTo>
                  <a:pt x="59055" y="171172"/>
                </a:lnTo>
                <a:lnTo>
                  <a:pt x="78105" y="161647"/>
                </a:lnTo>
                <a:lnTo>
                  <a:pt x="78105" y="144780"/>
                </a:lnTo>
                <a:lnTo>
                  <a:pt x="85725" y="144780"/>
                </a:lnTo>
                <a:lnTo>
                  <a:pt x="85725" y="163830"/>
                </a:lnTo>
                <a:lnTo>
                  <a:pt x="95250" y="163830"/>
                </a:lnTo>
                <a:lnTo>
                  <a:pt x="95250" y="182880"/>
                </a:lnTo>
                <a:lnTo>
                  <a:pt x="104775" y="182880"/>
                </a:lnTo>
                <a:lnTo>
                  <a:pt x="104775" y="201930"/>
                </a:lnTo>
                <a:lnTo>
                  <a:pt x="114300" y="201930"/>
                </a:lnTo>
                <a:lnTo>
                  <a:pt x="114300" y="218797"/>
                </a:lnTo>
                <a:lnTo>
                  <a:pt x="133350" y="228322"/>
                </a:lnTo>
                <a:lnTo>
                  <a:pt x="133350" y="249555"/>
                </a:lnTo>
                <a:lnTo>
                  <a:pt x="142875" y="249555"/>
                </a:lnTo>
                <a:lnTo>
                  <a:pt x="142875" y="259080"/>
                </a:lnTo>
                <a:lnTo>
                  <a:pt x="163830" y="259080"/>
                </a:lnTo>
                <a:lnTo>
                  <a:pt x="163830" y="249555"/>
                </a:lnTo>
                <a:lnTo>
                  <a:pt x="171172" y="249555"/>
                </a:lnTo>
                <a:lnTo>
                  <a:pt x="180697" y="230505"/>
                </a:lnTo>
                <a:lnTo>
                  <a:pt x="228600" y="230505"/>
                </a:lnTo>
                <a:lnTo>
                  <a:pt x="228600" y="249555"/>
                </a:lnTo>
                <a:lnTo>
                  <a:pt x="238125" y="249555"/>
                </a:lnTo>
                <a:lnTo>
                  <a:pt x="238125" y="259080"/>
                </a:lnTo>
                <a:lnTo>
                  <a:pt x="247650" y="259080"/>
                </a:lnTo>
                <a:lnTo>
                  <a:pt x="247650" y="268605"/>
                </a:lnTo>
                <a:lnTo>
                  <a:pt x="257175" y="268605"/>
                </a:lnTo>
                <a:lnTo>
                  <a:pt x="257175" y="278130"/>
                </a:lnTo>
                <a:lnTo>
                  <a:pt x="266700" y="278130"/>
                </a:lnTo>
                <a:lnTo>
                  <a:pt x="266700" y="285472"/>
                </a:lnTo>
                <a:lnTo>
                  <a:pt x="285750" y="294997"/>
                </a:lnTo>
                <a:lnTo>
                  <a:pt x="285750" y="316230"/>
                </a:lnTo>
                <a:lnTo>
                  <a:pt x="314325" y="316230"/>
                </a:lnTo>
                <a:lnTo>
                  <a:pt x="314325" y="335280"/>
                </a:lnTo>
                <a:lnTo>
                  <a:pt x="344805" y="335280"/>
                </a:lnTo>
                <a:lnTo>
                  <a:pt x="344805" y="316230"/>
                </a:lnTo>
                <a:lnTo>
                  <a:pt x="354330" y="316230"/>
                </a:lnTo>
                <a:lnTo>
                  <a:pt x="354330" y="294997"/>
                </a:lnTo>
                <a:lnTo>
                  <a:pt x="373380" y="285472"/>
                </a:lnTo>
                <a:lnTo>
                  <a:pt x="373380" y="266422"/>
                </a:lnTo>
                <a:lnTo>
                  <a:pt x="392430" y="256897"/>
                </a:lnTo>
                <a:lnTo>
                  <a:pt x="392430" y="240030"/>
                </a:lnTo>
                <a:lnTo>
                  <a:pt x="401955" y="240030"/>
                </a:lnTo>
                <a:lnTo>
                  <a:pt x="401955" y="220980"/>
                </a:lnTo>
                <a:lnTo>
                  <a:pt x="411480" y="220980"/>
                </a:lnTo>
                <a:lnTo>
                  <a:pt x="411480" y="199747"/>
                </a:lnTo>
                <a:lnTo>
                  <a:pt x="430530" y="190222"/>
                </a:lnTo>
                <a:lnTo>
                  <a:pt x="430530" y="171172"/>
                </a:lnTo>
                <a:lnTo>
                  <a:pt x="449580" y="161647"/>
                </a:lnTo>
                <a:lnTo>
                  <a:pt x="449580" y="144780"/>
                </a:lnTo>
                <a:lnTo>
                  <a:pt x="457200" y="144780"/>
                </a:lnTo>
                <a:lnTo>
                  <a:pt x="457200" y="154305"/>
                </a:lnTo>
                <a:lnTo>
                  <a:pt x="478155" y="154305"/>
                </a:lnTo>
                <a:lnTo>
                  <a:pt x="478155" y="123825"/>
                </a:lnTo>
                <a:lnTo>
                  <a:pt x="459105" y="123825"/>
                </a:lnTo>
                <a:lnTo>
                  <a:pt x="459105" y="116483"/>
                </a:lnTo>
                <a:lnTo>
                  <a:pt x="440055" y="106958"/>
                </a:lnTo>
                <a:lnTo>
                  <a:pt x="440055" y="85725"/>
                </a:lnTo>
                <a:lnTo>
                  <a:pt x="421005" y="85725"/>
                </a:lnTo>
                <a:lnTo>
                  <a:pt x="421005" y="66675"/>
                </a:lnTo>
                <a:lnTo>
                  <a:pt x="411480" y="66675"/>
                </a:lnTo>
                <a:lnTo>
                  <a:pt x="411480" y="57150"/>
                </a:lnTo>
                <a:lnTo>
                  <a:pt x="401955" y="57150"/>
                </a:lnTo>
                <a:lnTo>
                  <a:pt x="401955" y="47625"/>
                </a:lnTo>
                <a:lnTo>
                  <a:pt x="392430" y="47625"/>
                </a:lnTo>
                <a:lnTo>
                  <a:pt x="392430" y="38100"/>
                </a:lnTo>
                <a:lnTo>
                  <a:pt x="382905" y="38100"/>
                </a:lnTo>
                <a:lnTo>
                  <a:pt x="382905" y="28575"/>
                </a:lnTo>
                <a:lnTo>
                  <a:pt x="373380" y="28575"/>
                </a:lnTo>
                <a:lnTo>
                  <a:pt x="373380" y="19050"/>
                </a:lnTo>
                <a:lnTo>
                  <a:pt x="361672" y="19050"/>
                </a:lnTo>
                <a:lnTo>
                  <a:pt x="352147" y="0"/>
                </a:lnTo>
                <a:lnTo>
                  <a:pt x="323850" y="0"/>
                </a:lnTo>
                <a:lnTo>
                  <a:pt x="323850" y="9525"/>
                </a:lnTo>
                <a:lnTo>
                  <a:pt x="314325" y="9525"/>
                </a:lnTo>
                <a:lnTo>
                  <a:pt x="314325" y="28575"/>
                </a:lnTo>
                <a:lnTo>
                  <a:pt x="304800" y="28575"/>
                </a:lnTo>
                <a:lnTo>
                  <a:pt x="304800" y="47625"/>
                </a:lnTo>
                <a:lnTo>
                  <a:pt x="295275" y="47625"/>
                </a:lnTo>
                <a:lnTo>
                  <a:pt x="295275" y="78383"/>
                </a:lnTo>
                <a:lnTo>
                  <a:pt x="276225" y="87908"/>
                </a:lnTo>
                <a:lnTo>
                  <a:pt x="276225" y="104775"/>
                </a:lnTo>
                <a:lnTo>
                  <a:pt x="266700" y="104775"/>
                </a:lnTo>
                <a:lnTo>
                  <a:pt x="266700" y="123825"/>
                </a:lnTo>
                <a:lnTo>
                  <a:pt x="257175" y="123825"/>
                </a:lnTo>
                <a:lnTo>
                  <a:pt x="257175" y="142875"/>
                </a:lnTo>
                <a:lnTo>
                  <a:pt x="247650" y="142875"/>
                </a:lnTo>
                <a:lnTo>
                  <a:pt x="247650" y="154583"/>
                </a:lnTo>
                <a:lnTo>
                  <a:pt x="228600" y="164108"/>
                </a:lnTo>
                <a:lnTo>
                  <a:pt x="228600" y="183158"/>
                </a:lnTo>
                <a:lnTo>
                  <a:pt x="209550" y="192683"/>
                </a:lnTo>
                <a:lnTo>
                  <a:pt x="209550" y="209550"/>
                </a:lnTo>
                <a:lnTo>
                  <a:pt x="201930" y="209550"/>
                </a:lnTo>
                <a:lnTo>
                  <a:pt x="201930" y="200025"/>
                </a:lnTo>
                <a:lnTo>
                  <a:pt x="192405" y="200025"/>
                </a:lnTo>
                <a:lnTo>
                  <a:pt x="192405" y="190500"/>
                </a:lnTo>
                <a:lnTo>
                  <a:pt x="182880" y="190500"/>
                </a:lnTo>
                <a:lnTo>
                  <a:pt x="182880" y="180975"/>
                </a:lnTo>
                <a:lnTo>
                  <a:pt x="173355" y="180975"/>
                </a:lnTo>
                <a:lnTo>
                  <a:pt x="173355" y="171450"/>
                </a:lnTo>
                <a:lnTo>
                  <a:pt x="163830" y="171450"/>
                </a:lnTo>
                <a:lnTo>
                  <a:pt x="163830" y="161925"/>
                </a:lnTo>
                <a:lnTo>
                  <a:pt x="154305" y="161925"/>
                </a:lnTo>
                <a:lnTo>
                  <a:pt x="154305" y="152400"/>
                </a:lnTo>
                <a:lnTo>
                  <a:pt x="144780" y="152400"/>
                </a:lnTo>
                <a:lnTo>
                  <a:pt x="144780" y="142875"/>
                </a:lnTo>
                <a:lnTo>
                  <a:pt x="135255" y="142875"/>
                </a:lnTo>
                <a:lnTo>
                  <a:pt x="135255" y="133350"/>
                </a:lnTo>
                <a:lnTo>
                  <a:pt x="125730" y="133350"/>
                </a:lnTo>
                <a:lnTo>
                  <a:pt x="125730" y="123825"/>
                </a:lnTo>
                <a:lnTo>
                  <a:pt x="114022" y="123825"/>
                </a:lnTo>
                <a:lnTo>
                  <a:pt x="104497" y="104775"/>
                </a:lnTo>
                <a:lnTo>
                  <a:pt x="85725" y="104775"/>
                </a:lnTo>
                <a:lnTo>
                  <a:pt x="85725" y="114300"/>
                </a:lnTo>
                <a:lnTo>
                  <a:pt x="66675" y="114300"/>
                </a:lnTo>
                <a:lnTo>
                  <a:pt x="66675" y="123825"/>
                </a:lnTo>
                <a:lnTo>
                  <a:pt x="38100" y="123825"/>
                </a:lnTo>
                <a:lnTo>
                  <a:pt x="38100" y="133350"/>
                </a:lnTo>
                <a:lnTo>
                  <a:pt x="19050" y="133350"/>
                </a:lnTo>
                <a:lnTo>
                  <a:pt x="19050" y="142875"/>
                </a:lnTo>
                <a:lnTo>
                  <a:pt x="0" y="142875"/>
                </a:lnTo>
                <a:lnTo>
                  <a:pt x="0" y="161647"/>
                </a:lnTo>
                <a:lnTo>
                  <a:pt x="19050" y="171172"/>
                </a:lnTo>
                <a:close/>
              </a:path>
            </a:pathLst>
          </a:custGeom>
          <a:solidFill xmlns:a="http://schemas.openxmlformats.org/drawingml/2006/main">
            <a:srgbClr val="40518C"/>
          </a:solidFill>
          <a:ln xmlns:a="http://schemas.openxmlformats.org/drawingml/2006/main" w="0">
            <a:noFill/>
          </a:ln>
        </p:spPr>
      </p:sp>
      <p:sp>
        <p:nvSpPr>
          <p:cNvPr id="310" name="Projected surface region 229">
            <a:extLst xmlns:a="http://schemas.openxmlformats.org/drawingml/2006/main">
              <a:ext uri="{FF2B5EF4-FFF2-40B4-BE49-F238E27FC236}">
                <a16:creationId xmlns:a16="http://schemas.microsoft.com/office/drawing/2014/main" id="{9767EB05-FEFD-4F91-86ED-D56C7210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3489960"/>
            <a:ext cx="287655" cy="300712"/>
          </a:xfrm>
          <a:custGeom xmlns:a="http://schemas.openxmlformats.org/drawingml/2006/main">
            <a:pathLst>
              <a:path w="287655" h="300712">
                <a:moveTo>
                  <a:pt x="152400" y="104775"/>
                </a:moveTo>
                <a:lnTo>
                  <a:pt x="144780" y="104775"/>
                </a:lnTo>
                <a:lnTo>
                  <a:pt x="144780" y="85725"/>
                </a:lnTo>
                <a:lnTo>
                  <a:pt x="135255" y="85725"/>
                </a:lnTo>
                <a:lnTo>
                  <a:pt x="135255" y="76200"/>
                </a:lnTo>
                <a:lnTo>
                  <a:pt x="125730" y="76200"/>
                </a:lnTo>
                <a:lnTo>
                  <a:pt x="125730" y="57150"/>
                </a:lnTo>
                <a:lnTo>
                  <a:pt x="116205" y="57150"/>
                </a:lnTo>
                <a:lnTo>
                  <a:pt x="116205" y="28575"/>
                </a:lnTo>
                <a:lnTo>
                  <a:pt x="106680" y="28575"/>
                </a:lnTo>
                <a:lnTo>
                  <a:pt x="106680" y="9525"/>
                </a:lnTo>
                <a:lnTo>
                  <a:pt x="85725" y="9525"/>
                </a:lnTo>
                <a:lnTo>
                  <a:pt x="85725" y="38100"/>
                </a:lnTo>
                <a:lnTo>
                  <a:pt x="76200" y="38100"/>
                </a:lnTo>
                <a:lnTo>
                  <a:pt x="76200" y="66675"/>
                </a:lnTo>
                <a:lnTo>
                  <a:pt x="66675" y="66675"/>
                </a:lnTo>
                <a:lnTo>
                  <a:pt x="66675" y="95250"/>
                </a:lnTo>
                <a:lnTo>
                  <a:pt x="57150" y="95250"/>
                </a:lnTo>
                <a:lnTo>
                  <a:pt x="57150" y="133350"/>
                </a:lnTo>
                <a:lnTo>
                  <a:pt x="47625" y="133350"/>
                </a:lnTo>
                <a:lnTo>
                  <a:pt x="47625" y="154583"/>
                </a:lnTo>
                <a:lnTo>
                  <a:pt x="40005" y="158393"/>
                </a:lnTo>
                <a:lnTo>
                  <a:pt x="40005" y="152400"/>
                </a:lnTo>
                <a:lnTo>
                  <a:pt x="30480" y="152400"/>
                </a:lnTo>
                <a:lnTo>
                  <a:pt x="30480" y="145058"/>
                </a:lnTo>
                <a:lnTo>
                  <a:pt x="0" y="129818"/>
                </a:lnTo>
                <a:lnTo>
                  <a:pt x="0" y="173355"/>
                </a:lnTo>
                <a:lnTo>
                  <a:pt x="9525" y="173355"/>
                </a:lnTo>
                <a:lnTo>
                  <a:pt x="9525" y="201930"/>
                </a:lnTo>
                <a:lnTo>
                  <a:pt x="30480" y="201930"/>
                </a:lnTo>
                <a:lnTo>
                  <a:pt x="30480" y="182880"/>
                </a:lnTo>
                <a:lnTo>
                  <a:pt x="38100" y="182880"/>
                </a:lnTo>
                <a:lnTo>
                  <a:pt x="38100" y="192405"/>
                </a:lnTo>
                <a:lnTo>
                  <a:pt x="47625" y="192405"/>
                </a:lnTo>
                <a:lnTo>
                  <a:pt x="47625" y="201930"/>
                </a:lnTo>
                <a:lnTo>
                  <a:pt x="57150" y="201930"/>
                </a:lnTo>
                <a:lnTo>
                  <a:pt x="57150" y="211455"/>
                </a:lnTo>
                <a:lnTo>
                  <a:pt x="66675" y="211455"/>
                </a:lnTo>
                <a:lnTo>
                  <a:pt x="66675" y="220980"/>
                </a:lnTo>
                <a:lnTo>
                  <a:pt x="78383" y="220980"/>
                </a:lnTo>
                <a:lnTo>
                  <a:pt x="87908" y="240030"/>
                </a:lnTo>
                <a:lnTo>
                  <a:pt x="104775" y="240030"/>
                </a:lnTo>
                <a:lnTo>
                  <a:pt x="104775" y="249555"/>
                </a:lnTo>
                <a:lnTo>
                  <a:pt x="114300" y="249555"/>
                </a:lnTo>
                <a:lnTo>
                  <a:pt x="114300" y="259080"/>
                </a:lnTo>
                <a:lnTo>
                  <a:pt x="123825" y="259080"/>
                </a:lnTo>
                <a:lnTo>
                  <a:pt x="123825" y="268605"/>
                </a:lnTo>
                <a:lnTo>
                  <a:pt x="133350" y="268605"/>
                </a:lnTo>
                <a:lnTo>
                  <a:pt x="133350" y="278130"/>
                </a:lnTo>
                <a:lnTo>
                  <a:pt x="145058" y="278130"/>
                </a:lnTo>
                <a:lnTo>
                  <a:pt x="154583" y="297180"/>
                </a:lnTo>
                <a:lnTo>
                  <a:pt x="173355" y="297180"/>
                </a:lnTo>
                <a:lnTo>
                  <a:pt x="173355" y="268605"/>
                </a:lnTo>
                <a:lnTo>
                  <a:pt x="182880" y="268605"/>
                </a:lnTo>
                <a:lnTo>
                  <a:pt x="182880" y="249555"/>
                </a:lnTo>
                <a:lnTo>
                  <a:pt x="192405" y="249555"/>
                </a:lnTo>
                <a:lnTo>
                  <a:pt x="192405" y="230505"/>
                </a:lnTo>
                <a:lnTo>
                  <a:pt x="200025" y="230505"/>
                </a:lnTo>
                <a:lnTo>
                  <a:pt x="200025" y="247372"/>
                </a:lnTo>
                <a:lnTo>
                  <a:pt x="219075" y="256897"/>
                </a:lnTo>
                <a:lnTo>
                  <a:pt x="219075" y="285472"/>
                </a:lnTo>
                <a:lnTo>
                  <a:pt x="249555" y="300712"/>
                </a:lnTo>
                <a:lnTo>
                  <a:pt x="249555" y="287655"/>
                </a:lnTo>
                <a:lnTo>
                  <a:pt x="259080" y="287655"/>
                </a:lnTo>
                <a:lnTo>
                  <a:pt x="259080" y="268605"/>
                </a:lnTo>
                <a:lnTo>
                  <a:pt x="268605" y="268605"/>
                </a:lnTo>
                <a:lnTo>
                  <a:pt x="268605" y="78105"/>
                </a:lnTo>
                <a:lnTo>
                  <a:pt x="287655" y="78105"/>
                </a:lnTo>
                <a:lnTo>
                  <a:pt x="287655" y="59333"/>
                </a:lnTo>
                <a:lnTo>
                  <a:pt x="268605" y="49808"/>
                </a:lnTo>
                <a:lnTo>
                  <a:pt x="268605" y="28575"/>
                </a:lnTo>
                <a:lnTo>
                  <a:pt x="249555" y="28575"/>
                </a:lnTo>
                <a:lnTo>
                  <a:pt x="249555" y="9525"/>
                </a:lnTo>
                <a:lnTo>
                  <a:pt x="240030" y="9525"/>
                </a:lnTo>
                <a:lnTo>
                  <a:pt x="240030" y="0"/>
                </a:lnTo>
                <a:lnTo>
                  <a:pt x="211396" y="0"/>
                </a:lnTo>
                <a:lnTo>
                  <a:pt x="192346" y="47625"/>
                </a:lnTo>
                <a:lnTo>
                  <a:pt x="180975" y="47625"/>
                </a:lnTo>
                <a:lnTo>
                  <a:pt x="180975" y="68858"/>
                </a:lnTo>
                <a:lnTo>
                  <a:pt x="161925" y="78383"/>
                </a:lnTo>
                <a:lnTo>
                  <a:pt x="161925" y="95250"/>
                </a:lnTo>
                <a:lnTo>
                  <a:pt x="152400" y="95250"/>
                </a:lnTo>
                <a:lnTo>
                  <a:pt x="152400" y="104775"/>
                </a:lnTo>
                <a:close/>
              </a:path>
            </a:pathLst>
          </a:custGeom>
          <a:solidFill xmlns:a="http://schemas.openxmlformats.org/drawingml/2006/main">
            <a:srgbClr val="40518C"/>
          </a:solidFill>
          <a:ln xmlns:a="http://schemas.openxmlformats.org/drawingml/2006/main" w="0">
            <a:noFill/>
          </a:ln>
        </p:spPr>
      </p:sp>
      <p:sp>
        <p:nvSpPr>
          <p:cNvPr id="311" name="Projected surface region 230">
            <a:extLst xmlns:a="http://schemas.openxmlformats.org/drawingml/2006/main">
              <a:ext uri="{FF2B5EF4-FFF2-40B4-BE49-F238E27FC236}">
                <a16:creationId xmlns:a16="http://schemas.microsoft.com/office/drawing/2014/main" id="{254410F5-4B4A-4076-8BD4-012932B9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3480435"/>
            <a:ext cx="449580" cy="272137"/>
          </a:xfrm>
          <a:custGeom xmlns:a="http://schemas.openxmlformats.org/drawingml/2006/main">
            <a:pathLst>
              <a:path w="449580" h="272137">
                <a:moveTo>
                  <a:pt x="66675" y="133350"/>
                </a:moveTo>
                <a:lnTo>
                  <a:pt x="59055" y="133350"/>
                </a:lnTo>
                <a:lnTo>
                  <a:pt x="59055" y="123825"/>
                </a:lnTo>
                <a:lnTo>
                  <a:pt x="49530" y="123825"/>
                </a:lnTo>
                <a:lnTo>
                  <a:pt x="49530" y="116483"/>
                </a:lnTo>
                <a:lnTo>
                  <a:pt x="30480" y="106958"/>
                </a:lnTo>
                <a:lnTo>
                  <a:pt x="30480" y="87908"/>
                </a:lnTo>
                <a:lnTo>
                  <a:pt x="0" y="72668"/>
                </a:lnTo>
                <a:lnTo>
                  <a:pt x="0" y="106680"/>
                </a:lnTo>
                <a:lnTo>
                  <a:pt x="9525" y="106680"/>
                </a:lnTo>
                <a:lnTo>
                  <a:pt x="9525" y="224512"/>
                </a:lnTo>
                <a:lnTo>
                  <a:pt x="40005" y="209272"/>
                </a:lnTo>
                <a:lnTo>
                  <a:pt x="40005" y="190222"/>
                </a:lnTo>
                <a:lnTo>
                  <a:pt x="59055" y="180697"/>
                </a:lnTo>
                <a:lnTo>
                  <a:pt x="59055" y="163830"/>
                </a:lnTo>
                <a:lnTo>
                  <a:pt x="66675" y="163830"/>
                </a:lnTo>
                <a:lnTo>
                  <a:pt x="66675" y="173355"/>
                </a:lnTo>
                <a:lnTo>
                  <a:pt x="76200" y="173355"/>
                </a:lnTo>
                <a:lnTo>
                  <a:pt x="76200" y="182880"/>
                </a:lnTo>
                <a:lnTo>
                  <a:pt x="85725" y="182880"/>
                </a:lnTo>
                <a:lnTo>
                  <a:pt x="85725" y="192405"/>
                </a:lnTo>
                <a:lnTo>
                  <a:pt x="95250" y="192405"/>
                </a:lnTo>
                <a:lnTo>
                  <a:pt x="95250" y="201930"/>
                </a:lnTo>
                <a:lnTo>
                  <a:pt x="106958" y="201930"/>
                </a:lnTo>
                <a:lnTo>
                  <a:pt x="116483" y="220980"/>
                </a:lnTo>
                <a:lnTo>
                  <a:pt x="133350" y="220980"/>
                </a:lnTo>
                <a:lnTo>
                  <a:pt x="133350" y="230505"/>
                </a:lnTo>
                <a:lnTo>
                  <a:pt x="142875" y="230505"/>
                </a:lnTo>
                <a:lnTo>
                  <a:pt x="142875" y="240030"/>
                </a:lnTo>
                <a:lnTo>
                  <a:pt x="161925" y="240030"/>
                </a:lnTo>
                <a:lnTo>
                  <a:pt x="161925" y="249555"/>
                </a:lnTo>
                <a:lnTo>
                  <a:pt x="201930" y="249555"/>
                </a:lnTo>
                <a:lnTo>
                  <a:pt x="201930" y="230505"/>
                </a:lnTo>
                <a:lnTo>
                  <a:pt x="209550" y="230505"/>
                </a:lnTo>
                <a:lnTo>
                  <a:pt x="209550" y="249555"/>
                </a:lnTo>
                <a:lnTo>
                  <a:pt x="221258" y="249555"/>
                </a:lnTo>
                <a:lnTo>
                  <a:pt x="230783" y="268605"/>
                </a:lnTo>
                <a:lnTo>
                  <a:pt x="278130" y="268605"/>
                </a:lnTo>
                <a:lnTo>
                  <a:pt x="278130" y="262612"/>
                </a:lnTo>
                <a:lnTo>
                  <a:pt x="297180" y="272137"/>
                </a:lnTo>
                <a:lnTo>
                  <a:pt x="297180" y="249555"/>
                </a:lnTo>
                <a:lnTo>
                  <a:pt x="304800" y="249555"/>
                </a:lnTo>
                <a:lnTo>
                  <a:pt x="306705" y="249555"/>
                </a:lnTo>
                <a:lnTo>
                  <a:pt x="335280" y="249555"/>
                </a:lnTo>
                <a:lnTo>
                  <a:pt x="335280" y="228600"/>
                </a:lnTo>
                <a:lnTo>
                  <a:pt x="329287" y="228600"/>
                </a:lnTo>
                <a:lnTo>
                  <a:pt x="333097" y="220980"/>
                </a:lnTo>
                <a:lnTo>
                  <a:pt x="363855" y="220980"/>
                </a:lnTo>
                <a:lnTo>
                  <a:pt x="363855" y="211455"/>
                </a:lnTo>
                <a:lnTo>
                  <a:pt x="373380" y="211455"/>
                </a:lnTo>
                <a:lnTo>
                  <a:pt x="373380" y="201930"/>
                </a:lnTo>
                <a:lnTo>
                  <a:pt x="382905" y="201930"/>
                </a:lnTo>
                <a:lnTo>
                  <a:pt x="382905" y="192405"/>
                </a:lnTo>
                <a:lnTo>
                  <a:pt x="392430" y="192405"/>
                </a:lnTo>
                <a:lnTo>
                  <a:pt x="392430" y="182880"/>
                </a:lnTo>
                <a:lnTo>
                  <a:pt x="401955" y="182880"/>
                </a:lnTo>
                <a:lnTo>
                  <a:pt x="401955" y="173355"/>
                </a:lnTo>
                <a:lnTo>
                  <a:pt x="411480" y="173355"/>
                </a:lnTo>
                <a:lnTo>
                  <a:pt x="411480" y="163830"/>
                </a:lnTo>
                <a:lnTo>
                  <a:pt x="418822" y="163830"/>
                </a:lnTo>
                <a:lnTo>
                  <a:pt x="428347" y="144780"/>
                </a:lnTo>
                <a:lnTo>
                  <a:pt x="449580" y="144780"/>
                </a:lnTo>
                <a:lnTo>
                  <a:pt x="449580" y="123825"/>
                </a:lnTo>
                <a:lnTo>
                  <a:pt x="411480" y="123825"/>
                </a:lnTo>
                <a:lnTo>
                  <a:pt x="411480" y="114300"/>
                </a:lnTo>
                <a:lnTo>
                  <a:pt x="392430" y="114300"/>
                </a:lnTo>
                <a:lnTo>
                  <a:pt x="392430" y="104775"/>
                </a:lnTo>
                <a:lnTo>
                  <a:pt x="373380" y="104775"/>
                </a:lnTo>
                <a:lnTo>
                  <a:pt x="373380" y="95250"/>
                </a:lnTo>
                <a:lnTo>
                  <a:pt x="354330" y="95250"/>
                </a:lnTo>
                <a:lnTo>
                  <a:pt x="354330" y="85725"/>
                </a:lnTo>
                <a:lnTo>
                  <a:pt x="325755" y="85725"/>
                </a:lnTo>
                <a:lnTo>
                  <a:pt x="325755" y="76200"/>
                </a:lnTo>
                <a:lnTo>
                  <a:pt x="316230" y="76200"/>
                </a:lnTo>
                <a:lnTo>
                  <a:pt x="316230" y="66675"/>
                </a:lnTo>
                <a:lnTo>
                  <a:pt x="306705" y="66675"/>
                </a:lnTo>
                <a:lnTo>
                  <a:pt x="306705" y="57150"/>
                </a:lnTo>
                <a:lnTo>
                  <a:pt x="297180" y="57150"/>
                </a:lnTo>
                <a:lnTo>
                  <a:pt x="297180" y="47625"/>
                </a:lnTo>
                <a:lnTo>
                  <a:pt x="287655" y="47625"/>
                </a:lnTo>
                <a:lnTo>
                  <a:pt x="287655" y="38100"/>
                </a:lnTo>
                <a:lnTo>
                  <a:pt x="278130" y="38100"/>
                </a:lnTo>
                <a:lnTo>
                  <a:pt x="278130" y="30758"/>
                </a:lnTo>
                <a:lnTo>
                  <a:pt x="259080" y="21233"/>
                </a:lnTo>
                <a:lnTo>
                  <a:pt x="259080" y="0"/>
                </a:lnTo>
                <a:lnTo>
                  <a:pt x="200025" y="0"/>
                </a:lnTo>
                <a:lnTo>
                  <a:pt x="200025" y="9525"/>
                </a:lnTo>
                <a:lnTo>
                  <a:pt x="180975" y="9525"/>
                </a:lnTo>
                <a:lnTo>
                  <a:pt x="180975" y="19050"/>
                </a:lnTo>
                <a:lnTo>
                  <a:pt x="142875" y="19050"/>
                </a:lnTo>
                <a:lnTo>
                  <a:pt x="142875" y="28575"/>
                </a:lnTo>
                <a:lnTo>
                  <a:pt x="133350" y="28575"/>
                </a:lnTo>
                <a:lnTo>
                  <a:pt x="133350" y="49808"/>
                </a:lnTo>
                <a:lnTo>
                  <a:pt x="114300" y="59333"/>
                </a:lnTo>
                <a:lnTo>
                  <a:pt x="114300" y="78383"/>
                </a:lnTo>
                <a:lnTo>
                  <a:pt x="95250" y="87908"/>
                </a:lnTo>
                <a:lnTo>
                  <a:pt x="95250" y="106958"/>
                </a:lnTo>
                <a:lnTo>
                  <a:pt x="76200" y="116483"/>
                </a:lnTo>
                <a:lnTo>
                  <a:pt x="76200" y="133350"/>
                </a:lnTo>
                <a:lnTo>
                  <a:pt x="68580" y="133350"/>
                </a:lnTo>
                <a:lnTo>
                  <a:pt x="66675" y="133350"/>
                </a:lnTo>
                <a:close/>
              </a:path>
            </a:pathLst>
          </a:custGeom>
          <a:solidFill xmlns:a="http://schemas.openxmlformats.org/drawingml/2006/main">
            <a:srgbClr val="40518C"/>
          </a:solidFill>
          <a:ln xmlns:a="http://schemas.openxmlformats.org/drawingml/2006/main" w="0">
            <a:noFill/>
          </a:ln>
        </p:spPr>
      </p:sp>
      <p:sp>
        <p:nvSpPr>
          <p:cNvPr id="312" name="Projected surface region 231">
            <a:extLst xmlns:a="http://schemas.openxmlformats.org/drawingml/2006/main">
              <a:ext uri="{FF2B5EF4-FFF2-40B4-BE49-F238E27FC236}">
                <a16:creationId xmlns:a16="http://schemas.microsoft.com/office/drawing/2014/main" id="{06443D81-E33A-4E53-B4BB-11B885E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458" y="3470910"/>
            <a:ext cx="337232" cy="230505"/>
          </a:xfrm>
          <a:custGeom xmlns:a="http://schemas.openxmlformats.org/drawingml/2006/main">
            <a:pathLst>
              <a:path w="337232" h="230505">
                <a:moveTo>
                  <a:pt x="40052" y="37822"/>
                </a:moveTo>
                <a:lnTo>
                  <a:pt x="59102" y="47347"/>
                </a:lnTo>
                <a:lnTo>
                  <a:pt x="59102" y="78105"/>
                </a:lnTo>
                <a:lnTo>
                  <a:pt x="68627" y="78105"/>
                </a:lnTo>
                <a:lnTo>
                  <a:pt x="68627" y="97155"/>
                </a:lnTo>
                <a:lnTo>
                  <a:pt x="78152" y="97155"/>
                </a:lnTo>
                <a:lnTo>
                  <a:pt x="78152" y="114300"/>
                </a:lnTo>
                <a:lnTo>
                  <a:pt x="70532" y="114300"/>
                </a:lnTo>
                <a:lnTo>
                  <a:pt x="70532" y="106958"/>
                </a:lnTo>
                <a:lnTo>
                  <a:pt x="51482" y="97433"/>
                </a:lnTo>
                <a:lnTo>
                  <a:pt x="51482" y="76200"/>
                </a:lnTo>
                <a:lnTo>
                  <a:pt x="41957" y="76200"/>
                </a:lnTo>
                <a:lnTo>
                  <a:pt x="41957" y="57150"/>
                </a:lnTo>
                <a:lnTo>
                  <a:pt x="30250" y="57150"/>
                </a:lnTo>
                <a:lnTo>
                  <a:pt x="20725" y="38100"/>
                </a:lnTo>
                <a:lnTo>
                  <a:pt x="1952" y="38100"/>
                </a:lnTo>
                <a:lnTo>
                  <a:pt x="1952" y="68580"/>
                </a:lnTo>
                <a:lnTo>
                  <a:pt x="7945" y="68580"/>
                </a:lnTo>
                <a:lnTo>
                  <a:pt x="0" y="84471"/>
                </a:lnTo>
                <a:lnTo>
                  <a:pt x="21002" y="94972"/>
                </a:lnTo>
                <a:lnTo>
                  <a:pt x="21002" y="116205"/>
                </a:lnTo>
                <a:lnTo>
                  <a:pt x="30527" y="116205"/>
                </a:lnTo>
                <a:lnTo>
                  <a:pt x="30527" y="144780"/>
                </a:lnTo>
                <a:lnTo>
                  <a:pt x="40052" y="144780"/>
                </a:lnTo>
                <a:lnTo>
                  <a:pt x="40052" y="154305"/>
                </a:lnTo>
                <a:lnTo>
                  <a:pt x="49577" y="154305"/>
                </a:lnTo>
                <a:lnTo>
                  <a:pt x="49577" y="161647"/>
                </a:lnTo>
                <a:lnTo>
                  <a:pt x="68627" y="171172"/>
                </a:lnTo>
                <a:lnTo>
                  <a:pt x="68627" y="192405"/>
                </a:lnTo>
                <a:lnTo>
                  <a:pt x="87677" y="192405"/>
                </a:lnTo>
                <a:lnTo>
                  <a:pt x="87677" y="201930"/>
                </a:lnTo>
                <a:lnTo>
                  <a:pt x="97202" y="201930"/>
                </a:lnTo>
                <a:lnTo>
                  <a:pt x="97202" y="211455"/>
                </a:lnTo>
                <a:lnTo>
                  <a:pt x="116252" y="211455"/>
                </a:lnTo>
                <a:lnTo>
                  <a:pt x="116252" y="220980"/>
                </a:lnTo>
                <a:lnTo>
                  <a:pt x="154352" y="220980"/>
                </a:lnTo>
                <a:lnTo>
                  <a:pt x="154352" y="230505"/>
                </a:lnTo>
                <a:lnTo>
                  <a:pt x="222932" y="230505"/>
                </a:lnTo>
                <a:lnTo>
                  <a:pt x="222932" y="220980"/>
                </a:lnTo>
                <a:lnTo>
                  <a:pt x="241982" y="220980"/>
                </a:lnTo>
                <a:lnTo>
                  <a:pt x="241982" y="211455"/>
                </a:lnTo>
                <a:lnTo>
                  <a:pt x="270557" y="211455"/>
                </a:lnTo>
                <a:lnTo>
                  <a:pt x="270557" y="201930"/>
                </a:lnTo>
                <a:lnTo>
                  <a:pt x="287425" y="201930"/>
                </a:lnTo>
                <a:lnTo>
                  <a:pt x="296950" y="182880"/>
                </a:lnTo>
                <a:lnTo>
                  <a:pt x="318182" y="182880"/>
                </a:lnTo>
                <a:lnTo>
                  <a:pt x="318182" y="171172"/>
                </a:lnTo>
                <a:lnTo>
                  <a:pt x="337232" y="161647"/>
                </a:lnTo>
                <a:lnTo>
                  <a:pt x="337232" y="142875"/>
                </a:lnTo>
                <a:lnTo>
                  <a:pt x="318182" y="142875"/>
                </a:lnTo>
                <a:lnTo>
                  <a:pt x="318182" y="133350"/>
                </a:lnTo>
                <a:lnTo>
                  <a:pt x="308657" y="133350"/>
                </a:lnTo>
                <a:lnTo>
                  <a:pt x="308657" y="123825"/>
                </a:lnTo>
                <a:lnTo>
                  <a:pt x="296950" y="123825"/>
                </a:lnTo>
                <a:lnTo>
                  <a:pt x="287425" y="104775"/>
                </a:lnTo>
                <a:lnTo>
                  <a:pt x="270557" y="104775"/>
                </a:lnTo>
                <a:lnTo>
                  <a:pt x="270557" y="95250"/>
                </a:lnTo>
                <a:lnTo>
                  <a:pt x="232457" y="95250"/>
                </a:lnTo>
                <a:lnTo>
                  <a:pt x="232457" y="85725"/>
                </a:lnTo>
                <a:lnTo>
                  <a:pt x="222932" y="85725"/>
                </a:lnTo>
                <a:lnTo>
                  <a:pt x="222932" y="66675"/>
                </a:lnTo>
                <a:lnTo>
                  <a:pt x="213407" y="66675"/>
                </a:lnTo>
                <a:lnTo>
                  <a:pt x="213407" y="38100"/>
                </a:lnTo>
                <a:lnTo>
                  <a:pt x="192175" y="38100"/>
                </a:lnTo>
                <a:lnTo>
                  <a:pt x="173125" y="0"/>
                </a:lnTo>
                <a:lnTo>
                  <a:pt x="116252" y="0"/>
                </a:lnTo>
                <a:lnTo>
                  <a:pt x="116252" y="9525"/>
                </a:lnTo>
                <a:lnTo>
                  <a:pt x="40052" y="9525"/>
                </a:lnTo>
                <a:lnTo>
                  <a:pt x="40052" y="37822"/>
                </a:lnTo>
                <a:close/>
              </a:path>
            </a:pathLst>
          </a:custGeom>
          <a:solidFill xmlns:a="http://schemas.openxmlformats.org/drawingml/2006/main">
            <a:srgbClr val="40518C"/>
          </a:solidFill>
          <a:ln xmlns:a="http://schemas.openxmlformats.org/drawingml/2006/main" w="0">
            <a:noFill/>
          </a:ln>
        </p:spPr>
      </p:sp>
      <p:sp>
        <p:nvSpPr>
          <p:cNvPr id="313" name="Projected surface region 232">
            <a:extLst xmlns:a="http://schemas.openxmlformats.org/drawingml/2006/main">
              <a:ext uri="{FF2B5EF4-FFF2-40B4-BE49-F238E27FC236}">
                <a16:creationId xmlns:a16="http://schemas.microsoft.com/office/drawing/2014/main" id="{209C3977-1568-4435-99FA-AF6ACC3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3051810"/>
            <a:ext cx="268605" cy="376912"/>
          </a:xfrm>
          <a:custGeom xmlns:a="http://schemas.openxmlformats.org/drawingml/2006/main">
            <a:pathLst>
              <a:path w="268605" h="376912">
                <a:moveTo>
                  <a:pt x="57150" y="145058"/>
                </a:moveTo>
                <a:lnTo>
                  <a:pt x="57150" y="152400"/>
                </a:lnTo>
                <a:lnTo>
                  <a:pt x="38100" y="152400"/>
                </a:lnTo>
                <a:lnTo>
                  <a:pt x="38100" y="161925"/>
                </a:lnTo>
                <a:lnTo>
                  <a:pt x="28575" y="161925"/>
                </a:lnTo>
                <a:lnTo>
                  <a:pt x="28575" y="171450"/>
                </a:lnTo>
                <a:lnTo>
                  <a:pt x="19050" y="171450"/>
                </a:lnTo>
                <a:lnTo>
                  <a:pt x="19050" y="183158"/>
                </a:lnTo>
                <a:lnTo>
                  <a:pt x="0" y="192683"/>
                </a:lnTo>
                <a:lnTo>
                  <a:pt x="0" y="211455"/>
                </a:lnTo>
                <a:lnTo>
                  <a:pt x="66675" y="211455"/>
                </a:lnTo>
                <a:lnTo>
                  <a:pt x="66675" y="238125"/>
                </a:lnTo>
                <a:lnTo>
                  <a:pt x="57150" y="238125"/>
                </a:lnTo>
                <a:lnTo>
                  <a:pt x="57150" y="278408"/>
                </a:lnTo>
                <a:lnTo>
                  <a:pt x="38100" y="287933"/>
                </a:lnTo>
                <a:lnTo>
                  <a:pt x="38100" y="323850"/>
                </a:lnTo>
                <a:lnTo>
                  <a:pt x="28575" y="323850"/>
                </a:lnTo>
                <a:lnTo>
                  <a:pt x="28575" y="342900"/>
                </a:lnTo>
                <a:lnTo>
                  <a:pt x="19050" y="342900"/>
                </a:lnTo>
                <a:lnTo>
                  <a:pt x="19050" y="376912"/>
                </a:lnTo>
                <a:lnTo>
                  <a:pt x="68580" y="352147"/>
                </a:lnTo>
                <a:lnTo>
                  <a:pt x="68580" y="325755"/>
                </a:lnTo>
                <a:lnTo>
                  <a:pt x="78105" y="325755"/>
                </a:lnTo>
                <a:lnTo>
                  <a:pt x="78105" y="300712"/>
                </a:lnTo>
                <a:lnTo>
                  <a:pt x="85725" y="304522"/>
                </a:lnTo>
                <a:lnTo>
                  <a:pt x="85725" y="325755"/>
                </a:lnTo>
                <a:lnTo>
                  <a:pt x="135255" y="325755"/>
                </a:lnTo>
                <a:lnTo>
                  <a:pt x="135255" y="316230"/>
                </a:lnTo>
                <a:lnTo>
                  <a:pt x="154305" y="316230"/>
                </a:lnTo>
                <a:lnTo>
                  <a:pt x="154305" y="297180"/>
                </a:lnTo>
                <a:lnTo>
                  <a:pt x="163830" y="297180"/>
                </a:lnTo>
                <a:lnTo>
                  <a:pt x="163830" y="268605"/>
                </a:lnTo>
                <a:lnTo>
                  <a:pt x="173355" y="268605"/>
                </a:lnTo>
                <a:lnTo>
                  <a:pt x="173355" y="259080"/>
                </a:lnTo>
                <a:lnTo>
                  <a:pt x="192405" y="259080"/>
                </a:lnTo>
                <a:lnTo>
                  <a:pt x="192405" y="220980"/>
                </a:lnTo>
                <a:lnTo>
                  <a:pt x="201930" y="220980"/>
                </a:lnTo>
                <a:lnTo>
                  <a:pt x="201930" y="192405"/>
                </a:lnTo>
                <a:lnTo>
                  <a:pt x="211455" y="192405"/>
                </a:lnTo>
                <a:lnTo>
                  <a:pt x="211455" y="163830"/>
                </a:lnTo>
                <a:lnTo>
                  <a:pt x="220980" y="163830"/>
                </a:lnTo>
                <a:lnTo>
                  <a:pt x="220980" y="135255"/>
                </a:lnTo>
                <a:lnTo>
                  <a:pt x="230505" y="135255"/>
                </a:lnTo>
                <a:lnTo>
                  <a:pt x="230505" y="116205"/>
                </a:lnTo>
                <a:lnTo>
                  <a:pt x="240030" y="116205"/>
                </a:lnTo>
                <a:lnTo>
                  <a:pt x="240030" y="78105"/>
                </a:lnTo>
                <a:lnTo>
                  <a:pt x="249555" y="78105"/>
                </a:lnTo>
                <a:lnTo>
                  <a:pt x="249555" y="59055"/>
                </a:lnTo>
                <a:lnTo>
                  <a:pt x="259080" y="59055"/>
                </a:lnTo>
                <a:lnTo>
                  <a:pt x="259080" y="30480"/>
                </a:lnTo>
                <a:lnTo>
                  <a:pt x="268605" y="30480"/>
                </a:lnTo>
                <a:lnTo>
                  <a:pt x="268605" y="0"/>
                </a:lnTo>
                <a:lnTo>
                  <a:pt x="240308" y="0"/>
                </a:lnTo>
                <a:lnTo>
                  <a:pt x="230783" y="19050"/>
                </a:lnTo>
                <a:lnTo>
                  <a:pt x="209550" y="19050"/>
                </a:lnTo>
                <a:lnTo>
                  <a:pt x="209550" y="28575"/>
                </a:lnTo>
                <a:lnTo>
                  <a:pt x="200025" y="28575"/>
                </a:lnTo>
                <a:lnTo>
                  <a:pt x="200025" y="38100"/>
                </a:lnTo>
                <a:lnTo>
                  <a:pt x="192683" y="38100"/>
                </a:lnTo>
                <a:lnTo>
                  <a:pt x="183158" y="57150"/>
                </a:lnTo>
                <a:lnTo>
                  <a:pt x="164108" y="57150"/>
                </a:lnTo>
                <a:lnTo>
                  <a:pt x="154583" y="76200"/>
                </a:lnTo>
                <a:lnTo>
                  <a:pt x="135533" y="76200"/>
                </a:lnTo>
                <a:lnTo>
                  <a:pt x="126008" y="95250"/>
                </a:lnTo>
                <a:lnTo>
                  <a:pt x="104775" y="95250"/>
                </a:lnTo>
                <a:lnTo>
                  <a:pt x="104775" y="104775"/>
                </a:lnTo>
                <a:lnTo>
                  <a:pt x="95250" y="104775"/>
                </a:lnTo>
                <a:lnTo>
                  <a:pt x="95250" y="114300"/>
                </a:lnTo>
                <a:lnTo>
                  <a:pt x="85725" y="114300"/>
                </a:lnTo>
                <a:lnTo>
                  <a:pt x="85725" y="123825"/>
                </a:lnTo>
                <a:lnTo>
                  <a:pt x="76200" y="123825"/>
                </a:lnTo>
                <a:lnTo>
                  <a:pt x="76200" y="135533"/>
                </a:lnTo>
                <a:lnTo>
                  <a:pt x="57150" y="145058"/>
                </a:lnTo>
                <a:close/>
              </a:path>
            </a:pathLst>
          </a:custGeom>
          <a:solidFill xmlns:a="http://schemas.openxmlformats.org/drawingml/2006/main">
            <a:srgbClr val="2E6E8D"/>
          </a:solidFill>
          <a:ln xmlns:a="http://schemas.openxmlformats.org/drawingml/2006/main" w="0">
            <a:noFill/>
          </a:ln>
        </p:spPr>
      </p:sp>
      <p:sp>
        <p:nvSpPr>
          <p:cNvPr id="314" name="Projected surface region 233">
            <a:extLst xmlns:a="http://schemas.openxmlformats.org/drawingml/2006/main">
              <a:ext uri="{FF2B5EF4-FFF2-40B4-BE49-F238E27FC236}">
                <a16:creationId xmlns:a16="http://schemas.microsoft.com/office/drawing/2014/main" id="{12851B20-C6BF-4B11-9481-B882FAEF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35" y="2756535"/>
            <a:ext cx="106680" cy="259080"/>
          </a:xfrm>
          <a:custGeom xmlns:a="http://schemas.openxmlformats.org/drawingml/2006/main">
            <a:pathLst>
              <a:path w="106680" h="259080">
                <a:moveTo>
                  <a:pt x="38100" y="0"/>
                </a:moveTo>
                <a:lnTo>
                  <a:pt x="38100" y="66675"/>
                </a:lnTo>
                <a:lnTo>
                  <a:pt x="28575" y="66675"/>
                </a:lnTo>
                <a:lnTo>
                  <a:pt x="28575" y="123825"/>
                </a:lnTo>
                <a:lnTo>
                  <a:pt x="19050" y="123825"/>
                </a:lnTo>
                <a:lnTo>
                  <a:pt x="19050" y="180975"/>
                </a:lnTo>
                <a:lnTo>
                  <a:pt x="9525" y="180975"/>
                </a:lnTo>
                <a:lnTo>
                  <a:pt x="9525" y="238125"/>
                </a:lnTo>
                <a:lnTo>
                  <a:pt x="0" y="238125"/>
                </a:lnTo>
                <a:lnTo>
                  <a:pt x="0" y="259080"/>
                </a:lnTo>
                <a:lnTo>
                  <a:pt x="40005" y="259080"/>
                </a:lnTo>
                <a:lnTo>
                  <a:pt x="40005" y="249555"/>
                </a:lnTo>
                <a:lnTo>
                  <a:pt x="106680" y="249555"/>
                </a:lnTo>
                <a:lnTo>
                  <a:pt x="106680" y="200025"/>
                </a:lnTo>
                <a:lnTo>
                  <a:pt x="97155" y="200025"/>
                </a:lnTo>
                <a:lnTo>
                  <a:pt x="97155" y="142875"/>
                </a:lnTo>
                <a:lnTo>
                  <a:pt x="87630" y="142875"/>
                </a:lnTo>
                <a:lnTo>
                  <a:pt x="87630" y="95250"/>
                </a:lnTo>
                <a:lnTo>
                  <a:pt x="78105" y="95250"/>
                </a:lnTo>
                <a:lnTo>
                  <a:pt x="78105" y="38100"/>
                </a:lnTo>
                <a:lnTo>
                  <a:pt x="68580" y="38100"/>
                </a:lnTo>
                <a:lnTo>
                  <a:pt x="68580" y="0"/>
                </a:lnTo>
                <a:lnTo>
                  <a:pt x="38100" y="0"/>
                </a:lnTo>
                <a:close/>
              </a:path>
            </a:pathLst>
          </a:custGeom>
          <a:solidFill xmlns:a="http://schemas.openxmlformats.org/drawingml/2006/main">
            <a:srgbClr val="60A1A8"/>
          </a:solidFill>
          <a:ln xmlns:a="http://schemas.openxmlformats.org/drawingml/2006/main" w="0">
            <a:noFill/>
          </a:ln>
        </p:spPr>
      </p:sp>
      <p:sp>
        <p:nvSpPr>
          <p:cNvPr id="315" name="Projected surface region 234">
            <a:extLst xmlns:a="http://schemas.openxmlformats.org/drawingml/2006/main">
              <a:ext uri="{FF2B5EF4-FFF2-40B4-BE49-F238E27FC236}">
                <a16:creationId xmlns:a16="http://schemas.microsoft.com/office/drawing/2014/main" id="{15384F94-1B5A-4286-B969-472DE3C8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3013710"/>
            <a:ext cx="119737" cy="148312"/>
          </a:xfrm>
          <a:custGeom xmlns:a="http://schemas.openxmlformats.org/drawingml/2006/main">
            <a:pathLst>
              <a:path w="119737" h="148312">
                <a:moveTo>
                  <a:pt x="9525" y="0"/>
                </a:moveTo>
                <a:lnTo>
                  <a:pt x="9525" y="76200"/>
                </a:lnTo>
                <a:lnTo>
                  <a:pt x="0" y="76200"/>
                </a:lnTo>
                <a:lnTo>
                  <a:pt x="0" y="148312"/>
                </a:lnTo>
                <a:lnTo>
                  <a:pt x="30480" y="133072"/>
                </a:lnTo>
                <a:lnTo>
                  <a:pt x="30480" y="114022"/>
                </a:lnTo>
                <a:lnTo>
                  <a:pt x="49530" y="104497"/>
                </a:lnTo>
                <a:lnTo>
                  <a:pt x="49530" y="87630"/>
                </a:lnTo>
                <a:lnTo>
                  <a:pt x="59055" y="87630"/>
                </a:lnTo>
                <a:lnTo>
                  <a:pt x="59055" y="78105"/>
                </a:lnTo>
                <a:lnTo>
                  <a:pt x="68580" y="78105"/>
                </a:lnTo>
                <a:lnTo>
                  <a:pt x="68580" y="66397"/>
                </a:lnTo>
                <a:lnTo>
                  <a:pt x="87630" y="56872"/>
                </a:lnTo>
                <a:lnTo>
                  <a:pt x="87630" y="40005"/>
                </a:lnTo>
                <a:lnTo>
                  <a:pt x="97155" y="40005"/>
                </a:lnTo>
                <a:lnTo>
                  <a:pt x="97155" y="30480"/>
                </a:lnTo>
                <a:lnTo>
                  <a:pt x="104497" y="30480"/>
                </a:lnTo>
                <a:lnTo>
                  <a:pt x="119737" y="0"/>
                </a:lnTo>
                <a:lnTo>
                  <a:pt x="9525" y="0"/>
                </a:lnTo>
                <a:close/>
              </a:path>
            </a:pathLst>
          </a:custGeom>
          <a:solidFill xmlns:a="http://schemas.openxmlformats.org/drawingml/2006/main">
            <a:srgbClr val="60A1A8"/>
          </a:solidFill>
          <a:ln xmlns:a="http://schemas.openxmlformats.org/drawingml/2006/main" w="0">
            <a:noFill/>
          </a:ln>
        </p:spPr>
      </p:sp>
      <p:sp>
        <p:nvSpPr>
          <p:cNvPr id="316" name="Projected surface region 235">
            <a:extLst xmlns:a="http://schemas.openxmlformats.org/drawingml/2006/main">
              <a:ext uri="{FF2B5EF4-FFF2-40B4-BE49-F238E27FC236}">
                <a16:creationId xmlns:a16="http://schemas.microsoft.com/office/drawing/2014/main" id="{34EAC33D-E45C-4822-AED0-968CB693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485" y="3013710"/>
            <a:ext cx="230505" cy="363855"/>
          </a:xfrm>
          <a:custGeom xmlns:a="http://schemas.openxmlformats.org/drawingml/2006/main">
            <a:pathLst>
              <a:path w="230505" h="363855">
                <a:moveTo>
                  <a:pt x="95250" y="30758"/>
                </a:moveTo>
                <a:lnTo>
                  <a:pt x="95250" y="40283"/>
                </a:lnTo>
                <a:lnTo>
                  <a:pt x="76200" y="49808"/>
                </a:lnTo>
                <a:lnTo>
                  <a:pt x="76200" y="66675"/>
                </a:lnTo>
                <a:lnTo>
                  <a:pt x="66675" y="66675"/>
                </a:lnTo>
                <a:lnTo>
                  <a:pt x="66675" y="78383"/>
                </a:lnTo>
                <a:lnTo>
                  <a:pt x="47625" y="87908"/>
                </a:lnTo>
                <a:lnTo>
                  <a:pt x="47625" y="104775"/>
                </a:lnTo>
                <a:lnTo>
                  <a:pt x="38100" y="104775"/>
                </a:lnTo>
                <a:lnTo>
                  <a:pt x="38100" y="116483"/>
                </a:lnTo>
                <a:lnTo>
                  <a:pt x="19050" y="126008"/>
                </a:lnTo>
                <a:lnTo>
                  <a:pt x="19050" y="145058"/>
                </a:lnTo>
                <a:lnTo>
                  <a:pt x="0" y="154583"/>
                </a:lnTo>
                <a:lnTo>
                  <a:pt x="0" y="201930"/>
                </a:lnTo>
                <a:lnTo>
                  <a:pt x="9525" y="201930"/>
                </a:lnTo>
                <a:lnTo>
                  <a:pt x="9525" y="249555"/>
                </a:lnTo>
                <a:lnTo>
                  <a:pt x="19050" y="249555"/>
                </a:lnTo>
                <a:lnTo>
                  <a:pt x="19050" y="287655"/>
                </a:lnTo>
                <a:lnTo>
                  <a:pt x="28575" y="287655"/>
                </a:lnTo>
                <a:lnTo>
                  <a:pt x="28575" y="325755"/>
                </a:lnTo>
                <a:lnTo>
                  <a:pt x="38100" y="325755"/>
                </a:lnTo>
                <a:lnTo>
                  <a:pt x="38100" y="354330"/>
                </a:lnTo>
                <a:lnTo>
                  <a:pt x="57150" y="354330"/>
                </a:lnTo>
                <a:lnTo>
                  <a:pt x="57150" y="363855"/>
                </a:lnTo>
                <a:lnTo>
                  <a:pt x="97155" y="363855"/>
                </a:lnTo>
                <a:lnTo>
                  <a:pt x="97155" y="354330"/>
                </a:lnTo>
                <a:lnTo>
                  <a:pt x="125730" y="354330"/>
                </a:lnTo>
                <a:lnTo>
                  <a:pt x="125730" y="344805"/>
                </a:lnTo>
                <a:lnTo>
                  <a:pt x="161925" y="344805"/>
                </a:lnTo>
                <a:lnTo>
                  <a:pt x="161925" y="354330"/>
                </a:lnTo>
                <a:lnTo>
                  <a:pt x="200025" y="354330"/>
                </a:lnTo>
                <a:lnTo>
                  <a:pt x="200025" y="363855"/>
                </a:lnTo>
                <a:lnTo>
                  <a:pt x="230505" y="363855"/>
                </a:lnTo>
                <a:lnTo>
                  <a:pt x="230505" y="342900"/>
                </a:lnTo>
                <a:lnTo>
                  <a:pt x="220980" y="342900"/>
                </a:lnTo>
                <a:lnTo>
                  <a:pt x="220980" y="314325"/>
                </a:lnTo>
                <a:lnTo>
                  <a:pt x="211455" y="314325"/>
                </a:lnTo>
                <a:lnTo>
                  <a:pt x="211455" y="285750"/>
                </a:lnTo>
                <a:lnTo>
                  <a:pt x="201930" y="285750"/>
                </a:lnTo>
                <a:lnTo>
                  <a:pt x="201930" y="257175"/>
                </a:lnTo>
                <a:lnTo>
                  <a:pt x="192405" y="257175"/>
                </a:lnTo>
                <a:lnTo>
                  <a:pt x="192405" y="219075"/>
                </a:lnTo>
                <a:lnTo>
                  <a:pt x="182880" y="219075"/>
                </a:lnTo>
                <a:lnTo>
                  <a:pt x="182880" y="171450"/>
                </a:lnTo>
                <a:lnTo>
                  <a:pt x="173355" y="171450"/>
                </a:lnTo>
                <a:lnTo>
                  <a:pt x="173355" y="133350"/>
                </a:lnTo>
                <a:lnTo>
                  <a:pt x="163830" y="133350"/>
                </a:lnTo>
                <a:lnTo>
                  <a:pt x="163830" y="95250"/>
                </a:lnTo>
                <a:lnTo>
                  <a:pt x="154305" y="95250"/>
                </a:lnTo>
                <a:lnTo>
                  <a:pt x="154305" y="57150"/>
                </a:lnTo>
                <a:lnTo>
                  <a:pt x="144780" y="57150"/>
                </a:lnTo>
                <a:lnTo>
                  <a:pt x="144780" y="19050"/>
                </a:lnTo>
                <a:lnTo>
                  <a:pt x="135255" y="19050"/>
                </a:lnTo>
                <a:lnTo>
                  <a:pt x="135255" y="0"/>
                </a:lnTo>
                <a:lnTo>
                  <a:pt x="114300" y="0"/>
                </a:lnTo>
                <a:lnTo>
                  <a:pt x="114300" y="21233"/>
                </a:lnTo>
                <a:lnTo>
                  <a:pt x="95250" y="30758"/>
                </a:lnTo>
                <a:close/>
              </a:path>
            </a:pathLst>
          </a:custGeom>
          <a:solidFill xmlns:a="http://schemas.openxmlformats.org/drawingml/2006/main">
            <a:srgbClr val="6890A9"/>
          </a:solidFill>
          <a:ln xmlns:a="http://schemas.openxmlformats.org/drawingml/2006/main" w="0">
            <a:noFill/>
          </a:ln>
        </p:spPr>
      </p:sp>
      <p:sp>
        <p:nvSpPr>
          <p:cNvPr id="317" name="Projected surface region 236">
            <a:extLst xmlns:a="http://schemas.openxmlformats.org/drawingml/2006/main">
              <a:ext uri="{FF2B5EF4-FFF2-40B4-BE49-F238E27FC236}">
                <a16:creationId xmlns:a16="http://schemas.microsoft.com/office/drawing/2014/main" id="{72974BCF-3211-4A66-A72B-964EA386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385" y="3213735"/>
            <a:ext cx="230505" cy="230505"/>
          </a:xfrm>
          <a:custGeom xmlns:a="http://schemas.openxmlformats.org/drawingml/2006/main">
            <a:pathLst>
              <a:path w="230505" h="230505">
                <a:moveTo>
                  <a:pt x="0" y="59333"/>
                </a:moveTo>
                <a:lnTo>
                  <a:pt x="0" y="230505"/>
                </a:lnTo>
                <a:lnTo>
                  <a:pt x="20955" y="230505"/>
                </a:lnTo>
                <a:lnTo>
                  <a:pt x="20955" y="87630"/>
                </a:lnTo>
                <a:lnTo>
                  <a:pt x="21233" y="87630"/>
                </a:lnTo>
                <a:lnTo>
                  <a:pt x="30758" y="106680"/>
                </a:lnTo>
                <a:lnTo>
                  <a:pt x="47625" y="106680"/>
                </a:lnTo>
                <a:lnTo>
                  <a:pt x="47625" y="116205"/>
                </a:lnTo>
                <a:lnTo>
                  <a:pt x="57150" y="116205"/>
                </a:lnTo>
                <a:lnTo>
                  <a:pt x="57150" y="125730"/>
                </a:lnTo>
                <a:lnTo>
                  <a:pt x="66675" y="125730"/>
                </a:lnTo>
                <a:lnTo>
                  <a:pt x="66675" y="133072"/>
                </a:lnTo>
                <a:lnTo>
                  <a:pt x="85725" y="142597"/>
                </a:lnTo>
                <a:lnTo>
                  <a:pt x="85725" y="163830"/>
                </a:lnTo>
                <a:lnTo>
                  <a:pt x="95250" y="163830"/>
                </a:lnTo>
                <a:lnTo>
                  <a:pt x="95250" y="173355"/>
                </a:lnTo>
                <a:lnTo>
                  <a:pt x="125730" y="173355"/>
                </a:lnTo>
                <a:lnTo>
                  <a:pt x="125730" y="163830"/>
                </a:lnTo>
                <a:lnTo>
                  <a:pt x="135255" y="163830"/>
                </a:lnTo>
                <a:lnTo>
                  <a:pt x="135255" y="154305"/>
                </a:lnTo>
                <a:lnTo>
                  <a:pt x="142597" y="154305"/>
                </a:lnTo>
                <a:lnTo>
                  <a:pt x="152122" y="135255"/>
                </a:lnTo>
                <a:lnTo>
                  <a:pt x="171172" y="135255"/>
                </a:lnTo>
                <a:lnTo>
                  <a:pt x="180697" y="116205"/>
                </a:lnTo>
                <a:lnTo>
                  <a:pt x="199747" y="116205"/>
                </a:lnTo>
                <a:lnTo>
                  <a:pt x="209272" y="97155"/>
                </a:lnTo>
                <a:lnTo>
                  <a:pt x="230505" y="97155"/>
                </a:lnTo>
                <a:lnTo>
                  <a:pt x="230505" y="47625"/>
                </a:lnTo>
                <a:lnTo>
                  <a:pt x="211455" y="47625"/>
                </a:lnTo>
                <a:lnTo>
                  <a:pt x="211455" y="38100"/>
                </a:lnTo>
                <a:lnTo>
                  <a:pt x="199747" y="38100"/>
                </a:lnTo>
                <a:lnTo>
                  <a:pt x="190222" y="19050"/>
                </a:lnTo>
                <a:lnTo>
                  <a:pt x="173355" y="19050"/>
                </a:lnTo>
                <a:lnTo>
                  <a:pt x="173355" y="9525"/>
                </a:lnTo>
                <a:lnTo>
                  <a:pt x="154305" y="9525"/>
                </a:lnTo>
                <a:lnTo>
                  <a:pt x="154305" y="0"/>
                </a:lnTo>
                <a:lnTo>
                  <a:pt x="104775" y="0"/>
                </a:lnTo>
                <a:lnTo>
                  <a:pt x="104775" y="9525"/>
                </a:lnTo>
                <a:lnTo>
                  <a:pt x="87630" y="9525"/>
                </a:lnTo>
                <a:lnTo>
                  <a:pt x="87630" y="0"/>
                </a:lnTo>
                <a:lnTo>
                  <a:pt x="44093" y="0"/>
                </a:lnTo>
                <a:lnTo>
                  <a:pt x="53618" y="19050"/>
                </a:lnTo>
                <a:lnTo>
                  <a:pt x="38100" y="19050"/>
                </a:lnTo>
                <a:lnTo>
                  <a:pt x="38100" y="28575"/>
                </a:lnTo>
                <a:lnTo>
                  <a:pt x="28575" y="28575"/>
                </a:lnTo>
                <a:lnTo>
                  <a:pt x="28575" y="38100"/>
                </a:lnTo>
                <a:lnTo>
                  <a:pt x="19050" y="38100"/>
                </a:lnTo>
                <a:lnTo>
                  <a:pt x="19050" y="49808"/>
                </a:lnTo>
                <a:lnTo>
                  <a:pt x="0" y="59333"/>
                </a:lnTo>
                <a:close/>
              </a:path>
            </a:pathLst>
          </a:custGeom>
          <a:solidFill xmlns:a="http://schemas.openxmlformats.org/drawingml/2006/main">
            <a:srgbClr val="6890A9"/>
          </a:solidFill>
          <a:ln xmlns:a="http://schemas.openxmlformats.org/drawingml/2006/main" w="0">
            <a:noFill/>
          </a:ln>
        </p:spPr>
      </p:sp>
      <p:sp>
        <p:nvSpPr>
          <p:cNvPr id="318" name="Projected surface region 237">
            <a:extLst xmlns:a="http://schemas.openxmlformats.org/drawingml/2006/main">
              <a:ext uri="{FF2B5EF4-FFF2-40B4-BE49-F238E27FC236}">
                <a16:creationId xmlns:a16="http://schemas.microsoft.com/office/drawing/2014/main" id="{0C02F98F-2EA8-457C-A000-0CC10EE7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610" y="3032760"/>
            <a:ext cx="125730" cy="395962"/>
          </a:xfrm>
          <a:custGeom xmlns:a="http://schemas.openxmlformats.org/drawingml/2006/main">
            <a:pathLst>
              <a:path w="125730" h="395962">
                <a:moveTo>
                  <a:pt x="68580" y="287655"/>
                </a:moveTo>
                <a:lnTo>
                  <a:pt x="68580" y="249555"/>
                </a:lnTo>
                <a:lnTo>
                  <a:pt x="78105" y="249555"/>
                </a:lnTo>
                <a:lnTo>
                  <a:pt x="78105" y="211455"/>
                </a:lnTo>
                <a:lnTo>
                  <a:pt x="87630" y="211455"/>
                </a:lnTo>
                <a:lnTo>
                  <a:pt x="87630" y="173355"/>
                </a:lnTo>
                <a:lnTo>
                  <a:pt x="97155" y="173355"/>
                </a:lnTo>
                <a:lnTo>
                  <a:pt x="97155" y="135255"/>
                </a:lnTo>
                <a:lnTo>
                  <a:pt x="106680" y="135255"/>
                </a:lnTo>
                <a:lnTo>
                  <a:pt x="106680" y="97155"/>
                </a:lnTo>
                <a:lnTo>
                  <a:pt x="116205" y="97155"/>
                </a:lnTo>
                <a:lnTo>
                  <a:pt x="116205" y="30480"/>
                </a:lnTo>
                <a:lnTo>
                  <a:pt x="125730" y="30480"/>
                </a:lnTo>
                <a:lnTo>
                  <a:pt x="125730" y="0"/>
                </a:lnTo>
                <a:lnTo>
                  <a:pt x="95250" y="0"/>
                </a:lnTo>
                <a:lnTo>
                  <a:pt x="95250" y="9525"/>
                </a:lnTo>
                <a:lnTo>
                  <a:pt x="85725" y="9525"/>
                </a:lnTo>
                <a:lnTo>
                  <a:pt x="85725" y="38100"/>
                </a:lnTo>
                <a:lnTo>
                  <a:pt x="76200" y="38100"/>
                </a:lnTo>
                <a:lnTo>
                  <a:pt x="76200" y="95250"/>
                </a:lnTo>
                <a:lnTo>
                  <a:pt x="66675" y="95250"/>
                </a:lnTo>
                <a:lnTo>
                  <a:pt x="66675" y="133350"/>
                </a:lnTo>
                <a:lnTo>
                  <a:pt x="57150" y="133350"/>
                </a:lnTo>
                <a:lnTo>
                  <a:pt x="57150" y="171450"/>
                </a:lnTo>
                <a:lnTo>
                  <a:pt x="47625" y="171450"/>
                </a:lnTo>
                <a:lnTo>
                  <a:pt x="47625" y="200025"/>
                </a:lnTo>
                <a:lnTo>
                  <a:pt x="38100" y="200025"/>
                </a:lnTo>
                <a:lnTo>
                  <a:pt x="38100" y="238125"/>
                </a:lnTo>
                <a:lnTo>
                  <a:pt x="28575" y="238125"/>
                </a:lnTo>
                <a:lnTo>
                  <a:pt x="28575" y="276225"/>
                </a:lnTo>
                <a:lnTo>
                  <a:pt x="19050" y="276225"/>
                </a:lnTo>
                <a:lnTo>
                  <a:pt x="19050" y="323850"/>
                </a:lnTo>
                <a:lnTo>
                  <a:pt x="9525" y="323850"/>
                </a:lnTo>
                <a:lnTo>
                  <a:pt x="9525" y="361950"/>
                </a:lnTo>
                <a:lnTo>
                  <a:pt x="0" y="361950"/>
                </a:lnTo>
                <a:lnTo>
                  <a:pt x="0" y="395962"/>
                </a:lnTo>
                <a:lnTo>
                  <a:pt x="30480" y="380722"/>
                </a:lnTo>
                <a:lnTo>
                  <a:pt x="30480" y="363855"/>
                </a:lnTo>
                <a:lnTo>
                  <a:pt x="40005" y="363855"/>
                </a:lnTo>
                <a:lnTo>
                  <a:pt x="40005" y="354330"/>
                </a:lnTo>
                <a:lnTo>
                  <a:pt x="49530" y="354330"/>
                </a:lnTo>
                <a:lnTo>
                  <a:pt x="49530" y="335280"/>
                </a:lnTo>
                <a:lnTo>
                  <a:pt x="59055" y="335280"/>
                </a:lnTo>
                <a:lnTo>
                  <a:pt x="59055" y="287655"/>
                </a:lnTo>
                <a:lnTo>
                  <a:pt x="68580" y="287655"/>
                </a:lnTo>
                <a:close/>
              </a:path>
            </a:pathLst>
          </a:custGeom>
          <a:solidFill xmlns:a="http://schemas.openxmlformats.org/drawingml/2006/main">
            <a:srgbClr val="6890A9"/>
          </a:solidFill>
          <a:ln xmlns:a="http://schemas.openxmlformats.org/drawingml/2006/main" w="0">
            <a:noFill/>
          </a:ln>
        </p:spPr>
      </p:sp>
      <p:sp>
        <p:nvSpPr>
          <p:cNvPr id="319" name="Projected surface region 238">
            <a:extLst xmlns:a="http://schemas.openxmlformats.org/drawingml/2006/main">
              <a:ext uri="{FF2B5EF4-FFF2-40B4-BE49-F238E27FC236}">
                <a16:creationId xmlns:a16="http://schemas.microsoft.com/office/drawing/2014/main" id="{69FE7D83-A73E-4D82-A8E2-88FEEA41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860" y="2966085"/>
            <a:ext cx="40005" cy="68580"/>
          </a:xfrm>
          <a:custGeom xmlns:a="http://schemas.openxmlformats.org/drawingml/2006/main">
            <a:pathLst>
              <a:path w="40005" h="68580">
                <a:moveTo>
                  <a:pt x="9525" y="38100"/>
                </a:moveTo>
                <a:lnTo>
                  <a:pt x="0" y="38100"/>
                </a:lnTo>
                <a:lnTo>
                  <a:pt x="0" y="68580"/>
                </a:lnTo>
                <a:lnTo>
                  <a:pt x="30480" y="68580"/>
                </a:lnTo>
                <a:lnTo>
                  <a:pt x="30480" y="49530"/>
                </a:lnTo>
                <a:lnTo>
                  <a:pt x="40005" y="49530"/>
                </a:lnTo>
                <a:lnTo>
                  <a:pt x="40005" y="0"/>
                </a:lnTo>
                <a:lnTo>
                  <a:pt x="19050" y="0"/>
                </a:lnTo>
                <a:lnTo>
                  <a:pt x="19050" y="19050"/>
                </a:lnTo>
                <a:lnTo>
                  <a:pt x="9525" y="19050"/>
                </a:lnTo>
                <a:lnTo>
                  <a:pt x="9525" y="38100"/>
                </a:lnTo>
                <a:close/>
              </a:path>
            </a:pathLst>
          </a:custGeom>
          <a:solidFill xmlns:a="http://schemas.openxmlformats.org/drawingml/2006/main">
            <a:srgbClr val="6890A9"/>
          </a:solidFill>
          <a:ln xmlns:a="http://schemas.openxmlformats.org/drawingml/2006/main" w="0">
            <a:noFill/>
          </a:ln>
        </p:spPr>
      </p:sp>
      <p:sp>
        <p:nvSpPr>
          <p:cNvPr id="320" name="Projected surface region 239">
            <a:extLst xmlns:a="http://schemas.openxmlformats.org/drawingml/2006/main">
              <a:ext uri="{FF2B5EF4-FFF2-40B4-BE49-F238E27FC236}">
                <a16:creationId xmlns:a16="http://schemas.microsoft.com/office/drawing/2014/main" id="{6D023B26-8DDF-4328-8C3B-1391D7C9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435" y="3470910"/>
            <a:ext cx="167362" cy="97155"/>
          </a:xfrm>
          <a:custGeom xmlns:a="http://schemas.openxmlformats.org/drawingml/2006/main">
            <a:pathLst>
              <a:path w="167362" h="97155">
                <a:moveTo>
                  <a:pt x="85725" y="9525"/>
                </a:moveTo>
                <a:lnTo>
                  <a:pt x="85725" y="19050"/>
                </a:lnTo>
                <a:lnTo>
                  <a:pt x="47625" y="19050"/>
                </a:lnTo>
                <a:lnTo>
                  <a:pt x="47625" y="28575"/>
                </a:lnTo>
                <a:lnTo>
                  <a:pt x="19050" y="28575"/>
                </a:lnTo>
                <a:lnTo>
                  <a:pt x="19050" y="38100"/>
                </a:lnTo>
                <a:lnTo>
                  <a:pt x="0" y="38100"/>
                </a:lnTo>
                <a:lnTo>
                  <a:pt x="0" y="59055"/>
                </a:lnTo>
                <a:lnTo>
                  <a:pt x="19050" y="59055"/>
                </a:lnTo>
                <a:lnTo>
                  <a:pt x="19050" y="97155"/>
                </a:lnTo>
                <a:lnTo>
                  <a:pt x="40005" y="97155"/>
                </a:lnTo>
                <a:lnTo>
                  <a:pt x="40005" y="87630"/>
                </a:lnTo>
                <a:lnTo>
                  <a:pt x="59055" y="87630"/>
                </a:lnTo>
                <a:lnTo>
                  <a:pt x="59055" y="78105"/>
                </a:lnTo>
                <a:lnTo>
                  <a:pt x="78105" y="78105"/>
                </a:lnTo>
                <a:lnTo>
                  <a:pt x="78105" y="68580"/>
                </a:lnTo>
                <a:lnTo>
                  <a:pt x="97155" y="68580"/>
                </a:lnTo>
                <a:lnTo>
                  <a:pt x="97155" y="59055"/>
                </a:lnTo>
                <a:lnTo>
                  <a:pt x="116205" y="59055"/>
                </a:lnTo>
                <a:lnTo>
                  <a:pt x="116205" y="49530"/>
                </a:lnTo>
                <a:lnTo>
                  <a:pt x="135255" y="49530"/>
                </a:lnTo>
                <a:lnTo>
                  <a:pt x="135255" y="40005"/>
                </a:lnTo>
                <a:lnTo>
                  <a:pt x="144780" y="40005"/>
                </a:lnTo>
                <a:lnTo>
                  <a:pt x="144780" y="30480"/>
                </a:lnTo>
                <a:lnTo>
                  <a:pt x="152122" y="30480"/>
                </a:lnTo>
                <a:lnTo>
                  <a:pt x="167362" y="0"/>
                </a:lnTo>
                <a:lnTo>
                  <a:pt x="114300" y="0"/>
                </a:lnTo>
                <a:lnTo>
                  <a:pt x="114300" y="9525"/>
                </a:lnTo>
                <a:lnTo>
                  <a:pt x="85725" y="9525"/>
                </a:lnTo>
                <a:close/>
              </a:path>
            </a:pathLst>
          </a:custGeom>
          <a:solidFill xmlns:a="http://schemas.openxmlformats.org/drawingml/2006/main">
            <a:srgbClr val="486193"/>
          </a:solidFill>
          <a:ln xmlns:a="http://schemas.openxmlformats.org/drawingml/2006/main" w="0">
            <a:noFill/>
          </a:ln>
        </p:spPr>
      </p:sp>
      <p:sp>
        <p:nvSpPr>
          <p:cNvPr id="321" name="Projected surface region 240">
            <a:extLst xmlns:a="http://schemas.openxmlformats.org/drawingml/2006/main">
              <a:ext uri="{FF2B5EF4-FFF2-40B4-BE49-F238E27FC236}">
                <a16:creationId xmlns:a16="http://schemas.microsoft.com/office/drawing/2014/main" id="{D475447A-5764-4469-A51F-C16CAD2E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3518535"/>
            <a:ext cx="59055" cy="40005"/>
          </a:xfrm>
          <a:custGeom xmlns:a="http://schemas.openxmlformats.org/drawingml/2006/main">
            <a:pathLst>
              <a:path w="59055" h="40005">
                <a:moveTo>
                  <a:pt x="0" y="9525"/>
                </a:moveTo>
                <a:lnTo>
                  <a:pt x="0" y="30480"/>
                </a:lnTo>
                <a:lnTo>
                  <a:pt x="28575" y="30480"/>
                </a:lnTo>
                <a:lnTo>
                  <a:pt x="28575" y="40005"/>
                </a:lnTo>
                <a:lnTo>
                  <a:pt x="59055" y="40005"/>
                </a:lnTo>
                <a:lnTo>
                  <a:pt x="59055" y="0"/>
                </a:lnTo>
                <a:lnTo>
                  <a:pt x="38100" y="0"/>
                </a:lnTo>
                <a:lnTo>
                  <a:pt x="3810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486193"/>
          </a:solidFill>
          <a:ln xmlns:a="http://schemas.openxmlformats.org/drawingml/2006/main" w="0">
            <a:noFill/>
          </a:ln>
        </p:spPr>
      </p:sp>
      <p:sp>
        <p:nvSpPr>
          <p:cNvPr id="322" name="Projected surface region 241">
            <a:extLst xmlns:a="http://schemas.openxmlformats.org/drawingml/2006/main">
              <a:ext uri="{FF2B5EF4-FFF2-40B4-BE49-F238E27FC236}">
                <a16:creationId xmlns:a16="http://schemas.microsoft.com/office/drawing/2014/main" id="{349015E1-F0DB-4EB1-9780-D615EFF2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432810"/>
            <a:ext cx="144780" cy="144780"/>
          </a:xfrm>
          <a:custGeom xmlns:a="http://schemas.openxmlformats.org/drawingml/2006/main">
            <a:pathLst>
              <a:path w="144780" h="144780">
                <a:moveTo>
                  <a:pt x="85725" y="9525"/>
                </a:moveTo>
                <a:lnTo>
                  <a:pt x="85725" y="19050"/>
                </a:lnTo>
                <a:lnTo>
                  <a:pt x="47625" y="19050"/>
                </a:lnTo>
                <a:lnTo>
                  <a:pt x="47625" y="28575"/>
                </a:lnTo>
                <a:lnTo>
                  <a:pt x="19050" y="28575"/>
                </a:lnTo>
                <a:lnTo>
                  <a:pt x="19050" y="38100"/>
                </a:lnTo>
                <a:lnTo>
                  <a:pt x="0" y="38100"/>
                </a:lnTo>
                <a:lnTo>
                  <a:pt x="0" y="56872"/>
                </a:lnTo>
                <a:lnTo>
                  <a:pt x="19050" y="66397"/>
                </a:lnTo>
                <a:lnTo>
                  <a:pt x="19050" y="87630"/>
                </a:lnTo>
                <a:lnTo>
                  <a:pt x="28575" y="87630"/>
                </a:lnTo>
                <a:lnTo>
                  <a:pt x="28575" y="97155"/>
                </a:lnTo>
                <a:lnTo>
                  <a:pt x="38100" y="97155"/>
                </a:lnTo>
                <a:lnTo>
                  <a:pt x="38100" y="106680"/>
                </a:lnTo>
                <a:lnTo>
                  <a:pt x="47625" y="106680"/>
                </a:lnTo>
                <a:lnTo>
                  <a:pt x="47625" y="116205"/>
                </a:lnTo>
                <a:lnTo>
                  <a:pt x="59333" y="116205"/>
                </a:lnTo>
                <a:lnTo>
                  <a:pt x="68858" y="135255"/>
                </a:lnTo>
                <a:lnTo>
                  <a:pt x="85725" y="135255"/>
                </a:lnTo>
                <a:lnTo>
                  <a:pt x="85725" y="144780"/>
                </a:lnTo>
                <a:lnTo>
                  <a:pt x="125730" y="144780"/>
                </a:lnTo>
                <a:lnTo>
                  <a:pt x="125730" y="135255"/>
                </a:lnTo>
                <a:lnTo>
                  <a:pt x="144780" y="135255"/>
                </a:lnTo>
                <a:lnTo>
                  <a:pt x="144780" y="114300"/>
                </a:lnTo>
                <a:lnTo>
                  <a:pt x="125730" y="114300"/>
                </a:lnTo>
                <a:lnTo>
                  <a:pt x="125730" y="104775"/>
                </a:lnTo>
                <a:lnTo>
                  <a:pt x="116205" y="104775"/>
                </a:lnTo>
                <a:lnTo>
                  <a:pt x="116205" y="76200"/>
                </a:lnTo>
                <a:lnTo>
                  <a:pt x="106680" y="76200"/>
                </a:lnTo>
                <a:lnTo>
                  <a:pt x="106680" y="59055"/>
                </a:lnTo>
                <a:lnTo>
                  <a:pt x="116205" y="59055"/>
                </a:lnTo>
                <a:lnTo>
                  <a:pt x="116205" y="37822"/>
                </a:lnTo>
                <a:lnTo>
                  <a:pt x="135255" y="28297"/>
                </a:lnTo>
                <a:lnTo>
                  <a:pt x="135255" y="0"/>
                </a:lnTo>
                <a:lnTo>
                  <a:pt x="95250" y="0"/>
                </a:lnTo>
                <a:lnTo>
                  <a:pt x="95250" y="9525"/>
                </a:lnTo>
                <a:lnTo>
                  <a:pt x="85725" y="9525"/>
                </a:lnTo>
                <a:close/>
              </a:path>
            </a:pathLst>
          </a:custGeom>
          <a:solidFill xmlns:a="http://schemas.openxmlformats.org/drawingml/2006/main">
            <a:srgbClr val="486193"/>
          </a:solidFill>
          <a:ln xmlns:a="http://schemas.openxmlformats.org/drawingml/2006/main" w="0">
            <a:noFill/>
          </a:ln>
        </p:spPr>
      </p:sp>
      <p:sp>
        <p:nvSpPr>
          <p:cNvPr id="323" name="Projected surface region 242">
            <a:extLst xmlns:a="http://schemas.openxmlformats.org/drawingml/2006/main">
              <a:ext uri="{FF2B5EF4-FFF2-40B4-BE49-F238E27FC236}">
                <a16:creationId xmlns:a16="http://schemas.microsoft.com/office/drawing/2014/main" id="{7AB7A159-E77B-4BF2-8BDF-A7E134EB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435" y="3470910"/>
            <a:ext cx="192405" cy="144780"/>
          </a:xfrm>
          <a:custGeom xmlns:a="http://schemas.openxmlformats.org/drawingml/2006/main">
            <a:pathLst>
              <a:path w="192405" h="144780">
                <a:moveTo>
                  <a:pt x="47625" y="135255"/>
                </a:moveTo>
                <a:lnTo>
                  <a:pt x="47625" y="144780"/>
                </a:lnTo>
                <a:lnTo>
                  <a:pt x="78105" y="144780"/>
                </a:lnTo>
                <a:lnTo>
                  <a:pt x="78105" y="135255"/>
                </a:lnTo>
                <a:lnTo>
                  <a:pt x="94972" y="135255"/>
                </a:lnTo>
                <a:lnTo>
                  <a:pt x="104497" y="116205"/>
                </a:lnTo>
                <a:lnTo>
                  <a:pt x="144780" y="116205"/>
                </a:lnTo>
                <a:lnTo>
                  <a:pt x="144780" y="106680"/>
                </a:lnTo>
                <a:lnTo>
                  <a:pt x="154305" y="106680"/>
                </a:lnTo>
                <a:lnTo>
                  <a:pt x="154305" y="97155"/>
                </a:lnTo>
                <a:lnTo>
                  <a:pt x="161647" y="97155"/>
                </a:lnTo>
                <a:lnTo>
                  <a:pt x="171172" y="78105"/>
                </a:lnTo>
                <a:lnTo>
                  <a:pt x="192405" y="78105"/>
                </a:lnTo>
                <a:lnTo>
                  <a:pt x="192405" y="59333"/>
                </a:lnTo>
                <a:lnTo>
                  <a:pt x="173355" y="49808"/>
                </a:lnTo>
                <a:lnTo>
                  <a:pt x="173355" y="28575"/>
                </a:lnTo>
                <a:lnTo>
                  <a:pt x="163830" y="28575"/>
                </a:lnTo>
                <a:lnTo>
                  <a:pt x="163830" y="9525"/>
                </a:lnTo>
                <a:lnTo>
                  <a:pt x="154305" y="9525"/>
                </a:lnTo>
                <a:lnTo>
                  <a:pt x="154305" y="0"/>
                </a:lnTo>
                <a:lnTo>
                  <a:pt x="133350" y="0"/>
                </a:lnTo>
                <a:lnTo>
                  <a:pt x="133350" y="9525"/>
                </a:lnTo>
                <a:lnTo>
                  <a:pt x="104775" y="9525"/>
                </a:lnTo>
                <a:lnTo>
                  <a:pt x="104775" y="19050"/>
                </a:lnTo>
                <a:lnTo>
                  <a:pt x="85725" y="19050"/>
                </a:lnTo>
                <a:lnTo>
                  <a:pt x="85725" y="28575"/>
                </a:lnTo>
                <a:lnTo>
                  <a:pt x="66675" y="28575"/>
                </a:lnTo>
                <a:lnTo>
                  <a:pt x="66675" y="38100"/>
                </a:lnTo>
                <a:lnTo>
                  <a:pt x="47625" y="38100"/>
                </a:lnTo>
                <a:lnTo>
                  <a:pt x="47625" y="47625"/>
                </a:lnTo>
                <a:lnTo>
                  <a:pt x="28575" y="47625"/>
                </a:lnTo>
                <a:lnTo>
                  <a:pt x="28575" y="57150"/>
                </a:lnTo>
                <a:lnTo>
                  <a:pt x="9525" y="57150"/>
                </a:lnTo>
                <a:lnTo>
                  <a:pt x="9525" y="66675"/>
                </a:lnTo>
                <a:lnTo>
                  <a:pt x="0" y="66675"/>
                </a:lnTo>
                <a:lnTo>
                  <a:pt x="0" y="87630"/>
                </a:lnTo>
                <a:lnTo>
                  <a:pt x="9525" y="87630"/>
                </a:lnTo>
                <a:lnTo>
                  <a:pt x="9525" y="95250"/>
                </a:lnTo>
                <a:lnTo>
                  <a:pt x="0" y="95250"/>
                </a:lnTo>
                <a:lnTo>
                  <a:pt x="0" y="116205"/>
                </a:lnTo>
                <a:lnTo>
                  <a:pt x="11708" y="116205"/>
                </a:lnTo>
                <a:lnTo>
                  <a:pt x="21233" y="135255"/>
                </a:lnTo>
                <a:lnTo>
                  <a:pt x="47625" y="135255"/>
                </a:lnTo>
                <a:close/>
              </a:path>
            </a:pathLst>
          </a:custGeom>
          <a:solidFill xmlns:a="http://schemas.openxmlformats.org/drawingml/2006/main">
            <a:srgbClr val="486193"/>
          </a:solidFill>
          <a:ln xmlns:a="http://schemas.openxmlformats.org/drawingml/2006/main" w="0">
            <a:noFill/>
          </a:ln>
        </p:spPr>
      </p:sp>
      <p:sp>
        <p:nvSpPr>
          <p:cNvPr id="324" name="Projected surface region 243">
            <a:extLst xmlns:a="http://schemas.openxmlformats.org/drawingml/2006/main">
              <a:ext uri="{FF2B5EF4-FFF2-40B4-BE49-F238E27FC236}">
                <a16:creationId xmlns:a16="http://schemas.microsoft.com/office/drawing/2014/main" id="{2F69EA15-BA37-4021-A6CC-9F2BF5D7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835" y="2880360"/>
            <a:ext cx="182880" cy="249555"/>
          </a:xfrm>
          <a:custGeom xmlns:a="http://schemas.openxmlformats.org/drawingml/2006/main">
            <a:pathLst>
              <a:path w="182880" h="249555">
                <a:moveTo>
                  <a:pt x="9525" y="200700"/>
                </a:moveTo>
                <a:lnTo>
                  <a:pt x="9525" y="219075"/>
                </a:lnTo>
                <a:lnTo>
                  <a:pt x="0" y="219075"/>
                </a:lnTo>
                <a:lnTo>
                  <a:pt x="0" y="249555"/>
                </a:lnTo>
                <a:lnTo>
                  <a:pt x="20955" y="249555"/>
                </a:lnTo>
                <a:lnTo>
                  <a:pt x="20955" y="240030"/>
                </a:lnTo>
                <a:lnTo>
                  <a:pt x="28297" y="240030"/>
                </a:lnTo>
                <a:lnTo>
                  <a:pt x="37822" y="220980"/>
                </a:lnTo>
                <a:lnTo>
                  <a:pt x="59055" y="220980"/>
                </a:lnTo>
                <a:lnTo>
                  <a:pt x="59055" y="211455"/>
                </a:lnTo>
                <a:lnTo>
                  <a:pt x="66397" y="211455"/>
                </a:lnTo>
                <a:lnTo>
                  <a:pt x="75922" y="192405"/>
                </a:lnTo>
                <a:lnTo>
                  <a:pt x="94972" y="192405"/>
                </a:lnTo>
                <a:lnTo>
                  <a:pt x="104497" y="173355"/>
                </a:lnTo>
                <a:lnTo>
                  <a:pt x="125730" y="173355"/>
                </a:lnTo>
                <a:lnTo>
                  <a:pt x="125730" y="163830"/>
                </a:lnTo>
                <a:lnTo>
                  <a:pt x="133072" y="163830"/>
                </a:lnTo>
                <a:lnTo>
                  <a:pt x="142597" y="144780"/>
                </a:lnTo>
                <a:lnTo>
                  <a:pt x="161925" y="144780"/>
                </a:lnTo>
                <a:lnTo>
                  <a:pt x="161925" y="154305"/>
                </a:lnTo>
                <a:lnTo>
                  <a:pt x="182880" y="154305"/>
                </a:lnTo>
                <a:lnTo>
                  <a:pt x="182880" y="123825"/>
                </a:lnTo>
                <a:lnTo>
                  <a:pt x="154305" y="123825"/>
                </a:lnTo>
                <a:lnTo>
                  <a:pt x="154305" y="116205"/>
                </a:lnTo>
                <a:lnTo>
                  <a:pt x="163830" y="116205"/>
                </a:lnTo>
                <a:lnTo>
                  <a:pt x="163830" y="0"/>
                </a:lnTo>
                <a:lnTo>
                  <a:pt x="142875" y="0"/>
                </a:lnTo>
                <a:lnTo>
                  <a:pt x="142875" y="11708"/>
                </a:lnTo>
                <a:lnTo>
                  <a:pt x="123825" y="21233"/>
                </a:lnTo>
                <a:lnTo>
                  <a:pt x="123825" y="38100"/>
                </a:lnTo>
                <a:lnTo>
                  <a:pt x="104775" y="38100"/>
                </a:lnTo>
                <a:lnTo>
                  <a:pt x="104775" y="57150"/>
                </a:lnTo>
                <a:lnTo>
                  <a:pt x="95250" y="57150"/>
                </a:lnTo>
                <a:lnTo>
                  <a:pt x="95250" y="66675"/>
                </a:lnTo>
                <a:lnTo>
                  <a:pt x="85725" y="66675"/>
                </a:lnTo>
                <a:lnTo>
                  <a:pt x="85725" y="78383"/>
                </a:lnTo>
                <a:lnTo>
                  <a:pt x="66675" y="87908"/>
                </a:lnTo>
                <a:lnTo>
                  <a:pt x="66675" y="104775"/>
                </a:lnTo>
                <a:lnTo>
                  <a:pt x="58746" y="104775"/>
                </a:lnTo>
                <a:lnTo>
                  <a:pt x="49221" y="133350"/>
                </a:lnTo>
                <a:lnTo>
                  <a:pt x="38100" y="133350"/>
                </a:lnTo>
                <a:lnTo>
                  <a:pt x="38100" y="142875"/>
                </a:lnTo>
                <a:lnTo>
                  <a:pt x="28575" y="142875"/>
                </a:lnTo>
                <a:lnTo>
                  <a:pt x="28575" y="152400"/>
                </a:lnTo>
                <a:lnTo>
                  <a:pt x="19050" y="152400"/>
                </a:lnTo>
                <a:lnTo>
                  <a:pt x="19050" y="164108"/>
                </a:lnTo>
                <a:lnTo>
                  <a:pt x="0" y="173633"/>
                </a:lnTo>
                <a:lnTo>
                  <a:pt x="0" y="205462"/>
                </a:lnTo>
                <a:lnTo>
                  <a:pt x="9525" y="200700"/>
                </a:lnTo>
                <a:close/>
                <a:moveTo>
                  <a:pt x="10874" y="200025"/>
                </a:moveTo>
                <a:lnTo>
                  <a:pt x="19050" y="195937"/>
                </a:lnTo>
                <a:lnTo>
                  <a:pt x="19050" y="200025"/>
                </a:lnTo>
                <a:lnTo>
                  <a:pt x="10874" y="200025"/>
                </a:lnTo>
                <a:close/>
              </a:path>
            </a:pathLst>
          </a:custGeom>
          <a:solidFill xmlns:a="http://schemas.openxmlformats.org/drawingml/2006/main">
            <a:srgbClr val="26808C"/>
          </a:solidFill>
          <a:ln xmlns:a="http://schemas.openxmlformats.org/drawingml/2006/main" w="0">
            <a:noFill/>
          </a:ln>
        </p:spPr>
      </p:sp>
      <p:sp>
        <p:nvSpPr>
          <p:cNvPr id="325" name="Projected surface region 244">
            <a:extLst xmlns:a="http://schemas.openxmlformats.org/drawingml/2006/main">
              <a:ext uri="{FF2B5EF4-FFF2-40B4-BE49-F238E27FC236}">
                <a16:creationId xmlns:a16="http://schemas.microsoft.com/office/drawing/2014/main" id="{BA103A8E-C254-4C43-92D1-70146072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310" y="3004185"/>
            <a:ext cx="72112" cy="30480"/>
          </a:xfrm>
          <a:custGeom xmlns:a="http://schemas.openxmlformats.org/drawingml/2006/main">
            <a:pathLst>
              <a:path w="72112" h="30480">
                <a:moveTo>
                  <a:pt x="0" y="0"/>
                </a:moveTo>
                <a:lnTo>
                  <a:pt x="0" y="30480"/>
                </a:lnTo>
                <a:lnTo>
                  <a:pt x="56872" y="30480"/>
                </a:lnTo>
                <a:lnTo>
                  <a:pt x="7211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808C"/>
          </a:solidFill>
          <a:ln xmlns:a="http://schemas.openxmlformats.org/drawingml/2006/main" w="0">
            <a:noFill/>
          </a:ln>
        </p:spPr>
      </p:sp>
      <p:sp>
        <p:nvSpPr>
          <p:cNvPr id="326" name="Projected surface region 245">
            <a:extLst xmlns:a="http://schemas.openxmlformats.org/drawingml/2006/main">
              <a:ext uri="{FF2B5EF4-FFF2-40B4-BE49-F238E27FC236}">
                <a16:creationId xmlns:a16="http://schemas.microsoft.com/office/drawing/2014/main" id="{6C4253D4-59AD-4EC3-8BB0-C069CA7A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885" y="3385185"/>
            <a:ext cx="87630" cy="49530"/>
          </a:xfrm>
          <a:custGeom xmlns:a="http://schemas.openxmlformats.org/drawingml/2006/main">
            <a:pathLst>
              <a:path w="87630" h="49530">
                <a:moveTo>
                  <a:pt x="28575" y="0"/>
                </a:moveTo>
                <a:lnTo>
                  <a:pt x="0" y="0"/>
                </a:lnTo>
                <a:lnTo>
                  <a:pt x="0" y="20955"/>
                </a:lnTo>
                <a:lnTo>
                  <a:pt x="9525" y="20955"/>
                </a:lnTo>
                <a:lnTo>
                  <a:pt x="9525" y="30480"/>
                </a:lnTo>
                <a:lnTo>
                  <a:pt x="28575" y="30480"/>
                </a:lnTo>
                <a:lnTo>
                  <a:pt x="28575" y="40005"/>
                </a:lnTo>
                <a:lnTo>
                  <a:pt x="57150" y="40005"/>
                </a:lnTo>
                <a:lnTo>
                  <a:pt x="57150" y="49530"/>
                </a:lnTo>
                <a:lnTo>
                  <a:pt x="87630" y="49530"/>
                </a:lnTo>
                <a:lnTo>
                  <a:pt x="87630" y="19050"/>
                </a:lnTo>
                <a:lnTo>
                  <a:pt x="66397" y="19050"/>
                </a:lnTo>
                <a:lnTo>
                  <a:pt x="56872" y="0"/>
                </a:lnTo>
                <a:lnTo>
                  <a:pt x="3048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32628C"/>
          </a:solidFill>
          <a:ln xmlns:a="http://schemas.openxmlformats.org/drawingml/2006/main" w="0">
            <a:noFill/>
          </a:ln>
        </p:spPr>
      </p:sp>
      <p:sp>
        <p:nvSpPr>
          <p:cNvPr id="327" name="Projected surface region 246">
            <a:extLst xmlns:a="http://schemas.openxmlformats.org/drawingml/2006/main">
              <a:ext uri="{FF2B5EF4-FFF2-40B4-BE49-F238E27FC236}">
                <a16:creationId xmlns:a16="http://schemas.microsoft.com/office/drawing/2014/main" id="{169AFABA-A54F-427D-9EC4-41A066CD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485" y="3432810"/>
            <a:ext cx="129262" cy="186412"/>
          </a:xfrm>
          <a:custGeom xmlns:a="http://schemas.openxmlformats.org/drawingml/2006/main">
            <a:pathLst>
              <a:path w="129262" h="186412">
                <a:moveTo>
                  <a:pt x="0" y="9525"/>
                </a:moveTo>
                <a:lnTo>
                  <a:pt x="0" y="49530"/>
                </a:lnTo>
                <a:lnTo>
                  <a:pt x="9525" y="49530"/>
                </a:lnTo>
                <a:lnTo>
                  <a:pt x="9525" y="68580"/>
                </a:lnTo>
                <a:lnTo>
                  <a:pt x="19050" y="68580"/>
                </a:lnTo>
                <a:lnTo>
                  <a:pt x="19050" y="97155"/>
                </a:lnTo>
                <a:lnTo>
                  <a:pt x="28575" y="97155"/>
                </a:lnTo>
                <a:lnTo>
                  <a:pt x="28575" y="106680"/>
                </a:lnTo>
                <a:lnTo>
                  <a:pt x="38100" y="106680"/>
                </a:lnTo>
                <a:lnTo>
                  <a:pt x="38100" y="125730"/>
                </a:lnTo>
                <a:lnTo>
                  <a:pt x="47625" y="125730"/>
                </a:lnTo>
                <a:lnTo>
                  <a:pt x="47625" y="133072"/>
                </a:lnTo>
                <a:lnTo>
                  <a:pt x="66675" y="142597"/>
                </a:lnTo>
                <a:lnTo>
                  <a:pt x="66675" y="163830"/>
                </a:lnTo>
                <a:lnTo>
                  <a:pt x="76200" y="163830"/>
                </a:lnTo>
                <a:lnTo>
                  <a:pt x="76200" y="171172"/>
                </a:lnTo>
                <a:lnTo>
                  <a:pt x="106680" y="186412"/>
                </a:lnTo>
                <a:lnTo>
                  <a:pt x="106680" y="173355"/>
                </a:lnTo>
                <a:lnTo>
                  <a:pt x="114022" y="173355"/>
                </a:lnTo>
                <a:lnTo>
                  <a:pt x="129262" y="142875"/>
                </a:lnTo>
                <a:lnTo>
                  <a:pt x="116205" y="142875"/>
                </a:lnTo>
                <a:lnTo>
                  <a:pt x="116205" y="114300"/>
                </a:lnTo>
                <a:lnTo>
                  <a:pt x="106680" y="114300"/>
                </a:lnTo>
                <a:lnTo>
                  <a:pt x="106680" y="85725"/>
                </a:lnTo>
                <a:lnTo>
                  <a:pt x="97155" y="85725"/>
                </a:lnTo>
                <a:lnTo>
                  <a:pt x="97155" y="57150"/>
                </a:lnTo>
                <a:lnTo>
                  <a:pt x="87630" y="57150"/>
                </a:lnTo>
                <a:lnTo>
                  <a:pt x="87630" y="28575"/>
                </a:lnTo>
                <a:lnTo>
                  <a:pt x="78105" y="28575"/>
                </a:lnTo>
                <a:lnTo>
                  <a:pt x="78105" y="0"/>
                </a:lnTo>
                <a:lnTo>
                  <a:pt x="49808" y="0"/>
                </a:lnTo>
                <a:lnTo>
                  <a:pt x="40283" y="19050"/>
                </a:lnTo>
                <a:lnTo>
                  <a:pt x="20955" y="19050"/>
                </a:lnTo>
                <a:lnTo>
                  <a:pt x="20955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32628C"/>
          </a:solidFill>
          <a:ln xmlns:a="http://schemas.openxmlformats.org/drawingml/2006/main" w="0">
            <a:noFill/>
          </a:ln>
        </p:spPr>
      </p:sp>
      <p:sp>
        <p:nvSpPr>
          <p:cNvPr id="328" name="Projected surface region 247">
            <a:extLst xmlns:a="http://schemas.openxmlformats.org/drawingml/2006/main">
              <a:ext uri="{FF2B5EF4-FFF2-40B4-BE49-F238E27FC236}">
                <a16:creationId xmlns:a16="http://schemas.microsoft.com/office/drawing/2014/main" id="{6E9F8D30-2730-4ECA-8BFB-AD13CA6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461385"/>
            <a:ext cx="154305" cy="144780"/>
          </a:xfrm>
          <a:custGeom xmlns:a="http://schemas.openxmlformats.org/drawingml/2006/main">
            <a:pathLst>
              <a:path w="154305" h="144780">
                <a:moveTo>
                  <a:pt x="0" y="40005"/>
                </a:moveTo>
                <a:lnTo>
                  <a:pt x="9525" y="40005"/>
                </a:lnTo>
                <a:lnTo>
                  <a:pt x="9525" y="59055"/>
                </a:lnTo>
                <a:lnTo>
                  <a:pt x="19050" y="59055"/>
                </a:lnTo>
                <a:lnTo>
                  <a:pt x="19050" y="87630"/>
                </a:lnTo>
                <a:lnTo>
                  <a:pt x="28575" y="87630"/>
                </a:lnTo>
                <a:lnTo>
                  <a:pt x="28575" y="116205"/>
                </a:lnTo>
                <a:lnTo>
                  <a:pt x="38100" y="116205"/>
                </a:lnTo>
                <a:lnTo>
                  <a:pt x="38100" y="135255"/>
                </a:lnTo>
                <a:lnTo>
                  <a:pt x="47625" y="135255"/>
                </a:lnTo>
                <a:lnTo>
                  <a:pt x="47625" y="144780"/>
                </a:lnTo>
                <a:lnTo>
                  <a:pt x="68580" y="144780"/>
                </a:lnTo>
                <a:lnTo>
                  <a:pt x="68580" y="135255"/>
                </a:lnTo>
                <a:lnTo>
                  <a:pt x="78105" y="135255"/>
                </a:lnTo>
                <a:lnTo>
                  <a:pt x="78105" y="123547"/>
                </a:lnTo>
                <a:lnTo>
                  <a:pt x="97155" y="114022"/>
                </a:lnTo>
                <a:lnTo>
                  <a:pt x="97155" y="97155"/>
                </a:lnTo>
                <a:lnTo>
                  <a:pt x="116205" y="97155"/>
                </a:lnTo>
                <a:lnTo>
                  <a:pt x="116205" y="87630"/>
                </a:lnTo>
                <a:lnTo>
                  <a:pt x="125730" y="87630"/>
                </a:lnTo>
                <a:lnTo>
                  <a:pt x="125730" y="68580"/>
                </a:lnTo>
                <a:lnTo>
                  <a:pt x="135255" y="68580"/>
                </a:lnTo>
                <a:lnTo>
                  <a:pt x="135255" y="56872"/>
                </a:lnTo>
                <a:lnTo>
                  <a:pt x="154305" y="47347"/>
                </a:lnTo>
                <a:lnTo>
                  <a:pt x="154305" y="19050"/>
                </a:lnTo>
                <a:lnTo>
                  <a:pt x="133350" y="19050"/>
                </a:lnTo>
                <a:lnTo>
                  <a:pt x="133350" y="28575"/>
                </a:lnTo>
                <a:lnTo>
                  <a:pt x="87630" y="28575"/>
                </a:lnTo>
                <a:lnTo>
                  <a:pt x="87630" y="19050"/>
                </a:lnTo>
                <a:lnTo>
                  <a:pt x="59055" y="19050"/>
                </a:lnTo>
                <a:lnTo>
                  <a:pt x="59055" y="9525"/>
                </a:lnTo>
                <a:lnTo>
                  <a:pt x="40005" y="9525"/>
                </a:lnTo>
                <a:lnTo>
                  <a:pt x="40005" y="0"/>
                </a:lnTo>
                <a:lnTo>
                  <a:pt x="0" y="0"/>
                </a:lnTo>
                <a:lnTo>
                  <a:pt x="0" y="40005"/>
                </a:lnTo>
                <a:close/>
              </a:path>
            </a:pathLst>
          </a:custGeom>
          <a:solidFill xmlns:a="http://schemas.openxmlformats.org/drawingml/2006/main">
            <a:srgbClr val="32628C"/>
          </a:solidFill>
          <a:ln xmlns:a="http://schemas.openxmlformats.org/drawingml/2006/main" w="0">
            <a:noFill/>
          </a:ln>
        </p:spPr>
      </p:sp>
      <p:sp>
        <p:nvSpPr>
          <p:cNvPr id="329" name="Projected surface region 248">
            <a:extLst xmlns:a="http://schemas.openxmlformats.org/drawingml/2006/main">
              <a:ext uri="{FF2B5EF4-FFF2-40B4-BE49-F238E27FC236}">
                <a16:creationId xmlns:a16="http://schemas.microsoft.com/office/drawing/2014/main" id="{02F1B8DD-1DB8-48C3-98BC-453AE8F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78" y="3328035"/>
            <a:ext cx="119737" cy="106680"/>
          </a:xfrm>
          <a:custGeom xmlns:a="http://schemas.openxmlformats.org/drawingml/2006/main">
            <a:pathLst>
              <a:path w="119737" h="106680">
                <a:moveTo>
                  <a:pt x="33953" y="0"/>
                </a:moveTo>
                <a:lnTo>
                  <a:pt x="14903" y="47625"/>
                </a:lnTo>
                <a:lnTo>
                  <a:pt x="0" y="47625"/>
                </a:lnTo>
                <a:lnTo>
                  <a:pt x="15240" y="78105"/>
                </a:lnTo>
                <a:lnTo>
                  <a:pt x="41632" y="78105"/>
                </a:lnTo>
                <a:lnTo>
                  <a:pt x="41632" y="87630"/>
                </a:lnTo>
                <a:lnTo>
                  <a:pt x="60682" y="87630"/>
                </a:lnTo>
                <a:lnTo>
                  <a:pt x="60682" y="97155"/>
                </a:lnTo>
                <a:lnTo>
                  <a:pt x="89257" y="97155"/>
                </a:lnTo>
                <a:lnTo>
                  <a:pt x="89257" y="106680"/>
                </a:lnTo>
                <a:lnTo>
                  <a:pt x="119737" y="106680"/>
                </a:lnTo>
                <a:lnTo>
                  <a:pt x="119737" y="87908"/>
                </a:lnTo>
                <a:lnTo>
                  <a:pt x="100687" y="78383"/>
                </a:lnTo>
                <a:lnTo>
                  <a:pt x="100687" y="47625"/>
                </a:lnTo>
                <a:lnTo>
                  <a:pt x="91162" y="47625"/>
                </a:lnTo>
                <a:lnTo>
                  <a:pt x="91162" y="19050"/>
                </a:lnTo>
                <a:lnTo>
                  <a:pt x="72112" y="19050"/>
                </a:lnTo>
                <a:lnTo>
                  <a:pt x="72112" y="9525"/>
                </a:lnTo>
                <a:lnTo>
                  <a:pt x="53062" y="9525"/>
                </a:lnTo>
                <a:lnTo>
                  <a:pt x="53062" y="0"/>
                </a:lnTo>
                <a:lnTo>
                  <a:pt x="33953" y="0"/>
                </a:lnTo>
                <a:close/>
              </a:path>
            </a:pathLst>
          </a:custGeom>
          <a:solidFill xmlns:a="http://schemas.openxmlformats.org/drawingml/2006/main">
            <a:srgbClr val="32628C"/>
          </a:solidFill>
          <a:ln xmlns:a="http://schemas.openxmlformats.org/drawingml/2006/main" w="0">
            <a:noFill/>
          </a:ln>
        </p:spPr>
      </p:sp>
      <p:sp>
        <p:nvSpPr>
          <p:cNvPr id="330" name="Projected surface region 249">
            <a:extLst xmlns:a="http://schemas.openxmlformats.org/drawingml/2006/main">
              <a:ext uri="{FF2B5EF4-FFF2-40B4-BE49-F238E27FC236}">
                <a16:creationId xmlns:a16="http://schemas.microsoft.com/office/drawing/2014/main" id="{EF2927EB-2746-4CD1-ABE9-A8023AB4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85" y="3261360"/>
            <a:ext cx="182880" cy="249555"/>
          </a:xfrm>
          <a:custGeom xmlns:a="http://schemas.openxmlformats.org/drawingml/2006/main">
            <a:pathLst>
              <a:path w="182880" h="249555">
                <a:moveTo>
                  <a:pt x="19050" y="126008"/>
                </a:moveTo>
                <a:lnTo>
                  <a:pt x="19050" y="142875"/>
                </a:lnTo>
                <a:lnTo>
                  <a:pt x="9525" y="142875"/>
                </a:lnTo>
                <a:lnTo>
                  <a:pt x="9525" y="171450"/>
                </a:lnTo>
                <a:lnTo>
                  <a:pt x="0" y="171450"/>
                </a:lnTo>
                <a:lnTo>
                  <a:pt x="0" y="192405"/>
                </a:lnTo>
                <a:lnTo>
                  <a:pt x="9525" y="192405"/>
                </a:lnTo>
                <a:lnTo>
                  <a:pt x="9525" y="199747"/>
                </a:lnTo>
                <a:lnTo>
                  <a:pt x="28575" y="209272"/>
                </a:lnTo>
                <a:lnTo>
                  <a:pt x="28575" y="230505"/>
                </a:lnTo>
                <a:lnTo>
                  <a:pt x="38100" y="230505"/>
                </a:lnTo>
                <a:lnTo>
                  <a:pt x="38100" y="249555"/>
                </a:lnTo>
                <a:lnTo>
                  <a:pt x="59055" y="249555"/>
                </a:lnTo>
                <a:lnTo>
                  <a:pt x="59055" y="240030"/>
                </a:lnTo>
                <a:lnTo>
                  <a:pt x="87630" y="240030"/>
                </a:lnTo>
                <a:lnTo>
                  <a:pt x="87630" y="230505"/>
                </a:lnTo>
                <a:lnTo>
                  <a:pt x="106680" y="230505"/>
                </a:lnTo>
                <a:lnTo>
                  <a:pt x="106680" y="220980"/>
                </a:lnTo>
                <a:lnTo>
                  <a:pt x="123547" y="220980"/>
                </a:lnTo>
                <a:lnTo>
                  <a:pt x="138787" y="190500"/>
                </a:lnTo>
                <a:lnTo>
                  <a:pt x="125730" y="190500"/>
                </a:lnTo>
                <a:lnTo>
                  <a:pt x="125730" y="167918"/>
                </a:lnTo>
                <a:lnTo>
                  <a:pt x="116205" y="172680"/>
                </a:lnTo>
                <a:lnTo>
                  <a:pt x="116205" y="154305"/>
                </a:lnTo>
                <a:lnTo>
                  <a:pt x="125730" y="154305"/>
                </a:lnTo>
                <a:lnTo>
                  <a:pt x="125730" y="135255"/>
                </a:lnTo>
                <a:lnTo>
                  <a:pt x="135255" y="135255"/>
                </a:lnTo>
                <a:lnTo>
                  <a:pt x="135255" y="116205"/>
                </a:lnTo>
                <a:lnTo>
                  <a:pt x="144780" y="116205"/>
                </a:lnTo>
                <a:lnTo>
                  <a:pt x="144780" y="97155"/>
                </a:lnTo>
                <a:lnTo>
                  <a:pt x="154305" y="97155"/>
                </a:lnTo>
                <a:lnTo>
                  <a:pt x="154305" y="68580"/>
                </a:lnTo>
                <a:lnTo>
                  <a:pt x="163830" y="68580"/>
                </a:lnTo>
                <a:lnTo>
                  <a:pt x="163830" y="37822"/>
                </a:lnTo>
                <a:lnTo>
                  <a:pt x="182880" y="28297"/>
                </a:lnTo>
                <a:lnTo>
                  <a:pt x="182880" y="0"/>
                </a:lnTo>
                <a:lnTo>
                  <a:pt x="161925" y="0"/>
                </a:lnTo>
                <a:lnTo>
                  <a:pt x="161925" y="9525"/>
                </a:lnTo>
                <a:lnTo>
                  <a:pt x="154583" y="9525"/>
                </a:lnTo>
                <a:lnTo>
                  <a:pt x="145058" y="28575"/>
                </a:lnTo>
                <a:lnTo>
                  <a:pt x="123825" y="28575"/>
                </a:lnTo>
                <a:lnTo>
                  <a:pt x="123825" y="38100"/>
                </a:lnTo>
                <a:lnTo>
                  <a:pt x="114300" y="38100"/>
                </a:lnTo>
                <a:lnTo>
                  <a:pt x="114300" y="47625"/>
                </a:lnTo>
                <a:lnTo>
                  <a:pt x="106958" y="47625"/>
                </a:lnTo>
                <a:lnTo>
                  <a:pt x="97433" y="66675"/>
                </a:lnTo>
                <a:lnTo>
                  <a:pt x="76200" y="66675"/>
                </a:lnTo>
                <a:lnTo>
                  <a:pt x="76200" y="76200"/>
                </a:lnTo>
                <a:lnTo>
                  <a:pt x="66675" y="76200"/>
                </a:lnTo>
                <a:lnTo>
                  <a:pt x="66675" y="85725"/>
                </a:lnTo>
                <a:lnTo>
                  <a:pt x="57150" y="85725"/>
                </a:lnTo>
                <a:lnTo>
                  <a:pt x="57150" y="95250"/>
                </a:lnTo>
                <a:lnTo>
                  <a:pt x="47625" y="95250"/>
                </a:lnTo>
                <a:lnTo>
                  <a:pt x="47625" y="104775"/>
                </a:lnTo>
                <a:lnTo>
                  <a:pt x="38100" y="104775"/>
                </a:lnTo>
                <a:lnTo>
                  <a:pt x="38100" y="116483"/>
                </a:lnTo>
                <a:lnTo>
                  <a:pt x="19050" y="126008"/>
                </a:lnTo>
                <a:close/>
                <a:moveTo>
                  <a:pt x="114856" y="173355"/>
                </a:moveTo>
                <a:lnTo>
                  <a:pt x="106680" y="177443"/>
                </a:lnTo>
                <a:lnTo>
                  <a:pt x="106680" y="173355"/>
                </a:lnTo>
                <a:lnTo>
                  <a:pt x="114856" y="173355"/>
                </a:lnTo>
                <a:close/>
              </a:path>
            </a:pathLst>
          </a:custGeom>
          <a:solidFill xmlns:a="http://schemas.openxmlformats.org/drawingml/2006/main">
            <a:srgbClr val="32628C"/>
          </a:solidFill>
          <a:ln xmlns:a="http://schemas.openxmlformats.org/drawingml/2006/main" w="0">
            <a:noFill/>
          </a:ln>
        </p:spPr>
      </p:sp>
      <p:sp>
        <p:nvSpPr>
          <p:cNvPr id="331" name="Projected surface region 250">
            <a:extLst xmlns:a="http://schemas.openxmlformats.org/drawingml/2006/main">
              <a:ext uri="{FF2B5EF4-FFF2-40B4-BE49-F238E27FC236}">
                <a16:creationId xmlns:a16="http://schemas.microsoft.com/office/drawing/2014/main" id="{FCEB4FB1-810B-4E82-B8BD-D0C5385E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110" y="3299460"/>
            <a:ext cx="192405" cy="163830"/>
          </a:xfrm>
          <a:custGeom xmlns:a="http://schemas.openxmlformats.org/drawingml/2006/main">
            <a:pathLst>
              <a:path w="192405" h="163830">
                <a:moveTo>
                  <a:pt x="49808" y="28575"/>
                </a:moveTo>
                <a:lnTo>
                  <a:pt x="49530" y="28575"/>
                </a:lnTo>
                <a:lnTo>
                  <a:pt x="49530" y="19050"/>
                </a:lnTo>
                <a:lnTo>
                  <a:pt x="0" y="19050"/>
                </a:lnTo>
                <a:lnTo>
                  <a:pt x="0" y="37822"/>
                </a:lnTo>
                <a:lnTo>
                  <a:pt x="19050" y="47347"/>
                </a:lnTo>
                <a:lnTo>
                  <a:pt x="19050" y="68580"/>
                </a:lnTo>
                <a:lnTo>
                  <a:pt x="28575" y="68580"/>
                </a:lnTo>
                <a:lnTo>
                  <a:pt x="28575" y="87630"/>
                </a:lnTo>
                <a:lnTo>
                  <a:pt x="49530" y="87630"/>
                </a:lnTo>
                <a:lnTo>
                  <a:pt x="49530" y="78105"/>
                </a:lnTo>
                <a:lnTo>
                  <a:pt x="57150" y="78105"/>
                </a:lnTo>
                <a:lnTo>
                  <a:pt x="57150" y="114022"/>
                </a:lnTo>
                <a:lnTo>
                  <a:pt x="76200" y="123547"/>
                </a:lnTo>
                <a:lnTo>
                  <a:pt x="76200" y="144780"/>
                </a:lnTo>
                <a:lnTo>
                  <a:pt x="95250" y="144780"/>
                </a:lnTo>
                <a:lnTo>
                  <a:pt x="95250" y="163830"/>
                </a:lnTo>
                <a:lnTo>
                  <a:pt x="135255" y="163830"/>
                </a:lnTo>
                <a:lnTo>
                  <a:pt x="135255" y="154305"/>
                </a:lnTo>
                <a:lnTo>
                  <a:pt x="154305" y="154305"/>
                </a:lnTo>
                <a:lnTo>
                  <a:pt x="154305" y="144780"/>
                </a:lnTo>
                <a:lnTo>
                  <a:pt x="163830" y="144780"/>
                </a:lnTo>
                <a:lnTo>
                  <a:pt x="163830" y="133072"/>
                </a:lnTo>
                <a:lnTo>
                  <a:pt x="182880" y="123547"/>
                </a:lnTo>
                <a:lnTo>
                  <a:pt x="182880" y="106680"/>
                </a:lnTo>
                <a:lnTo>
                  <a:pt x="192405" y="106680"/>
                </a:lnTo>
                <a:lnTo>
                  <a:pt x="192405" y="85725"/>
                </a:lnTo>
                <a:lnTo>
                  <a:pt x="182880" y="85725"/>
                </a:lnTo>
                <a:lnTo>
                  <a:pt x="182880" y="68858"/>
                </a:lnTo>
                <a:lnTo>
                  <a:pt x="163830" y="59333"/>
                </a:lnTo>
                <a:lnTo>
                  <a:pt x="163830" y="38100"/>
                </a:lnTo>
                <a:lnTo>
                  <a:pt x="154305" y="38100"/>
                </a:lnTo>
                <a:lnTo>
                  <a:pt x="154305" y="28575"/>
                </a:lnTo>
                <a:lnTo>
                  <a:pt x="123825" y="28575"/>
                </a:lnTo>
                <a:lnTo>
                  <a:pt x="123825" y="38100"/>
                </a:lnTo>
                <a:lnTo>
                  <a:pt x="97155" y="38100"/>
                </a:lnTo>
                <a:lnTo>
                  <a:pt x="97155" y="37822"/>
                </a:lnTo>
                <a:lnTo>
                  <a:pt x="118157" y="27321"/>
                </a:lnTo>
                <a:lnTo>
                  <a:pt x="104497" y="0"/>
                </a:lnTo>
                <a:lnTo>
                  <a:pt x="76200" y="0"/>
                </a:lnTo>
                <a:lnTo>
                  <a:pt x="76200" y="9525"/>
                </a:lnTo>
                <a:lnTo>
                  <a:pt x="59333" y="9525"/>
                </a:lnTo>
                <a:lnTo>
                  <a:pt x="49808" y="28575"/>
                </a:lnTo>
                <a:close/>
                <a:moveTo>
                  <a:pt x="125730" y="59055"/>
                </a:moveTo>
                <a:lnTo>
                  <a:pt x="133350" y="59055"/>
                </a:lnTo>
                <a:lnTo>
                  <a:pt x="133350" y="68580"/>
                </a:lnTo>
                <a:lnTo>
                  <a:pt x="142875" y="68580"/>
                </a:lnTo>
                <a:lnTo>
                  <a:pt x="142875" y="85725"/>
                </a:lnTo>
                <a:lnTo>
                  <a:pt x="133350" y="85725"/>
                </a:lnTo>
                <a:lnTo>
                  <a:pt x="133350" y="95250"/>
                </a:lnTo>
                <a:lnTo>
                  <a:pt x="126008" y="95250"/>
                </a:lnTo>
                <a:lnTo>
                  <a:pt x="117459" y="112348"/>
                </a:lnTo>
                <a:lnTo>
                  <a:pt x="106680" y="106958"/>
                </a:lnTo>
                <a:lnTo>
                  <a:pt x="106680" y="104497"/>
                </a:lnTo>
                <a:lnTo>
                  <a:pt x="125730" y="94972"/>
                </a:lnTo>
                <a:lnTo>
                  <a:pt x="125730" y="59055"/>
                </a:lnTo>
                <a:close/>
              </a:path>
            </a:pathLst>
          </a:custGeom>
          <a:solidFill xmlns:a="http://schemas.openxmlformats.org/drawingml/2006/main">
            <a:srgbClr val="32628C"/>
          </a:solidFill>
          <a:ln xmlns:a="http://schemas.openxmlformats.org/drawingml/2006/main" w="0">
            <a:noFill/>
          </a:ln>
        </p:spPr>
      </p:sp>
      <p:sp>
        <p:nvSpPr>
          <p:cNvPr id="332" name="Projected surface region 251">
            <a:extLst xmlns:a="http://schemas.openxmlformats.org/drawingml/2006/main">
              <a:ext uri="{FF2B5EF4-FFF2-40B4-BE49-F238E27FC236}">
                <a16:creationId xmlns:a16="http://schemas.microsoft.com/office/drawing/2014/main" id="{CDFC3534-06BD-4DA7-80A6-D6DBCF1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553" y="3623310"/>
            <a:ext cx="843637" cy="201930"/>
          </a:xfrm>
          <a:custGeom xmlns:a="http://schemas.openxmlformats.org/drawingml/2006/main">
            <a:pathLst>
              <a:path w="843637" h="201930">
                <a:moveTo>
                  <a:pt x="527963" y="66675"/>
                </a:moveTo>
                <a:lnTo>
                  <a:pt x="519787" y="66675"/>
                </a:lnTo>
                <a:lnTo>
                  <a:pt x="519787" y="57150"/>
                </a:lnTo>
                <a:lnTo>
                  <a:pt x="498832" y="57150"/>
                </a:lnTo>
                <a:lnTo>
                  <a:pt x="498832" y="66675"/>
                </a:lnTo>
                <a:lnTo>
                  <a:pt x="479782" y="66675"/>
                </a:lnTo>
                <a:lnTo>
                  <a:pt x="479782" y="85725"/>
                </a:lnTo>
                <a:lnTo>
                  <a:pt x="451207" y="85725"/>
                </a:lnTo>
                <a:lnTo>
                  <a:pt x="451207" y="95250"/>
                </a:lnTo>
                <a:lnTo>
                  <a:pt x="443587" y="95250"/>
                </a:lnTo>
                <a:lnTo>
                  <a:pt x="443587" y="87908"/>
                </a:lnTo>
                <a:lnTo>
                  <a:pt x="424537" y="78383"/>
                </a:lnTo>
                <a:lnTo>
                  <a:pt x="424537" y="57150"/>
                </a:lnTo>
                <a:lnTo>
                  <a:pt x="405487" y="57150"/>
                </a:lnTo>
                <a:lnTo>
                  <a:pt x="405487" y="38100"/>
                </a:lnTo>
                <a:lnTo>
                  <a:pt x="386437" y="38100"/>
                </a:lnTo>
                <a:lnTo>
                  <a:pt x="386437" y="19050"/>
                </a:lnTo>
                <a:lnTo>
                  <a:pt x="346432" y="19050"/>
                </a:lnTo>
                <a:lnTo>
                  <a:pt x="346432" y="28575"/>
                </a:lnTo>
                <a:lnTo>
                  <a:pt x="336907" y="28575"/>
                </a:lnTo>
                <a:lnTo>
                  <a:pt x="336907" y="38100"/>
                </a:lnTo>
                <a:lnTo>
                  <a:pt x="317857" y="38100"/>
                </a:lnTo>
                <a:lnTo>
                  <a:pt x="317857" y="47625"/>
                </a:lnTo>
                <a:lnTo>
                  <a:pt x="310515" y="47625"/>
                </a:lnTo>
                <a:lnTo>
                  <a:pt x="300990" y="66675"/>
                </a:lnTo>
                <a:lnTo>
                  <a:pt x="281662" y="66675"/>
                </a:lnTo>
                <a:lnTo>
                  <a:pt x="281662" y="57150"/>
                </a:lnTo>
                <a:lnTo>
                  <a:pt x="243562" y="57150"/>
                </a:lnTo>
                <a:lnTo>
                  <a:pt x="243562" y="47625"/>
                </a:lnTo>
                <a:lnTo>
                  <a:pt x="186412" y="47625"/>
                </a:lnTo>
                <a:lnTo>
                  <a:pt x="186412" y="38100"/>
                </a:lnTo>
                <a:lnTo>
                  <a:pt x="165457" y="38100"/>
                </a:lnTo>
                <a:lnTo>
                  <a:pt x="165457" y="47625"/>
                </a:lnTo>
                <a:lnTo>
                  <a:pt x="158115" y="47625"/>
                </a:lnTo>
                <a:lnTo>
                  <a:pt x="148590" y="66675"/>
                </a:lnTo>
                <a:lnTo>
                  <a:pt x="127357" y="66675"/>
                </a:lnTo>
                <a:lnTo>
                  <a:pt x="127357" y="76200"/>
                </a:lnTo>
                <a:lnTo>
                  <a:pt x="117554" y="76200"/>
                </a:lnTo>
                <a:lnTo>
                  <a:pt x="108029" y="57150"/>
                </a:lnTo>
                <a:lnTo>
                  <a:pt x="91162" y="57150"/>
                </a:lnTo>
                <a:lnTo>
                  <a:pt x="91162" y="47625"/>
                </a:lnTo>
                <a:lnTo>
                  <a:pt x="51157" y="47625"/>
                </a:lnTo>
                <a:lnTo>
                  <a:pt x="51157" y="66675"/>
                </a:lnTo>
                <a:lnTo>
                  <a:pt x="41632" y="66675"/>
                </a:lnTo>
                <a:lnTo>
                  <a:pt x="41632" y="78383"/>
                </a:lnTo>
                <a:lnTo>
                  <a:pt x="22582" y="87908"/>
                </a:lnTo>
                <a:lnTo>
                  <a:pt x="22582" y="104775"/>
                </a:lnTo>
                <a:lnTo>
                  <a:pt x="15240" y="104775"/>
                </a:lnTo>
                <a:lnTo>
                  <a:pt x="0" y="135255"/>
                </a:lnTo>
                <a:lnTo>
                  <a:pt x="13057" y="135255"/>
                </a:lnTo>
                <a:lnTo>
                  <a:pt x="13057" y="144780"/>
                </a:lnTo>
                <a:lnTo>
                  <a:pt x="41632" y="144780"/>
                </a:lnTo>
                <a:lnTo>
                  <a:pt x="41632" y="154305"/>
                </a:lnTo>
                <a:lnTo>
                  <a:pt x="81637" y="154305"/>
                </a:lnTo>
                <a:lnTo>
                  <a:pt x="81637" y="144780"/>
                </a:lnTo>
                <a:lnTo>
                  <a:pt x="110212" y="144780"/>
                </a:lnTo>
                <a:lnTo>
                  <a:pt x="110212" y="135255"/>
                </a:lnTo>
                <a:lnTo>
                  <a:pt x="167362" y="135255"/>
                </a:lnTo>
                <a:lnTo>
                  <a:pt x="167362" y="125730"/>
                </a:lnTo>
                <a:lnTo>
                  <a:pt x="205462" y="125730"/>
                </a:lnTo>
                <a:lnTo>
                  <a:pt x="205462" y="116205"/>
                </a:lnTo>
                <a:lnTo>
                  <a:pt x="234037" y="116205"/>
                </a:lnTo>
                <a:lnTo>
                  <a:pt x="234037" y="106680"/>
                </a:lnTo>
                <a:lnTo>
                  <a:pt x="251182" y="106680"/>
                </a:lnTo>
                <a:lnTo>
                  <a:pt x="251182" y="116205"/>
                </a:lnTo>
                <a:lnTo>
                  <a:pt x="336907" y="116205"/>
                </a:lnTo>
                <a:lnTo>
                  <a:pt x="336907" y="125730"/>
                </a:lnTo>
                <a:lnTo>
                  <a:pt x="375007" y="125730"/>
                </a:lnTo>
                <a:lnTo>
                  <a:pt x="375007" y="135255"/>
                </a:lnTo>
                <a:lnTo>
                  <a:pt x="394057" y="135255"/>
                </a:lnTo>
                <a:lnTo>
                  <a:pt x="394057" y="144780"/>
                </a:lnTo>
                <a:lnTo>
                  <a:pt x="413107" y="144780"/>
                </a:lnTo>
                <a:lnTo>
                  <a:pt x="413107" y="154305"/>
                </a:lnTo>
                <a:lnTo>
                  <a:pt x="500737" y="154305"/>
                </a:lnTo>
                <a:lnTo>
                  <a:pt x="500737" y="144780"/>
                </a:lnTo>
                <a:lnTo>
                  <a:pt x="529312" y="144780"/>
                </a:lnTo>
                <a:lnTo>
                  <a:pt x="529312" y="135255"/>
                </a:lnTo>
                <a:lnTo>
                  <a:pt x="548362" y="135255"/>
                </a:lnTo>
                <a:lnTo>
                  <a:pt x="548362" y="125730"/>
                </a:lnTo>
                <a:lnTo>
                  <a:pt x="565507" y="125730"/>
                </a:lnTo>
                <a:lnTo>
                  <a:pt x="567412" y="125730"/>
                </a:lnTo>
                <a:lnTo>
                  <a:pt x="575032" y="125730"/>
                </a:lnTo>
                <a:lnTo>
                  <a:pt x="575032" y="135255"/>
                </a:lnTo>
                <a:lnTo>
                  <a:pt x="594082" y="135255"/>
                </a:lnTo>
                <a:lnTo>
                  <a:pt x="594082" y="144780"/>
                </a:lnTo>
                <a:lnTo>
                  <a:pt x="632182" y="144780"/>
                </a:lnTo>
                <a:lnTo>
                  <a:pt x="632182" y="154305"/>
                </a:lnTo>
                <a:lnTo>
                  <a:pt x="641707" y="154305"/>
                </a:lnTo>
                <a:lnTo>
                  <a:pt x="641707" y="163830"/>
                </a:lnTo>
                <a:lnTo>
                  <a:pt x="651232" y="163830"/>
                </a:lnTo>
                <a:lnTo>
                  <a:pt x="651232" y="173355"/>
                </a:lnTo>
                <a:lnTo>
                  <a:pt x="660757" y="173355"/>
                </a:lnTo>
                <a:lnTo>
                  <a:pt x="660757" y="182880"/>
                </a:lnTo>
                <a:lnTo>
                  <a:pt x="672465" y="182880"/>
                </a:lnTo>
                <a:lnTo>
                  <a:pt x="681990" y="201930"/>
                </a:lnTo>
                <a:lnTo>
                  <a:pt x="717629" y="201930"/>
                </a:lnTo>
                <a:lnTo>
                  <a:pt x="727154" y="182880"/>
                </a:lnTo>
                <a:lnTo>
                  <a:pt x="746482" y="182880"/>
                </a:lnTo>
                <a:lnTo>
                  <a:pt x="746482" y="192405"/>
                </a:lnTo>
                <a:lnTo>
                  <a:pt x="774779" y="192405"/>
                </a:lnTo>
                <a:lnTo>
                  <a:pt x="784304" y="173355"/>
                </a:lnTo>
                <a:lnTo>
                  <a:pt x="805537" y="173355"/>
                </a:lnTo>
                <a:lnTo>
                  <a:pt x="805537" y="154305"/>
                </a:lnTo>
                <a:lnTo>
                  <a:pt x="812879" y="154305"/>
                </a:lnTo>
                <a:lnTo>
                  <a:pt x="822404" y="135255"/>
                </a:lnTo>
                <a:lnTo>
                  <a:pt x="843637" y="135255"/>
                </a:lnTo>
                <a:lnTo>
                  <a:pt x="843637" y="114300"/>
                </a:lnTo>
                <a:lnTo>
                  <a:pt x="803632" y="114300"/>
                </a:lnTo>
                <a:lnTo>
                  <a:pt x="803632" y="123825"/>
                </a:lnTo>
                <a:lnTo>
                  <a:pt x="784582" y="123825"/>
                </a:lnTo>
                <a:lnTo>
                  <a:pt x="784582" y="133350"/>
                </a:lnTo>
                <a:lnTo>
                  <a:pt x="765254" y="133350"/>
                </a:lnTo>
                <a:lnTo>
                  <a:pt x="755729" y="114300"/>
                </a:lnTo>
                <a:lnTo>
                  <a:pt x="738862" y="114300"/>
                </a:lnTo>
                <a:lnTo>
                  <a:pt x="738862" y="104775"/>
                </a:lnTo>
                <a:lnTo>
                  <a:pt x="729337" y="104775"/>
                </a:lnTo>
                <a:lnTo>
                  <a:pt x="729337" y="97433"/>
                </a:lnTo>
                <a:lnTo>
                  <a:pt x="710287" y="87908"/>
                </a:lnTo>
                <a:lnTo>
                  <a:pt x="710287" y="68858"/>
                </a:lnTo>
                <a:lnTo>
                  <a:pt x="691237" y="59333"/>
                </a:lnTo>
                <a:lnTo>
                  <a:pt x="691237" y="38100"/>
                </a:lnTo>
                <a:lnTo>
                  <a:pt x="681712" y="38100"/>
                </a:lnTo>
                <a:lnTo>
                  <a:pt x="681712" y="19050"/>
                </a:lnTo>
                <a:lnTo>
                  <a:pt x="670004" y="19050"/>
                </a:lnTo>
                <a:lnTo>
                  <a:pt x="660479" y="0"/>
                </a:lnTo>
                <a:lnTo>
                  <a:pt x="643890" y="0"/>
                </a:lnTo>
                <a:lnTo>
                  <a:pt x="634365" y="19050"/>
                </a:lnTo>
                <a:lnTo>
                  <a:pt x="613132" y="19050"/>
                </a:lnTo>
                <a:lnTo>
                  <a:pt x="613132" y="28575"/>
                </a:lnTo>
                <a:lnTo>
                  <a:pt x="603607" y="28575"/>
                </a:lnTo>
                <a:lnTo>
                  <a:pt x="603607" y="38100"/>
                </a:lnTo>
                <a:lnTo>
                  <a:pt x="555982" y="38100"/>
                </a:lnTo>
                <a:lnTo>
                  <a:pt x="555982" y="47625"/>
                </a:lnTo>
                <a:lnTo>
                  <a:pt x="527407" y="47625"/>
                </a:lnTo>
                <a:lnTo>
                  <a:pt x="527407" y="66397"/>
                </a:lnTo>
                <a:lnTo>
                  <a:pt x="527963" y="66675"/>
                </a:lnTo>
                <a:close/>
                <a:moveTo>
                  <a:pt x="539551" y="72469"/>
                </a:moveTo>
                <a:lnTo>
                  <a:pt x="546457" y="75922"/>
                </a:lnTo>
                <a:lnTo>
                  <a:pt x="546457" y="85725"/>
                </a:lnTo>
                <a:lnTo>
                  <a:pt x="546179" y="85725"/>
                </a:lnTo>
                <a:lnTo>
                  <a:pt x="539551" y="72469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33" name="Projected surface region 252">
            <a:extLst xmlns:a="http://schemas.openxmlformats.org/drawingml/2006/main">
              <a:ext uri="{FF2B5EF4-FFF2-40B4-BE49-F238E27FC236}">
                <a16:creationId xmlns:a16="http://schemas.microsoft.com/office/drawing/2014/main" id="{7B011FF1-F087-4559-81B1-D299DE6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760" y="3632835"/>
            <a:ext cx="192405" cy="154305"/>
          </a:xfrm>
          <a:custGeom xmlns:a="http://schemas.openxmlformats.org/drawingml/2006/main">
            <a:pathLst>
              <a:path w="192405" h="154305">
                <a:moveTo>
                  <a:pt x="106958" y="38100"/>
                </a:moveTo>
                <a:lnTo>
                  <a:pt x="97433" y="38100"/>
                </a:lnTo>
                <a:lnTo>
                  <a:pt x="87908" y="57150"/>
                </a:lnTo>
                <a:lnTo>
                  <a:pt x="59333" y="57150"/>
                </a:lnTo>
                <a:lnTo>
                  <a:pt x="49808" y="76200"/>
                </a:lnTo>
                <a:lnTo>
                  <a:pt x="28575" y="76200"/>
                </a:lnTo>
                <a:lnTo>
                  <a:pt x="28575" y="85725"/>
                </a:lnTo>
                <a:lnTo>
                  <a:pt x="19050" y="85725"/>
                </a:lnTo>
                <a:lnTo>
                  <a:pt x="19050" y="95250"/>
                </a:lnTo>
                <a:lnTo>
                  <a:pt x="0" y="95250"/>
                </a:lnTo>
                <a:lnTo>
                  <a:pt x="0" y="116205"/>
                </a:lnTo>
                <a:lnTo>
                  <a:pt x="28575" y="116205"/>
                </a:lnTo>
                <a:lnTo>
                  <a:pt x="28575" y="125730"/>
                </a:lnTo>
                <a:lnTo>
                  <a:pt x="38100" y="125730"/>
                </a:lnTo>
                <a:lnTo>
                  <a:pt x="38100" y="135255"/>
                </a:lnTo>
                <a:lnTo>
                  <a:pt x="49808" y="135255"/>
                </a:lnTo>
                <a:lnTo>
                  <a:pt x="59333" y="154305"/>
                </a:lnTo>
                <a:lnTo>
                  <a:pt x="125730" y="154305"/>
                </a:lnTo>
                <a:lnTo>
                  <a:pt x="125730" y="144780"/>
                </a:lnTo>
                <a:lnTo>
                  <a:pt x="135255" y="144780"/>
                </a:lnTo>
                <a:lnTo>
                  <a:pt x="135255" y="135255"/>
                </a:lnTo>
                <a:lnTo>
                  <a:pt x="142597" y="135255"/>
                </a:lnTo>
                <a:lnTo>
                  <a:pt x="152122" y="116205"/>
                </a:lnTo>
                <a:lnTo>
                  <a:pt x="173355" y="116205"/>
                </a:lnTo>
                <a:lnTo>
                  <a:pt x="173355" y="94972"/>
                </a:lnTo>
                <a:lnTo>
                  <a:pt x="192405" y="85447"/>
                </a:lnTo>
                <a:lnTo>
                  <a:pt x="192405" y="57150"/>
                </a:lnTo>
                <a:lnTo>
                  <a:pt x="182880" y="57150"/>
                </a:lnTo>
                <a:lnTo>
                  <a:pt x="182880" y="49808"/>
                </a:lnTo>
                <a:lnTo>
                  <a:pt x="163830" y="40283"/>
                </a:lnTo>
                <a:lnTo>
                  <a:pt x="163830" y="0"/>
                </a:lnTo>
                <a:lnTo>
                  <a:pt x="145058" y="0"/>
                </a:lnTo>
                <a:lnTo>
                  <a:pt x="135533" y="19050"/>
                </a:lnTo>
                <a:lnTo>
                  <a:pt x="116483" y="19050"/>
                </a:lnTo>
                <a:lnTo>
                  <a:pt x="106958" y="38100"/>
                </a:lnTo>
                <a:close/>
                <a:moveTo>
                  <a:pt x="87630" y="133350"/>
                </a:moveTo>
                <a:lnTo>
                  <a:pt x="87630" y="125730"/>
                </a:lnTo>
                <a:lnTo>
                  <a:pt x="106680" y="125730"/>
                </a:lnTo>
                <a:lnTo>
                  <a:pt x="106680" y="119737"/>
                </a:lnTo>
                <a:lnTo>
                  <a:pt x="114300" y="123547"/>
                </a:lnTo>
                <a:lnTo>
                  <a:pt x="114300" y="133350"/>
                </a:lnTo>
                <a:lnTo>
                  <a:pt x="87630" y="133350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34" name="Projected surface region 253">
            <a:extLst xmlns:a="http://schemas.openxmlformats.org/drawingml/2006/main">
              <a:ext uri="{FF2B5EF4-FFF2-40B4-BE49-F238E27FC236}">
                <a16:creationId xmlns:a16="http://schemas.microsoft.com/office/drawing/2014/main" id="{866663A6-4D54-4D98-85B3-ECB2470D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885" y="3680460"/>
            <a:ext cx="243562" cy="182880"/>
          </a:xfrm>
          <a:custGeom xmlns:a="http://schemas.openxmlformats.org/drawingml/2006/main">
            <a:pathLst>
              <a:path w="243562" h="182880">
                <a:moveTo>
                  <a:pt x="85725" y="38100"/>
                </a:moveTo>
                <a:lnTo>
                  <a:pt x="85725" y="47625"/>
                </a:lnTo>
                <a:lnTo>
                  <a:pt x="76200" y="47625"/>
                </a:lnTo>
                <a:lnTo>
                  <a:pt x="76200" y="57150"/>
                </a:lnTo>
                <a:lnTo>
                  <a:pt x="57150" y="57150"/>
                </a:lnTo>
                <a:lnTo>
                  <a:pt x="57150" y="66675"/>
                </a:lnTo>
                <a:lnTo>
                  <a:pt x="0" y="66675"/>
                </a:lnTo>
                <a:lnTo>
                  <a:pt x="0" y="87630"/>
                </a:lnTo>
                <a:lnTo>
                  <a:pt x="9525" y="87630"/>
                </a:lnTo>
                <a:lnTo>
                  <a:pt x="9525" y="104497"/>
                </a:lnTo>
                <a:lnTo>
                  <a:pt x="28575" y="114022"/>
                </a:lnTo>
                <a:lnTo>
                  <a:pt x="28575" y="135255"/>
                </a:lnTo>
                <a:lnTo>
                  <a:pt x="38100" y="135255"/>
                </a:lnTo>
                <a:lnTo>
                  <a:pt x="38100" y="144780"/>
                </a:lnTo>
                <a:lnTo>
                  <a:pt x="49808" y="144780"/>
                </a:lnTo>
                <a:lnTo>
                  <a:pt x="59333" y="163830"/>
                </a:lnTo>
                <a:lnTo>
                  <a:pt x="76200" y="163830"/>
                </a:lnTo>
                <a:lnTo>
                  <a:pt x="76200" y="173355"/>
                </a:lnTo>
                <a:lnTo>
                  <a:pt x="95250" y="173355"/>
                </a:lnTo>
                <a:lnTo>
                  <a:pt x="95250" y="182880"/>
                </a:lnTo>
                <a:lnTo>
                  <a:pt x="135255" y="182880"/>
                </a:lnTo>
                <a:lnTo>
                  <a:pt x="135255" y="173355"/>
                </a:lnTo>
                <a:lnTo>
                  <a:pt x="163830" y="173355"/>
                </a:lnTo>
                <a:lnTo>
                  <a:pt x="163830" y="163830"/>
                </a:lnTo>
                <a:lnTo>
                  <a:pt x="180697" y="163830"/>
                </a:lnTo>
                <a:lnTo>
                  <a:pt x="190222" y="144780"/>
                </a:lnTo>
                <a:lnTo>
                  <a:pt x="209550" y="144780"/>
                </a:lnTo>
                <a:lnTo>
                  <a:pt x="209550" y="154305"/>
                </a:lnTo>
                <a:lnTo>
                  <a:pt x="243562" y="154305"/>
                </a:lnTo>
                <a:lnTo>
                  <a:pt x="228322" y="123825"/>
                </a:lnTo>
                <a:lnTo>
                  <a:pt x="211455" y="123825"/>
                </a:lnTo>
                <a:lnTo>
                  <a:pt x="211455" y="114300"/>
                </a:lnTo>
                <a:lnTo>
                  <a:pt x="201930" y="114300"/>
                </a:lnTo>
                <a:lnTo>
                  <a:pt x="201930" y="106958"/>
                </a:lnTo>
                <a:lnTo>
                  <a:pt x="182880" y="97433"/>
                </a:lnTo>
                <a:lnTo>
                  <a:pt x="182880" y="76200"/>
                </a:lnTo>
                <a:lnTo>
                  <a:pt x="173355" y="76200"/>
                </a:lnTo>
                <a:lnTo>
                  <a:pt x="173355" y="57150"/>
                </a:lnTo>
                <a:lnTo>
                  <a:pt x="163830" y="57150"/>
                </a:lnTo>
                <a:lnTo>
                  <a:pt x="163830" y="38100"/>
                </a:lnTo>
                <a:lnTo>
                  <a:pt x="154305" y="38100"/>
                </a:lnTo>
                <a:lnTo>
                  <a:pt x="154305" y="19050"/>
                </a:lnTo>
                <a:lnTo>
                  <a:pt x="144780" y="19050"/>
                </a:lnTo>
                <a:lnTo>
                  <a:pt x="144780" y="0"/>
                </a:lnTo>
                <a:lnTo>
                  <a:pt x="114300" y="0"/>
                </a:lnTo>
                <a:lnTo>
                  <a:pt x="114300" y="11708"/>
                </a:lnTo>
                <a:lnTo>
                  <a:pt x="95250" y="21233"/>
                </a:lnTo>
                <a:lnTo>
                  <a:pt x="95250" y="38100"/>
                </a:lnTo>
                <a:lnTo>
                  <a:pt x="85725" y="38100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35" name="Projected surface region 254">
            <a:extLst xmlns:a="http://schemas.openxmlformats.org/drawingml/2006/main">
              <a:ext uri="{FF2B5EF4-FFF2-40B4-BE49-F238E27FC236}">
                <a16:creationId xmlns:a16="http://schemas.microsoft.com/office/drawing/2014/main" id="{7ADD7386-30BC-4277-A760-DB76D1BD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3661410"/>
            <a:ext cx="220980" cy="154305"/>
          </a:xfrm>
          <a:custGeom xmlns:a="http://schemas.openxmlformats.org/drawingml/2006/main">
            <a:pathLst>
              <a:path w="220980" h="154305">
                <a:moveTo>
                  <a:pt x="30030" y="20505"/>
                </a:moveTo>
                <a:lnTo>
                  <a:pt x="9525" y="30758"/>
                </a:lnTo>
                <a:lnTo>
                  <a:pt x="9525" y="47625"/>
                </a:lnTo>
                <a:lnTo>
                  <a:pt x="0" y="47625"/>
                </a:lnTo>
                <a:lnTo>
                  <a:pt x="0" y="68580"/>
                </a:lnTo>
                <a:lnTo>
                  <a:pt x="9525" y="68580"/>
                </a:lnTo>
                <a:lnTo>
                  <a:pt x="9525" y="78105"/>
                </a:lnTo>
                <a:lnTo>
                  <a:pt x="21233" y="78105"/>
                </a:lnTo>
                <a:lnTo>
                  <a:pt x="30758" y="97155"/>
                </a:lnTo>
                <a:lnTo>
                  <a:pt x="49808" y="97155"/>
                </a:lnTo>
                <a:lnTo>
                  <a:pt x="59333" y="116205"/>
                </a:lnTo>
                <a:lnTo>
                  <a:pt x="78383" y="116205"/>
                </a:lnTo>
                <a:lnTo>
                  <a:pt x="87908" y="135255"/>
                </a:lnTo>
                <a:lnTo>
                  <a:pt x="104775" y="135255"/>
                </a:lnTo>
                <a:lnTo>
                  <a:pt x="104775" y="144780"/>
                </a:lnTo>
                <a:lnTo>
                  <a:pt x="123825" y="144780"/>
                </a:lnTo>
                <a:lnTo>
                  <a:pt x="123825" y="154305"/>
                </a:lnTo>
                <a:lnTo>
                  <a:pt x="144780" y="154305"/>
                </a:lnTo>
                <a:lnTo>
                  <a:pt x="144780" y="133072"/>
                </a:lnTo>
                <a:lnTo>
                  <a:pt x="163830" y="123547"/>
                </a:lnTo>
                <a:lnTo>
                  <a:pt x="163830" y="106680"/>
                </a:lnTo>
                <a:lnTo>
                  <a:pt x="173355" y="106680"/>
                </a:lnTo>
                <a:lnTo>
                  <a:pt x="173355" y="97155"/>
                </a:lnTo>
                <a:lnTo>
                  <a:pt x="182880" y="97155"/>
                </a:lnTo>
                <a:lnTo>
                  <a:pt x="182880" y="85447"/>
                </a:lnTo>
                <a:lnTo>
                  <a:pt x="201930" y="75922"/>
                </a:lnTo>
                <a:lnTo>
                  <a:pt x="201930" y="56872"/>
                </a:lnTo>
                <a:lnTo>
                  <a:pt x="220980" y="47347"/>
                </a:lnTo>
                <a:lnTo>
                  <a:pt x="220980" y="28575"/>
                </a:lnTo>
                <a:lnTo>
                  <a:pt x="190500" y="28575"/>
                </a:lnTo>
                <a:lnTo>
                  <a:pt x="190500" y="38100"/>
                </a:lnTo>
                <a:lnTo>
                  <a:pt x="173633" y="38100"/>
                </a:lnTo>
                <a:lnTo>
                  <a:pt x="164108" y="57150"/>
                </a:lnTo>
                <a:lnTo>
                  <a:pt x="144780" y="57150"/>
                </a:lnTo>
                <a:lnTo>
                  <a:pt x="144780" y="49808"/>
                </a:lnTo>
                <a:lnTo>
                  <a:pt x="125730" y="40283"/>
                </a:lnTo>
                <a:lnTo>
                  <a:pt x="125730" y="19050"/>
                </a:lnTo>
                <a:lnTo>
                  <a:pt x="116205" y="19050"/>
                </a:lnTo>
                <a:lnTo>
                  <a:pt x="116205" y="0"/>
                </a:lnTo>
                <a:lnTo>
                  <a:pt x="85725" y="0"/>
                </a:lnTo>
                <a:lnTo>
                  <a:pt x="85725" y="9525"/>
                </a:lnTo>
                <a:lnTo>
                  <a:pt x="59055" y="9525"/>
                </a:lnTo>
                <a:lnTo>
                  <a:pt x="59055" y="0"/>
                </a:lnTo>
                <a:lnTo>
                  <a:pt x="40283" y="0"/>
                </a:lnTo>
                <a:lnTo>
                  <a:pt x="30030" y="20505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36" name="Projected surface region 255">
            <a:extLst xmlns:a="http://schemas.openxmlformats.org/drawingml/2006/main">
              <a:ext uri="{FF2B5EF4-FFF2-40B4-BE49-F238E27FC236}">
                <a16:creationId xmlns:a16="http://schemas.microsoft.com/office/drawing/2014/main" id="{B09B00C3-5152-42CC-9B75-BCF80C41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428" y="3756660"/>
            <a:ext cx="138787" cy="97155"/>
          </a:xfrm>
          <a:custGeom xmlns:a="http://schemas.openxmlformats.org/drawingml/2006/main">
            <a:pathLst>
              <a:path w="138787" h="97155">
                <a:moveTo>
                  <a:pt x="108307" y="0"/>
                </a:moveTo>
                <a:lnTo>
                  <a:pt x="108307" y="19050"/>
                </a:lnTo>
                <a:lnTo>
                  <a:pt x="89257" y="19050"/>
                </a:lnTo>
                <a:lnTo>
                  <a:pt x="89257" y="28575"/>
                </a:lnTo>
                <a:lnTo>
                  <a:pt x="79732" y="28575"/>
                </a:lnTo>
                <a:lnTo>
                  <a:pt x="79732" y="38100"/>
                </a:lnTo>
                <a:lnTo>
                  <a:pt x="72390" y="38100"/>
                </a:lnTo>
                <a:lnTo>
                  <a:pt x="62865" y="57150"/>
                </a:lnTo>
                <a:lnTo>
                  <a:pt x="41632" y="57150"/>
                </a:lnTo>
                <a:lnTo>
                  <a:pt x="41632" y="66675"/>
                </a:lnTo>
                <a:lnTo>
                  <a:pt x="15240" y="66675"/>
                </a:lnTo>
                <a:lnTo>
                  <a:pt x="0" y="97155"/>
                </a:lnTo>
                <a:lnTo>
                  <a:pt x="34012" y="97155"/>
                </a:lnTo>
                <a:lnTo>
                  <a:pt x="34012" y="87630"/>
                </a:lnTo>
                <a:lnTo>
                  <a:pt x="62587" y="87630"/>
                </a:lnTo>
                <a:lnTo>
                  <a:pt x="62587" y="78105"/>
                </a:lnTo>
                <a:lnTo>
                  <a:pt x="91162" y="78105"/>
                </a:lnTo>
                <a:lnTo>
                  <a:pt x="91162" y="68580"/>
                </a:lnTo>
                <a:lnTo>
                  <a:pt x="100687" y="68580"/>
                </a:lnTo>
                <a:lnTo>
                  <a:pt x="100687" y="59055"/>
                </a:lnTo>
                <a:lnTo>
                  <a:pt x="110212" y="59055"/>
                </a:lnTo>
                <a:lnTo>
                  <a:pt x="110212" y="47347"/>
                </a:lnTo>
                <a:lnTo>
                  <a:pt x="129262" y="37822"/>
                </a:lnTo>
                <a:lnTo>
                  <a:pt x="129262" y="20955"/>
                </a:lnTo>
                <a:lnTo>
                  <a:pt x="138787" y="20955"/>
                </a:lnTo>
                <a:lnTo>
                  <a:pt x="138787" y="0"/>
                </a:lnTo>
                <a:lnTo>
                  <a:pt x="108307" y="0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37" name="Projected surface region 256">
            <a:extLst xmlns:a="http://schemas.openxmlformats.org/drawingml/2006/main">
              <a:ext uri="{FF2B5EF4-FFF2-40B4-BE49-F238E27FC236}">
                <a16:creationId xmlns:a16="http://schemas.microsoft.com/office/drawing/2014/main" id="{69D10432-B22E-404E-BAF6-537651FD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335" y="3604260"/>
            <a:ext cx="287655" cy="278130"/>
          </a:xfrm>
          <a:custGeom xmlns:a="http://schemas.openxmlformats.org/drawingml/2006/main">
            <a:pathLst>
              <a:path w="287655" h="278130">
                <a:moveTo>
                  <a:pt x="192405" y="220980"/>
                </a:moveTo>
                <a:lnTo>
                  <a:pt x="192405" y="199747"/>
                </a:lnTo>
                <a:lnTo>
                  <a:pt x="211455" y="190222"/>
                </a:lnTo>
                <a:lnTo>
                  <a:pt x="211455" y="173355"/>
                </a:lnTo>
                <a:lnTo>
                  <a:pt x="220980" y="173355"/>
                </a:lnTo>
                <a:lnTo>
                  <a:pt x="220980" y="163830"/>
                </a:lnTo>
                <a:lnTo>
                  <a:pt x="228600" y="163830"/>
                </a:lnTo>
                <a:lnTo>
                  <a:pt x="228600" y="171172"/>
                </a:lnTo>
                <a:lnTo>
                  <a:pt x="259080" y="186412"/>
                </a:lnTo>
                <a:lnTo>
                  <a:pt x="259080" y="173355"/>
                </a:lnTo>
                <a:lnTo>
                  <a:pt x="268605" y="173355"/>
                </a:lnTo>
                <a:lnTo>
                  <a:pt x="268605" y="163830"/>
                </a:lnTo>
                <a:lnTo>
                  <a:pt x="287655" y="163830"/>
                </a:lnTo>
                <a:lnTo>
                  <a:pt x="287655" y="142875"/>
                </a:lnTo>
                <a:lnTo>
                  <a:pt x="278130" y="142875"/>
                </a:lnTo>
                <a:lnTo>
                  <a:pt x="278130" y="133350"/>
                </a:lnTo>
                <a:lnTo>
                  <a:pt x="266422" y="133350"/>
                </a:lnTo>
                <a:lnTo>
                  <a:pt x="256897" y="114300"/>
                </a:lnTo>
                <a:lnTo>
                  <a:pt x="240030" y="114300"/>
                </a:lnTo>
                <a:lnTo>
                  <a:pt x="240030" y="95250"/>
                </a:lnTo>
                <a:lnTo>
                  <a:pt x="230505" y="95250"/>
                </a:lnTo>
                <a:lnTo>
                  <a:pt x="230505" y="85725"/>
                </a:lnTo>
                <a:lnTo>
                  <a:pt x="220980" y="85725"/>
                </a:lnTo>
                <a:lnTo>
                  <a:pt x="220980" y="76200"/>
                </a:lnTo>
                <a:lnTo>
                  <a:pt x="209272" y="76200"/>
                </a:lnTo>
                <a:lnTo>
                  <a:pt x="199747" y="57150"/>
                </a:lnTo>
                <a:lnTo>
                  <a:pt x="180975" y="57150"/>
                </a:lnTo>
                <a:lnTo>
                  <a:pt x="180975" y="78383"/>
                </a:lnTo>
                <a:lnTo>
                  <a:pt x="173355" y="82193"/>
                </a:lnTo>
                <a:lnTo>
                  <a:pt x="173355" y="66675"/>
                </a:lnTo>
                <a:lnTo>
                  <a:pt x="163830" y="66675"/>
                </a:lnTo>
                <a:lnTo>
                  <a:pt x="163830" y="38100"/>
                </a:lnTo>
                <a:lnTo>
                  <a:pt x="154305" y="38100"/>
                </a:lnTo>
                <a:lnTo>
                  <a:pt x="154305" y="19050"/>
                </a:lnTo>
                <a:lnTo>
                  <a:pt x="144780" y="19050"/>
                </a:lnTo>
                <a:lnTo>
                  <a:pt x="144780" y="0"/>
                </a:lnTo>
                <a:lnTo>
                  <a:pt x="114300" y="0"/>
                </a:lnTo>
                <a:lnTo>
                  <a:pt x="114300" y="19050"/>
                </a:lnTo>
                <a:lnTo>
                  <a:pt x="104775" y="19050"/>
                </a:lnTo>
                <a:lnTo>
                  <a:pt x="104775" y="40283"/>
                </a:lnTo>
                <a:lnTo>
                  <a:pt x="85725" y="49808"/>
                </a:lnTo>
                <a:lnTo>
                  <a:pt x="85725" y="66675"/>
                </a:lnTo>
                <a:lnTo>
                  <a:pt x="76200" y="66675"/>
                </a:lnTo>
                <a:lnTo>
                  <a:pt x="76200" y="85725"/>
                </a:lnTo>
                <a:lnTo>
                  <a:pt x="66675" y="85725"/>
                </a:lnTo>
                <a:lnTo>
                  <a:pt x="66675" y="104775"/>
                </a:lnTo>
                <a:lnTo>
                  <a:pt x="57150" y="104775"/>
                </a:lnTo>
                <a:lnTo>
                  <a:pt x="57150" y="114300"/>
                </a:lnTo>
                <a:lnTo>
                  <a:pt x="47625" y="114300"/>
                </a:lnTo>
                <a:lnTo>
                  <a:pt x="47625" y="135533"/>
                </a:lnTo>
                <a:lnTo>
                  <a:pt x="28575" y="145058"/>
                </a:lnTo>
                <a:lnTo>
                  <a:pt x="28575" y="161925"/>
                </a:lnTo>
                <a:lnTo>
                  <a:pt x="19050" y="161925"/>
                </a:lnTo>
                <a:lnTo>
                  <a:pt x="19050" y="183158"/>
                </a:lnTo>
                <a:lnTo>
                  <a:pt x="0" y="192683"/>
                </a:lnTo>
                <a:lnTo>
                  <a:pt x="0" y="220980"/>
                </a:lnTo>
                <a:lnTo>
                  <a:pt x="19050" y="220980"/>
                </a:lnTo>
                <a:lnTo>
                  <a:pt x="19050" y="240030"/>
                </a:lnTo>
                <a:lnTo>
                  <a:pt x="28575" y="240030"/>
                </a:lnTo>
                <a:lnTo>
                  <a:pt x="28575" y="249555"/>
                </a:lnTo>
                <a:lnTo>
                  <a:pt x="38100" y="249555"/>
                </a:lnTo>
                <a:lnTo>
                  <a:pt x="38100" y="259080"/>
                </a:lnTo>
                <a:lnTo>
                  <a:pt x="49808" y="259080"/>
                </a:lnTo>
                <a:lnTo>
                  <a:pt x="59333" y="278130"/>
                </a:lnTo>
                <a:lnTo>
                  <a:pt x="85447" y="278130"/>
                </a:lnTo>
                <a:lnTo>
                  <a:pt x="94972" y="259080"/>
                </a:lnTo>
                <a:lnTo>
                  <a:pt x="133350" y="259080"/>
                </a:lnTo>
                <a:lnTo>
                  <a:pt x="133350" y="268605"/>
                </a:lnTo>
                <a:lnTo>
                  <a:pt x="154305" y="268605"/>
                </a:lnTo>
                <a:lnTo>
                  <a:pt x="154305" y="259080"/>
                </a:lnTo>
                <a:lnTo>
                  <a:pt x="163830" y="259080"/>
                </a:lnTo>
                <a:lnTo>
                  <a:pt x="163830" y="247372"/>
                </a:lnTo>
                <a:lnTo>
                  <a:pt x="182880" y="237847"/>
                </a:lnTo>
                <a:lnTo>
                  <a:pt x="182880" y="220980"/>
                </a:lnTo>
                <a:lnTo>
                  <a:pt x="192405" y="220980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38" name="Projected surface region 257">
            <a:extLst xmlns:a="http://schemas.openxmlformats.org/drawingml/2006/main">
              <a:ext uri="{FF2B5EF4-FFF2-40B4-BE49-F238E27FC236}">
                <a16:creationId xmlns:a16="http://schemas.microsoft.com/office/drawing/2014/main" id="{1285C108-0A86-463B-A87E-6E1AD957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228" y="3629303"/>
            <a:ext cx="370919" cy="262612"/>
          </a:xfrm>
          <a:custGeom xmlns:a="http://schemas.openxmlformats.org/drawingml/2006/main">
            <a:pathLst>
              <a:path w="370919" h="262612">
                <a:moveTo>
                  <a:pt x="234037" y="157837"/>
                </a:moveTo>
                <a:lnTo>
                  <a:pt x="234037" y="146129"/>
                </a:lnTo>
                <a:lnTo>
                  <a:pt x="253087" y="136604"/>
                </a:lnTo>
                <a:lnTo>
                  <a:pt x="253087" y="119737"/>
                </a:lnTo>
                <a:lnTo>
                  <a:pt x="270232" y="119737"/>
                </a:lnTo>
                <a:lnTo>
                  <a:pt x="270232" y="127357"/>
                </a:lnTo>
                <a:lnTo>
                  <a:pt x="260707" y="127357"/>
                </a:lnTo>
                <a:lnTo>
                  <a:pt x="260707" y="146407"/>
                </a:lnTo>
                <a:lnTo>
                  <a:pt x="251182" y="146407"/>
                </a:lnTo>
                <a:lnTo>
                  <a:pt x="251182" y="176887"/>
                </a:lnTo>
                <a:lnTo>
                  <a:pt x="281662" y="176887"/>
                </a:lnTo>
                <a:lnTo>
                  <a:pt x="281662" y="167362"/>
                </a:lnTo>
                <a:lnTo>
                  <a:pt x="300712" y="167362"/>
                </a:lnTo>
                <a:lnTo>
                  <a:pt x="300712" y="157837"/>
                </a:lnTo>
                <a:lnTo>
                  <a:pt x="308054" y="157837"/>
                </a:lnTo>
                <a:lnTo>
                  <a:pt x="317579" y="138787"/>
                </a:lnTo>
                <a:lnTo>
                  <a:pt x="338812" y="138787"/>
                </a:lnTo>
                <a:lnTo>
                  <a:pt x="338812" y="132794"/>
                </a:lnTo>
                <a:lnTo>
                  <a:pt x="354703" y="140740"/>
                </a:lnTo>
                <a:lnTo>
                  <a:pt x="370919" y="108307"/>
                </a:lnTo>
                <a:lnTo>
                  <a:pt x="300712" y="108307"/>
                </a:lnTo>
                <a:lnTo>
                  <a:pt x="300712" y="98782"/>
                </a:lnTo>
                <a:lnTo>
                  <a:pt x="262612" y="98782"/>
                </a:lnTo>
                <a:lnTo>
                  <a:pt x="262612" y="89257"/>
                </a:lnTo>
                <a:lnTo>
                  <a:pt x="241379" y="89257"/>
                </a:lnTo>
                <a:lnTo>
                  <a:pt x="231854" y="70207"/>
                </a:lnTo>
                <a:lnTo>
                  <a:pt x="214987" y="70207"/>
                </a:lnTo>
                <a:lnTo>
                  <a:pt x="214987" y="60682"/>
                </a:lnTo>
                <a:lnTo>
                  <a:pt x="205462" y="60682"/>
                </a:lnTo>
                <a:lnTo>
                  <a:pt x="205462" y="51157"/>
                </a:lnTo>
                <a:lnTo>
                  <a:pt x="195937" y="51157"/>
                </a:lnTo>
                <a:lnTo>
                  <a:pt x="195937" y="41632"/>
                </a:lnTo>
                <a:lnTo>
                  <a:pt x="186412" y="41632"/>
                </a:lnTo>
                <a:lnTo>
                  <a:pt x="186412" y="32107"/>
                </a:lnTo>
                <a:lnTo>
                  <a:pt x="176887" y="32107"/>
                </a:lnTo>
                <a:lnTo>
                  <a:pt x="176887" y="22582"/>
                </a:lnTo>
                <a:lnTo>
                  <a:pt x="167362" y="22582"/>
                </a:lnTo>
                <a:lnTo>
                  <a:pt x="167362" y="15240"/>
                </a:lnTo>
                <a:lnTo>
                  <a:pt x="136882" y="0"/>
                </a:lnTo>
                <a:lnTo>
                  <a:pt x="136882" y="13057"/>
                </a:lnTo>
                <a:lnTo>
                  <a:pt x="127357" y="13057"/>
                </a:lnTo>
                <a:lnTo>
                  <a:pt x="127357" y="34290"/>
                </a:lnTo>
                <a:lnTo>
                  <a:pt x="108307" y="43815"/>
                </a:lnTo>
                <a:lnTo>
                  <a:pt x="108307" y="60682"/>
                </a:lnTo>
                <a:lnTo>
                  <a:pt x="98782" y="60682"/>
                </a:lnTo>
                <a:lnTo>
                  <a:pt x="98782" y="72390"/>
                </a:lnTo>
                <a:lnTo>
                  <a:pt x="79732" y="81915"/>
                </a:lnTo>
                <a:lnTo>
                  <a:pt x="79732" y="98782"/>
                </a:lnTo>
                <a:lnTo>
                  <a:pt x="70207" y="98782"/>
                </a:lnTo>
                <a:lnTo>
                  <a:pt x="70207" y="120015"/>
                </a:lnTo>
                <a:lnTo>
                  <a:pt x="51157" y="129540"/>
                </a:lnTo>
                <a:lnTo>
                  <a:pt x="51157" y="146407"/>
                </a:lnTo>
                <a:lnTo>
                  <a:pt x="41632" y="146407"/>
                </a:lnTo>
                <a:lnTo>
                  <a:pt x="41632" y="155932"/>
                </a:lnTo>
                <a:lnTo>
                  <a:pt x="32107" y="155932"/>
                </a:lnTo>
                <a:lnTo>
                  <a:pt x="32107" y="165457"/>
                </a:lnTo>
                <a:lnTo>
                  <a:pt x="22582" y="165457"/>
                </a:lnTo>
                <a:lnTo>
                  <a:pt x="22582" y="174982"/>
                </a:lnTo>
                <a:lnTo>
                  <a:pt x="15240" y="174982"/>
                </a:lnTo>
                <a:lnTo>
                  <a:pt x="0" y="205462"/>
                </a:lnTo>
                <a:lnTo>
                  <a:pt x="31829" y="205462"/>
                </a:lnTo>
                <a:lnTo>
                  <a:pt x="41354" y="186412"/>
                </a:lnTo>
                <a:lnTo>
                  <a:pt x="81637" y="186412"/>
                </a:lnTo>
                <a:lnTo>
                  <a:pt x="81637" y="176887"/>
                </a:lnTo>
                <a:lnTo>
                  <a:pt x="89257" y="176887"/>
                </a:lnTo>
                <a:lnTo>
                  <a:pt x="89257" y="214987"/>
                </a:lnTo>
                <a:lnTo>
                  <a:pt x="108307" y="214987"/>
                </a:lnTo>
                <a:lnTo>
                  <a:pt x="108307" y="222329"/>
                </a:lnTo>
                <a:lnTo>
                  <a:pt x="127357" y="231854"/>
                </a:lnTo>
                <a:lnTo>
                  <a:pt x="127357" y="262612"/>
                </a:lnTo>
                <a:lnTo>
                  <a:pt x="148312" y="262612"/>
                </a:lnTo>
                <a:lnTo>
                  <a:pt x="148312" y="253087"/>
                </a:lnTo>
                <a:lnTo>
                  <a:pt x="157837" y="253087"/>
                </a:lnTo>
                <a:lnTo>
                  <a:pt x="157837" y="234037"/>
                </a:lnTo>
                <a:lnTo>
                  <a:pt x="176887" y="234037"/>
                </a:lnTo>
                <a:lnTo>
                  <a:pt x="176887" y="222329"/>
                </a:lnTo>
                <a:lnTo>
                  <a:pt x="195937" y="212804"/>
                </a:lnTo>
                <a:lnTo>
                  <a:pt x="195937" y="195937"/>
                </a:lnTo>
                <a:lnTo>
                  <a:pt x="205462" y="195937"/>
                </a:lnTo>
                <a:lnTo>
                  <a:pt x="205462" y="176887"/>
                </a:lnTo>
                <a:lnTo>
                  <a:pt x="224512" y="176887"/>
                </a:lnTo>
                <a:lnTo>
                  <a:pt x="224512" y="157837"/>
                </a:lnTo>
                <a:lnTo>
                  <a:pt x="234037" y="157837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39" name="Projected surface region 258">
            <a:extLst xmlns:a="http://schemas.openxmlformats.org/drawingml/2006/main">
              <a:ext uri="{FF2B5EF4-FFF2-40B4-BE49-F238E27FC236}">
                <a16:creationId xmlns:a16="http://schemas.microsoft.com/office/drawing/2014/main" id="{1CC7E402-63DB-44C1-ABBB-182EC92D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3623310"/>
            <a:ext cx="192405" cy="268605"/>
          </a:xfrm>
          <a:custGeom xmlns:a="http://schemas.openxmlformats.org/drawingml/2006/main">
            <a:pathLst>
              <a:path w="192405" h="268605">
                <a:moveTo>
                  <a:pt x="0" y="30480"/>
                </a:moveTo>
                <a:lnTo>
                  <a:pt x="9525" y="30480"/>
                </a:lnTo>
                <a:lnTo>
                  <a:pt x="9525" y="49530"/>
                </a:lnTo>
                <a:lnTo>
                  <a:pt x="19050" y="49530"/>
                </a:lnTo>
                <a:lnTo>
                  <a:pt x="19050" y="66397"/>
                </a:lnTo>
                <a:lnTo>
                  <a:pt x="38100" y="75922"/>
                </a:lnTo>
                <a:lnTo>
                  <a:pt x="38100" y="97155"/>
                </a:lnTo>
                <a:lnTo>
                  <a:pt x="47625" y="97155"/>
                </a:lnTo>
                <a:lnTo>
                  <a:pt x="47625" y="116205"/>
                </a:lnTo>
                <a:lnTo>
                  <a:pt x="57150" y="116205"/>
                </a:lnTo>
                <a:lnTo>
                  <a:pt x="57150" y="144780"/>
                </a:lnTo>
                <a:lnTo>
                  <a:pt x="66675" y="144780"/>
                </a:lnTo>
                <a:lnTo>
                  <a:pt x="66675" y="163830"/>
                </a:lnTo>
                <a:lnTo>
                  <a:pt x="76200" y="163830"/>
                </a:lnTo>
                <a:lnTo>
                  <a:pt x="76200" y="171172"/>
                </a:lnTo>
                <a:lnTo>
                  <a:pt x="95250" y="180697"/>
                </a:lnTo>
                <a:lnTo>
                  <a:pt x="95250" y="201930"/>
                </a:lnTo>
                <a:lnTo>
                  <a:pt x="104775" y="201930"/>
                </a:lnTo>
                <a:lnTo>
                  <a:pt x="104775" y="220980"/>
                </a:lnTo>
                <a:lnTo>
                  <a:pt x="114300" y="220980"/>
                </a:lnTo>
                <a:lnTo>
                  <a:pt x="114300" y="230505"/>
                </a:lnTo>
                <a:lnTo>
                  <a:pt x="133350" y="230505"/>
                </a:lnTo>
                <a:lnTo>
                  <a:pt x="133350" y="249555"/>
                </a:lnTo>
                <a:lnTo>
                  <a:pt x="142875" y="249555"/>
                </a:lnTo>
                <a:lnTo>
                  <a:pt x="142875" y="259080"/>
                </a:lnTo>
                <a:lnTo>
                  <a:pt x="161925" y="259080"/>
                </a:lnTo>
                <a:lnTo>
                  <a:pt x="161925" y="268605"/>
                </a:lnTo>
                <a:lnTo>
                  <a:pt x="192405" y="268605"/>
                </a:lnTo>
                <a:lnTo>
                  <a:pt x="192405" y="247650"/>
                </a:lnTo>
                <a:lnTo>
                  <a:pt x="182880" y="247650"/>
                </a:lnTo>
                <a:lnTo>
                  <a:pt x="182880" y="228600"/>
                </a:lnTo>
                <a:lnTo>
                  <a:pt x="163830" y="228600"/>
                </a:lnTo>
                <a:lnTo>
                  <a:pt x="163830" y="200025"/>
                </a:lnTo>
                <a:lnTo>
                  <a:pt x="142875" y="200025"/>
                </a:lnTo>
                <a:lnTo>
                  <a:pt x="142875" y="206018"/>
                </a:lnTo>
                <a:lnTo>
                  <a:pt x="135255" y="202208"/>
                </a:lnTo>
                <a:lnTo>
                  <a:pt x="135255" y="123825"/>
                </a:lnTo>
                <a:lnTo>
                  <a:pt x="125730" y="123825"/>
                </a:lnTo>
                <a:lnTo>
                  <a:pt x="125730" y="114300"/>
                </a:lnTo>
                <a:lnTo>
                  <a:pt x="116205" y="114300"/>
                </a:lnTo>
                <a:lnTo>
                  <a:pt x="116205" y="95250"/>
                </a:lnTo>
                <a:lnTo>
                  <a:pt x="106680" y="95250"/>
                </a:lnTo>
                <a:lnTo>
                  <a:pt x="106680" y="87630"/>
                </a:lnTo>
                <a:lnTo>
                  <a:pt x="135255" y="87630"/>
                </a:lnTo>
                <a:lnTo>
                  <a:pt x="135255" y="66675"/>
                </a:lnTo>
                <a:lnTo>
                  <a:pt x="97155" y="66675"/>
                </a:lnTo>
                <a:lnTo>
                  <a:pt x="97155" y="57150"/>
                </a:lnTo>
                <a:lnTo>
                  <a:pt x="68580" y="57150"/>
                </a:lnTo>
                <a:lnTo>
                  <a:pt x="68580" y="47625"/>
                </a:lnTo>
                <a:lnTo>
                  <a:pt x="56872" y="47625"/>
                </a:lnTo>
                <a:lnTo>
                  <a:pt x="47347" y="28575"/>
                </a:lnTo>
                <a:lnTo>
                  <a:pt x="30480" y="28575"/>
                </a:lnTo>
                <a:lnTo>
                  <a:pt x="30480" y="9525"/>
                </a:lnTo>
                <a:lnTo>
                  <a:pt x="20955" y="9525"/>
                </a:lnTo>
                <a:lnTo>
                  <a:pt x="20955" y="0"/>
                </a:lnTo>
                <a:lnTo>
                  <a:pt x="0" y="0"/>
                </a:lnTo>
                <a:lnTo>
                  <a:pt x="0" y="30480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40" name="Projected surface region 259">
            <a:extLst xmlns:a="http://schemas.openxmlformats.org/drawingml/2006/main">
              <a:ext uri="{FF2B5EF4-FFF2-40B4-BE49-F238E27FC236}">
                <a16:creationId xmlns:a16="http://schemas.microsoft.com/office/drawing/2014/main" id="{25129CB5-5FCC-43ED-895D-81CAA77D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385" y="3619778"/>
            <a:ext cx="319762" cy="243562"/>
          </a:xfrm>
          <a:custGeom xmlns:a="http://schemas.openxmlformats.org/drawingml/2006/main">
            <a:pathLst>
              <a:path w="319762" h="243562">
                <a:moveTo>
                  <a:pt x="114300" y="60682"/>
                </a:moveTo>
                <a:lnTo>
                  <a:pt x="106680" y="60682"/>
                </a:lnTo>
                <a:lnTo>
                  <a:pt x="106680" y="53340"/>
                </a:lnTo>
                <a:lnTo>
                  <a:pt x="76200" y="38100"/>
                </a:lnTo>
                <a:lnTo>
                  <a:pt x="76200" y="51157"/>
                </a:lnTo>
                <a:lnTo>
                  <a:pt x="57150" y="51157"/>
                </a:lnTo>
                <a:lnTo>
                  <a:pt x="57150" y="60682"/>
                </a:lnTo>
                <a:lnTo>
                  <a:pt x="38100" y="60682"/>
                </a:lnTo>
                <a:lnTo>
                  <a:pt x="38100" y="70207"/>
                </a:lnTo>
                <a:lnTo>
                  <a:pt x="0" y="70207"/>
                </a:lnTo>
                <a:lnTo>
                  <a:pt x="0" y="91162"/>
                </a:lnTo>
                <a:lnTo>
                  <a:pt x="104775" y="91162"/>
                </a:lnTo>
                <a:lnTo>
                  <a:pt x="104775" y="100687"/>
                </a:lnTo>
                <a:lnTo>
                  <a:pt x="114300" y="100687"/>
                </a:lnTo>
                <a:lnTo>
                  <a:pt x="114300" y="129262"/>
                </a:lnTo>
                <a:lnTo>
                  <a:pt x="123825" y="129262"/>
                </a:lnTo>
                <a:lnTo>
                  <a:pt x="123825" y="146129"/>
                </a:lnTo>
                <a:lnTo>
                  <a:pt x="142875" y="155654"/>
                </a:lnTo>
                <a:lnTo>
                  <a:pt x="142875" y="174704"/>
                </a:lnTo>
                <a:lnTo>
                  <a:pt x="161925" y="184229"/>
                </a:lnTo>
                <a:lnTo>
                  <a:pt x="161925" y="205462"/>
                </a:lnTo>
                <a:lnTo>
                  <a:pt x="171450" y="205462"/>
                </a:lnTo>
                <a:lnTo>
                  <a:pt x="171450" y="224512"/>
                </a:lnTo>
                <a:lnTo>
                  <a:pt x="180975" y="224512"/>
                </a:lnTo>
                <a:lnTo>
                  <a:pt x="180975" y="243562"/>
                </a:lnTo>
                <a:lnTo>
                  <a:pt x="220980" y="243562"/>
                </a:lnTo>
                <a:lnTo>
                  <a:pt x="220980" y="234037"/>
                </a:lnTo>
                <a:lnTo>
                  <a:pt x="230505" y="234037"/>
                </a:lnTo>
                <a:lnTo>
                  <a:pt x="230505" y="224512"/>
                </a:lnTo>
                <a:lnTo>
                  <a:pt x="240030" y="224512"/>
                </a:lnTo>
                <a:lnTo>
                  <a:pt x="240030" y="214987"/>
                </a:lnTo>
                <a:lnTo>
                  <a:pt x="249555" y="214987"/>
                </a:lnTo>
                <a:lnTo>
                  <a:pt x="249555" y="205462"/>
                </a:lnTo>
                <a:lnTo>
                  <a:pt x="259080" y="205462"/>
                </a:lnTo>
                <a:lnTo>
                  <a:pt x="259080" y="195937"/>
                </a:lnTo>
                <a:lnTo>
                  <a:pt x="268605" y="195937"/>
                </a:lnTo>
                <a:lnTo>
                  <a:pt x="268605" y="186412"/>
                </a:lnTo>
                <a:lnTo>
                  <a:pt x="278130" y="186412"/>
                </a:lnTo>
                <a:lnTo>
                  <a:pt x="278130" y="176887"/>
                </a:lnTo>
                <a:lnTo>
                  <a:pt x="287655" y="176887"/>
                </a:lnTo>
                <a:lnTo>
                  <a:pt x="287655" y="167362"/>
                </a:lnTo>
                <a:lnTo>
                  <a:pt x="297180" y="167362"/>
                </a:lnTo>
                <a:lnTo>
                  <a:pt x="297180" y="157837"/>
                </a:lnTo>
                <a:lnTo>
                  <a:pt x="304522" y="157837"/>
                </a:lnTo>
                <a:lnTo>
                  <a:pt x="319762" y="127357"/>
                </a:lnTo>
                <a:lnTo>
                  <a:pt x="306705" y="127357"/>
                </a:lnTo>
                <a:lnTo>
                  <a:pt x="306705" y="117832"/>
                </a:lnTo>
                <a:lnTo>
                  <a:pt x="287655" y="117832"/>
                </a:lnTo>
                <a:lnTo>
                  <a:pt x="287655" y="108307"/>
                </a:lnTo>
                <a:lnTo>
                  <a:pt x="275947" y="108307"/>
                </a:lnTo>
                <a:lnTo>
                  <a:pt x="266422" y="89257"/>
                </a:lnTo>
                <a:lnTo>
                  <a:pt x="249555" y="89257"/>
                </a:lnTo>
                <a:lnTo>
                  <a:pt x="249555" y="79732"/>
                </a:lnTo>
                <a:lnTo>
                  <a:pt x="240030" y="79732"/>
                </a:lnTo>
                <a:lnTo>
                  <a:pt x="240030" y="70207"/>
                </a:lnTo>
                <a:lnTo>
                  <a:pt x="230505" y="70207"/>
                </a:lnTo>
                <a:lnTo>
                  <a:pt x="230505" y="60682"/>
                </a:lnTo>
                <a:lnTo>
                  <a:pt x="220980" y="60682"/>
                </a:lnTo>
                <a:lnTo>
                  <a:pt x="220980" y="51157"/>
                </a:lnTo>
                <a:lnTo>
                  <a:pt x="211455" y="51157"/>
                </a:lnTo>
                <a:lnTo>
                  <a:pt x="211455" y="41632"/>
                </a:lnTo>
                <a:lnTo>
                  <a:pt x="199747" y="41632"/>
                </a:lnTo>
                <a:lnTo>
                  <a:pt x="190222" y="22582"/>
                </a:lnTo>
                <a:lnTo>
                  <a:pt x="173355" y="22582"/>
                </a:lnTo>
                <a:lnTo>
                  <a:pt x="173355" y="15240"/>
                </a:lnTo>
                <a:lnTo>
                  <a:pt x="142875" y="0"/>
                </a:lnTo>
                <a:lnTo>
                  <a:pt x="142875" y="34012"/>
                </a:lnTo>
                <a:lnTo>
                  <a:pt x="152400" y="34012"/>
                </a:lnTo>
                <a:lnTo>
                  <a:pt x="152400" y="53062"/>
                </a:lnTo>
                <a:lnTo>
                  <a:pt x="164108" y="53062"/>
                </a:lnTo>
                <a:lnTo>
                  <a:pt x="167918" y="60682"/>
                </a:lnTo>
                <a:lnTo>
                  <a:pt x="116205" y="60682"/>
                </a:lnTo>
                <a:lnTo>
                  <a:pt x="114300" y="60682"/>
                </a:lnTo>
                <a:close/>
              </a:path>
            </a:pathLst>
          </a:custGeom>
          <a:solidFill xmlns:a="http://schemas.openxmlformats.org/drawingml/2006/main">
            <a:srgbClr val="434588"/>
          </a:solidFill>
          <a:ln xmlns:a="http://schemas.openxmlformats.org/drawingml/2006/main" w="0">
            <a:noFill/>
          </a:ln>
        </p:spPr>
      </p:sp>
      <p:sp>
        <p:nvSpPr>
          <p:cNvPr id="341" name="Projected surface region 260">
            <a:extLst xmlns:a="http://schemas.openxmlformats.org/drawingml/2006/main">
              <a:ext uri="{FF2B5EF4-FFF2-40B4-BE49-F238E27FC236}">
                <a16:creationId xmlns:a16="http://schemas.microsoft.com/office/drawing/2014/main" id="{1C24593F-6D5E-4D40-8B51-325AF158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1594485"/>
            <a:ext cx="20955" cy="363855"/>
          </a:xfrm>
          <a:custGeom xmlns:a="http://schemas.openxmlformats.org/drawingml/2006/main">
            <a:pathLst>
              <a:path w="20955" h="363855">
                <a:moveTo>
                  <a:pt x="20955" y="363855"/>
                </a:moveTo>
                <a:lnTo>
                  <a:pt x="20955" y="0"/>
                </a:lnTo>
                <a:lnTo>
                  <a:pt x="0" y="0"/>
                </a:lnTo>
                <a:lnTo>
                  <a:pt x="0" y="363855"/>
                </a:lnTo>
                <a:lnTo>
                  <a:pt x="20955" y="363855"/>
                </a:lnTo>
                <a:close/>
              </a:path>
            </a:pathLst>
          </a:custGeom>
          <a:solidFill xmlns:a="http://schemas.openxmlformats.org/drawingml/2006/main">
            <a:srgbClr val="60C46A"/>
          </a:solidFill>
          <a:ln xmlns:a="http://schemas.openxmlformats.org/drawingml/2006/main" w="0">
            <a:noFill/>
          </a:ln>
        </p:spPr>
      </p:sp>
      <p:sp>
        <p:nvSpPr>
          <p:cNvPr id="342" name="Projected surface region 261">
            <a:extLst xmlns:a="http://schemas.openxmlformats.org/drawingml/2006/main">
              <a:ext uri="{FF2B5EF4-FFF2-40B4-BE49-F238E27FC236}">
                <a16:creationId xmlns:a16="http://schemas.microsoft.com/office/drawing/2014/main" id="{A0D55245-7470-4E1C-B7E8-DBDFE36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185" y="2118360"/>
            <a:ext cx="125730" cy="20955"/>
          </a:xfrm>
          <a:custGeom xmlns:a="http://schemas.openxmlformats.org/drawingml/2006/main">
            <a:pathLst>
              <a:path w="125730" h="20955">
                <a:moveTo>
                  <a:pt x="0" y="20955"/>
                </a:moveTo>
                <a:lnTo>
                  <a:pt x="125730" y="20955"/>
                </a:lnTo>
                <a:lnTo>
                  <a:pt x="125730" y="0"/>
                </a:lnTo>
                <a:lnTo>
                  <a:pt x="0" y="0"/>
                </a:lnTo>
                <a:lnTo>
                  <a:pt x="0" y="20955"/>
                </a:lnTo>
                <a:close/>
              </a:path>
            </a:pathLst>
          </a:custGeom>
          <a:solidFill xmlns:a="http://schemas.openxmlformats.org/drawingml/2006/main">
            <a:srgbClr val="60C46A"/>
          </a:solidFill>
          <a:ln xmlns:a="http://schemas.openxmlformats.org/drawingml/2006/main" w="0">
            <a:noFill/>
          </a:ln>
        </p:spPr>
      </p:sp>
      <p:sp>
        <p:nvSpPr>
          <p:cNvPr id="343" name="Projected surface region 262">
            <a:extLst xmlns:a="http://schemas.openxmlformats.org/drawingml/2006/main">
              <a:ext uri="{FF2B5EF4-FFF2-40B4-BE49-F238E27FC236}">
                <a16:creationId xmlns:a16="http://schemas.microsoft.com/office/drawing/2014/main" id="{F10E8A6A-46D1-40E2-89AE-C0A13F71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035" y="2118360"/>
            <a:ext cx="135255" cy="20955"/>
          </a:xfrm>
          <a:custGeom xmlns:a="http://schemas.openxmlformats.org/drawingml/2006/main">
            <a:pathLst>
              <a:path w="135255" h="20955">
                <a:moveTo>
                  <a:pt x="0" y="20955"/>
                </a:moveTo>
                <a:lnTo>
                  <a:pt x="135255" y="20955"/>
                </a:lnTo>
                <a:lnTo>
                  <a:pt x="135255" y="0"/>
                </a:lnTo>
                <a:lnTo>
                  <a:pt x="0" y="0"/>
                </a:lnTo>
                <a:lnTo>
                  <a:pt x="0" y="20955"/>
                </a:lnTo>
                <a:close/>
              </a:path>
            </a:pathLst>
          </a:custGeom>
          <a:solidFill xmlns:a="http://schemas.openxmlformats.org/drawingml/2006/main">
            <a:srgbClr val="60C46A"/>
          </a:solidFill>
          <a:ln xmlns:a="http://schemas.openxmlformats.org/drawingml/2006/main" w="0">
            <a:noFill/>
          </a:ln>
        </p:spPr>
      </p:sp>
      <p:sp>
        <p:nvSpPr>
          <p:cNvPr id="344" name="Projected surface region 263">
            <a:extLst xmlns:a="http://schemas.openxmlformats.org/drawingml/2006/main">
              <a:ext uri="{FF2B5EF4-FFF2-40B4-BE49-F238E27FC236}">
                <a16:creationId xmlns:a16="http://schemas.microsoft.com/office/drawing/2014/main" id="{EEB4BEF8-DA12-47DF-B7C0-7CE00773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135" y="3848378"/>
            <a:ext cx="421005" cy="161369"/>
          </a:xfrm>
          <a:custGeom xmlns:a="http://schemas.openxmlformats.org/drawingml/2006/main">
            <a:pathLst>
              <a:path w="421005" h="161369">
                <a:moveTo>
                  <a:pt x="114300" y="41632"/>
                </a:moveTo>
                <a:lnTo>
                  <a:pt x="0" y="41632"/>
                </a:lnTo>
                <a:lnTo>
                  <a:pt x="0" y="72112"/>
                </a:lnTo>
                <a:lnTo>
                  <a:pt x="49530" y="72112"/>
                </a:lnTo>
                <a:lnTo>
                  <a:pt x="49530" y="62587"/>
                </a:lnTo>
                <a:lnTo>
                  <a:pt x="114300" y="62587"/>
                </a:lnTo>
                <a:lnTo>
                  <a:pt x="114300" y="117832"/>
                </a:lnTo>
                <a:lnTo>
                  <a:pt x="114300" y="119737"/>
                </a:lnTo>
                <a:lnTo>
                  <a:pt x="114300" y="146129"/>
                </a:lnTo>
                <a:lnTo>
                  <a:pt x="144780" y="161369"/>
                </a:lnTo>
                <a:lnTo>
                  <a:pt x="144780" y="62587"/>
                </a:lnTo>
                <a:lnTo>
                  <a:pt x="421005" y="62587"/>
                </a:lnTo>
                <a:lnTo>
                  <a:pt x="421005" y="32107"/>
                </a:lnTo>
                <a:lnTo>
                  <a:pt x="390525" y="32107"/>
                </a:lnTo>
                <a:lnTo>
                  <a:pt x="390525" y="41632"/>
                </a:lnTo>
                <a:lnTo>
                  <a:pt x="144780" y="41632"/>
                </a:lnTo>
                <a:lnTo>
                  <a:pt x="144780" y="0"/>
                </a:lnTo>
                <a:lnTo>
                  <a:pt x="114300" y="15240"/>
                </a:lnTo>
                <a:lnTo>
                  <a:pt x="114300" y="41632"/>
                </a:lnTo>
                <a:close/>
              </a:path>
            </a:pathLst>
          </a:custGeom>
          <a:solidFill xmlns:a="http://schemas.openxmlformats.org/drawingml/2006/main">
            <a:srgbClr val="685790"/>
          </a:solidFill>
          <a:ln xmlns:a="http://schemas.openxmlformats.org/drawingml/2006/main" w="0">
            <a:noFill/>
          </a:ln>
        </p:spPr>
      </p:sp>
      <p:sp>
        <p:nvSpPr>
          <p:cNvPr id="345" name="Projected surface region 264">
            <a:extLst xmlns:a="http://schemas.openxmlformats.org/drawingml/2006/main">
              <a:ext uri="{FF2B5EF4-FFF2-40B4-BE49-F238E27FC236}">
                <a16:creationId xmlns:a16="http://schemas.microsoft.com/office/drawing/2014/main" id="{5D13F30F-4427-4EE4-B54E-FCF06F7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785" y="3899535"/>
            <a:ext cx="116205" cy="20955"/>
          </a:xfrm>
          <a:custGeom xmlns:a="http://schemas.openxmlformats.org/drawingml/2006/main">
            <a:pathLst>
              <a:path w="116205" h="20955">
                <a:moveTo>
                  <a:pt x="116205" y="20955"/>
                </a:moveTo>
                <a:lnTo>
                  <a:pt x="116205" y="0"/>
                </a:lnTo>
                <a:lnTo>
                  <a:pt x="0" y="0"/>
                </a:lnTo>
                <a:lnTo>
                  <a:pt x="0" y="20955"/>
                </a:lnTo>
                <a:lnTo>
                  <a:pt x="116205" y="20955"/>
                </a:lnTo>
                <a:close/>
              </a:path>
            </a:pathLst>
          </a:custGeom>
          <a:solidFill xmlns:a="http://schemas.openxmlformats.org/drawingml/2006/main">
            <a:srgbClr val="685790"/>
          </a:solidFill>
          <a:ln xmlns:a="http://schemas.openxmlformats.org/drawingml/2006/main" w="0">
            <a:noFill/>
          </a:ln>
        </p:spPr>
      </p:sp>
      <p:sp>
        <p:nvSpPr>
          <p:cNvPr id="346" name="Projected surface region 265">
            <a:extLst xmlns:a="http://schemas.openxmlformats.org/drawingml/2006/main">
              <a:ext uri="{FF2B5EF4-FFF2-40B4-BE49-F238E27FC236}">
                <a16:creationId xmlns:a16="http://schemas.microsoft.com/office/drawing/2014/main" id="{61432543-1334-4598-81F5-46E34FB7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285" y="3880485"/>
            <a:ext cx="201930" cy="20955"/>
          </a:xfrm>
          <a:custGeom xmlns:a="http://schemas.openxmlformats.org/drawingml/2006/main">
            <a:pathLst>
              <a:path w="201930" h="20955">
                <a:moveTo>
                  <a:pt x="201930" y="20955"/>
                </a:moveTo>
                <a:lnTo>
                  <a:pt x="201930" y="0"/>
                </a:lnTo>
                <a:lnTo>
                  <a:pt x="0" y="0"/>
                </a:lnTo>
                <a:lnTo>
                  <a:pt x="0" y="20955"/>
                </a:lnTo>
                <a:lnTo>
                  <a:pt x="201930" y="20955"/>
                </a:lnTo>
                <a:close/>
              </a:path>
            </a:pathLst>
          </a:custGeom>
          <a:solidFill xmlns:a="http://schemas.openxmlformats.org/drawingml/2006/main">
            <a:srgbClr val="685790"/>
          </a:solidFill>
          <a:ln xmlns:a="http://schemas.openxmlformats.org/drawingml/2006/main" w="0">
            <a:noFill/>
          </a:ln>
        </p:spPr>
      </p:sp>
      <p:sp>
        <p:nvSpPr>
          <p:cNvPr id="347" name="Projected surface region 266">
            <a:extLst xmlns:a="http://schemas.openxmlformats.org/drawingml/2006/main">
              <a:ext uri="{FF2B5EF4-FFF2-40B4-BE49-F238E27FC236}">
                <a16:creationId xmlns:a16="http://schemas.microsoft.com/office/drawing/2014/main" id="{F0CA1F7D-36FE-4282-8F9C-D8C20151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860" y="3870960"/>
            <a:ext cx="68580" cy="78105"/>
          </a:xfrm>
          <a:custGeom xmlns:a="http://schemas.openxmlformats.org/drawingml/2006/main">
            <a:pathLst>
              <a:path w="68580" h="78105">
                <a:moveTo>
                  <a:pt x="0" y="0"/>
                </a:moveTo>
                <a:lnTo>
                  <a:pt x="0" y="78105"/>
                </a:lnTo>
                <a:lnTo>
                  <a:pt x="68580" y="78105"/>
                </a:lnTo>
                <a:lnTo>
                  <a:pt x="68580" y="47625"/>
                </a:lnTo>
                <a:lnTo>
                  <a:pt x="47625" y="47625"/>
                </a:lnTo>
                <a:lnTo>
                  <a:pt x="47625" y="57150"/>
                </a:lnTo>
                <a:lnTo>
                  <a:pt x="20955" y="57150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85790"/>
          </a:solidFill>
          <a:ln xmlns:a="http://schemas.openxmlformats.org/drawingml/2006/main" w="0">
            <a:noFill/>
          </a:ln>
        </p:spPr>
      </p:sp>
      <p:sp>
        <p:nvSpPr>
          <p:cNvPr id="348" name="Projected surface region 267">
            <a:extLst xmlns:a="http://schemas.openxmlformats.org/drawingml/2006/main">
              <a:ext uri="{FF2B5EF4-FFF2-40B4-BE49-F238E27FC236}">
                <a16:creationId xmlns:a16="http://schemas.microsoft.com/office/drawing/2014/main" id="{4A93FFB3-80BC-46C5-A842-E45C4E91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335" y="3994785"/>
            <a:ext cx="20955" cy="87630"/>
          </a:xfrm>
          <a:custGeom xmlns:a="http://schemas.openxmlformats.org/drawingml/2006/main">
            <a:pathLst>
              <a:path w="20955" h="87630">
                <a:moveTo>
                  <a:pt x="0" y="0"/>
                </a:moveTo>
                <a:lnTo>
                  <a:pt x="0" y="87630"/>
                </a:lnTo>
                <a:lnTo>
                  <a:pt x="20955" y="87630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85790"/>
          </a:solidFill>
          <a:ln xmlns:a="http://schemas.openxmlformats.org/drawingml/2006/main" w="0">
            <a:noFill/>
          </a:ln>
        </p:spPr>
      </p:sp>
      <p:sp>
        <p:nvSpPr>
          <p:cNvPr id="349" name="Projected surface region 268">
            <a:extLst xmlns:a="http://schemas.openxmlformats.org/drawingml/2006/main">
              <a:ext uri="{FF2B5EF4-FFF2-40B4-BE49-F238E27FC236}">
                <a16:creationId xmlns:a16="http://schemas.microsoft.com/office/drawing/2014/main" id="{D7EAEF74-7BF1-4347-B3BB-35F21DB5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1756410"/>
            <a:ext cx="125730" cy="316230"/>
          </a:xfrm>
          <a:custGeom xmlns:a="http://schemas.openxmlformats.org/drawingml/2006/main">
            <a:pathLst>
              <a:path w="125730" h="316230">
                <a:moveTo>
                  <a:pt x="9525" y="30480"/>
                </a:moveTo>
                <a:lnTo>
                  <a:pt x="9525" y="78105"/>
                </a:lnTo>
                <a:lnTo>
                  <a:pt x="19050" y="78105"/>
                </a:lnTo>
                <a:lnTo>
                  <a:pt x="19050" y="125730"/>
                </a:lnTo>
                <a:lnTo>
                  <a:pt x="28575" y="125730"/>
                </a:lnTo>
                <a:lnTo>
                  <a:pt x="28575" y="173355"/>
                </a:lnTo>
                <a:lnTo>
                  <a:pt x="38100" y="173355"/>
                </a:lnTo>
                <a:lnTo>
                  <a:pt x="38100" y="220980"/>
                </a:lnTo>
                <a:lnTo>
                  <a:pt x="47625" y="220980"/>
                </a:lnTo>
                <a:lnTo>
                  <a:pt x="47625" y="278130"/>
                </a:lnTo>
                <a:lnTo>
                  <a:pt x="57150" y="278130"/>
                </a:lnTo>
                <a:lnTo>
                  <a:pt x="57150" y="297180"/>
                </a:lnTo>
                <a:lnTo>
                  <a:pt x="76200" y="297180"/>
                </a:lnTo>
                <a:lnTo>
                  <a:pt x="76200" y="306705"/>
                </a:lnTo>
                <a:lnTo>
                  <a:pt x="95250" y="306705"/>
                </a:lnTo>
                <a:lnTo>
                  <a:pt x="95250" y="316230"/>
                </a:lnTo>
                <a:lnTo>
                  <a:pt x="125730" y="316230"/>
                </a:lnTo>
                <a:lnTo>
                  <a:pt x="125730" y="266700"/>
                </a:lnTo>
                <a:lnTo>
                  <a:pt x="116205" y="266700"/>
                </a:lnTo>
                <a:lnTo>
                  <a:pt x="116205" y="247650"/>
                </a:lnTo>
                <a:lnTo>
                  <a:pt x="106680" y="247650"/>
                </a:lnTo>
                <a:lnTo>
                  <a:pt x="106680" y="209550"/>
                </a:lnTo>
                <a:lnTo>
                  <a:pt x="97155" y="209550"/>
                </a:lnTo>
                <a:lnTo>
                  <a:pt x="97155" y="180975"/>
                </a:lnTo>
                <a:lnTo>
                  <a:pt x="87630" y="180975"/>
                </a:lnTo>
                <a:lnTo>
                  <a:pt x="87630" y="142875"/>
                </a:lnTo>
                <a:lnTo>
                  <a:pt x="78105" y="142875"/>
                </a:lnTo>
                <a:lnTo>
                  <a:pt x="78105" y="95250"/>
                </a:lnTo>
                <a:lnTo>
                  <a:pt x="68580" y="95250"/>
                </a:lnTo>
                <a:lnTo>
                  <a:pt x="68580" y="76200"/>
                </a:lnTo>
                <a:lnTo>
                  <a:pt x="59055" y="76200"/>
                </a:lnTo>
                <a:lnTo>
                  <a:pt x="59055" y="57150"/>
                </a:lnTo>
                <a:lnTo>
                  <a:pt x="49530" y="57150"/>
                </a:lnTo>
                <a:lnTo>
                  <a:pt x="49530" y="30758"/>
                </a:lnTo>
                <a:lnTo>
                  <a:pt x="30480" y="21233"/>
                </a:lnTo>
                <a:lnTo>
                  <a:pt x="30480" y="0"/>
                </a:lnTo>
                <a:lnTo>
                  <a:pt x="0" y="0"/>
                </a:lnTo>
                <a:lnTo>
                  <a:pt x="0" y="30480"/>
                </a:lnTo>
                <a:lnTo>
                  <a:pt x="9525" y="30480"/>
                </a:lnTo>
                <a:close/>
              </a:path>
            </a:pathLst>
          </a:custGeom>
          <a:solidFill xmlns:a="http://schemas.openxmlformats.org/drawingml/2006/main">
            <a:srgbClr val="80D05F"/>
          </a:solidFill>
          <a:ln xmlns:a="http://schemas.openxmlformats.org/drawingml/2006/main" w="0">
            <a:noFill/>
          </a:ln>
        </p:spPr>
      </p:sp>
      <p:sp>
        <p:nvSpPr>
          <p:cNvPr id="350" name="Projected surface region 269">
            <a:extLst xmlns:a="http://schemas.openxmlformats.org/drawingml/2006/main">
              <a:ext uri="{FF2B5EF4-FFF2-40B4-BE49-F238E27FC236}">
                <a16:creationId xmlns:a16="http://schemas.microsoft.com/office/drawing/2014/main" id="{20903ED9-2859-42C1-9208-F87A1707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2108835"/>
            <a:ext cx="59055" cy="49530"/>
          </a:xfrm>
          <a:custGeom xmlns:a="http://schemas.openxmlformats.org/drawingml/2006/main">
            <a:pathLst>
              <a:path w="59055" h="49530">
                <a:moveTo>
                  <a:pt x="19050" y="0"/>
                </a:moveTo>
                <a:lnTo>
                  <a:pt x="0" y="0"/>
                </a:lnTo>
                <a:lnTo>
                  <a:pt x="0" y="40005"/>
                </a:lnTo>
                <a:lnTo>
                  <a:pt x="20955" y="40005"/>
                </a:lnTo>
                <a:lnTo>
                  <a:pt x="20955" y="30480"/>
                </a:lnTo>
                <a:lnTo>
                  <a:pt x="28575" y="30480"/>
                </a:lnTo>
                <a:lnTo>
                  <a:pt x="28575" y="49530"/>
                </a:lnTo>
                <a:lnTo>
                  <a:pt x="49530" y="49530"/>
                </a:lnTo>
                <a:lnTo>
                  <a:pt x="49530" y="20955"/>
                </a:lnTo>
                <a:lnTo>
                  <a:pt x="59055" y="20955"/>
                </a:lnTo>
                <a:lnTo>
                  <a:pt x="59055" y="0"/>
                </a:lnTo>
                <a:lnTo>
                  <a:pt x="20955" y="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80D05F"/>
          </a:solidFill>
          <a:ln xmlns:a="http://schemas.openxmlformats.org/drawingml/2006/main" w="0">
            <a:noFill/>
          </a:ln>
        </p:spPr>
      </p:sp>
      <p:sp>
        <p:nvSpPr>
          <p:cNvPr id="351" name="Projected surface region 270">
            <a:extLst xmlns:a="http://schemas.openxmlformats.org/drawingml/2006/main">
              <a:ext uri="{FF2B5EF4-FFF2-40B4-BE49-F238E27FC236}">
                <a16:creationId xmlns:a16="http://schemas.microsoft.com/office/drawing/2014/main" id="{21F97782-095F-43EF-95BB-F2CB402E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1261110"/>
            <a:ext cx="20955" cy="259080"/>
          </a:xfrm>
          <a:custGeom xmlns:a="http://schemas.openxmlformats.org/drawingml/2006/main">
            <a:pathLst>
              <a:path w="20955" h="259080">
                <a:moveTo>
                  <a:pt x="0" y="0"/>
                </a:moveTo>
                <a:lnTo>
                  <a:pt x="0" y="259080"/>
                </a:lnTo>
                <a:lnTo>
                  <a:pt x="20955" y="259080"/>
                </a:lnTo>
                <a:lnTo>
                  <a:pt x="209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DC25"/>
          </a:solidFill>
          <a:ln xmlns:a="http://schemas.openxmlformats.org/drawingml/2006/main" w="0">
            <a:noFill/>
          </a:ln>
        </p:spPr>
      </p:sp>
      <p:sp>
        <p:nvSpPr>
          <p:cNvPr id="352" name="Projected surface region 271">
            <a:extLst xmlns:a="http://schemas.openxmlformats.org/drawingml/2006/main">
              <a:ext uri="{FF2B5EF4-FFF2-40B4-BE49-F238E27FC236}">
                <a16:creationId xmlns:a16="http://schemas.microsoft.com/office/drawing/2014/main" id="{E96B4421-6A0B-4111-8428-B4982D3F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585" y="1232535"/>
            <a:ext cx="163830" cy="20955"/>
          </a:xfrm>
          <a:custGeom xmlns:a="http://schemas.openxmlformats.org/drawingml/2006/main">
            <a:pathLst>
              <a:path w="163830" h="20955">
                <a:moveTo>
                  <a:pt x="0" y="0"/>
                </a:moveTo>
                <a:lnTo>
                  <a:pt x="0" y="20955"/>
                </a:lnTo>
                <a:lnTo>
                  <a:pt x="163830" y="20955"/>
                </a:lnTo>
                <a:lnTo>
                  <a:pt x="1638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7DC25"/>
          </a:solidFill>
          <a:ln xmlns:a="http://schemas.openxmlformats.org/drawingml/2006/main" w="0">
            <a:noFill/>
          </a:ln>
        </p:spPr>
      </p:sp>
      <p:sp>
        <p:nvSpPr>
          <p:cNvPr id="353" name="Projected surface region 272">
            <a:extLst xmlns:a="http://schemas.openxmlformats.org/drawingml/2006/main">
              <a:ext uri="{FF2B5EF4-FFF2-40B4-BE49-F238E27FC236}">
                <a16:creationId xmlns:a16="http://schemas.microsoft.com/office/drawing/2014/main" id="{84282887-6225-420C-ABF2-93054CCC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385" y="2766060"/>
            <a:ext cx="97155" cy="421005"/>
          </a:xfrm>
          <a:custGeom xmlns:a="http://schemas.openxmlformats.org/drawingml/2006/main">
            <a:pathLst>
              <a:path w="97155" h="421005">
                <a:moveTo>
                  <a:pt x="66675" y="0"/>
                </a:moveTo>
                <a:lnTo>
                  <a:pt x="66675" y="238125"/>
                </a:lnTo>
                <a:lnTo>
                  <a:pt x="0" y="238125"/>
                </a:lnTo>
                <a:lnTo>
                  <a:pt x="0" y="259080"/>
                </a:lnTo>
                <a:lnTo>
                  <a:pt x="66675" y="259080"/>
                </a:lnTo>
                <a:lnTo>
                  <a:pt x="66675" y="421005"/>
                </a:lnTo>
                <a:lnTo>
                  <a:pt x="87630" y="421005"/>
                </a:lnTo>
                <a:lnTo>
                  <a:pt x="87630" y="411480"/>
                </a:lnTo>
                <a:lnTo>
                  <a:pt x="97155" y="411480"/>
                </a:lnTo>
                <a:lnTo>
                  <a:pt x="97155" y="390525"/>
                </a:lnTo>
                <a:lnTo>
                  <a:pt x="87630" y="390525"/>
                </a:lnTo>
                <a:lnTo>
                  <a:pt x="87630" y="259080"/>
                </a:lnTo>
                <a:lnTo>
                  <a:pt x="97155" y="259080"/>
                </a:lnTo>
                <a:lnTo>
                  <a:pt x="97155" y="238125"/>
                </a:lnTo>
                <a:lnTo>
                  <a:pt x="87630" y="238125"/>
                </a:lnTo>
                <a:lnTo>
                  <a:pt x="87630" y="0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E7F90"/>
          </a:solidFill>
          <a:ln xmlns:a="http://schemas.openxmlformats.org/drawingml/2006/main" w="0">
            <a:noFill/>
          </a:ln>
        </p:spPr>
      </p:sp>
      <p:sp>
        <p:nvSpPr>
          <p:cNvPr id="354" name="Projected surface region 273">
            <a:extLst xmlns:a="http://schemas.openxmlformats.org/drawingml/2006/main">
              <a:ext uri="{FF2B5EF4-FFF2-40B4-BE49-F238E27FC236}">
                <a16:creationId xmlns:a16="http://schemas.microsoft.com/office/drawing/2014/main" id="{867587DE-960B-4116-9EE4-7ACD8750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135" y="3013710"/>
            <a:ext cx="78105" cy="81637"/>
          </a:xfrm>
          <a:custGeom xmlns:a="http://schemas.openxmlformats.org/drawingml/2006/main">
            <a:pathLst>
              <a:path w="78105" h="81637">
                <a:moveTo>
                  <a:pt x="11708" y="19050"/>
                </a:moveTo>
                <a:lnTo>
                  <a:pt x="0" y="19050"/>
                </a:lnTo>
                <a:lnTo>
                  <a:pt x="0" y="49530"/>
                </a:lnTo>
                <a:lnTo>
                  <a:pt x="19050" y="49530"/>
                </a:lnTo>
                <a:lnTo>
                  <a:pt x="19050" y="59055"/>
                </a:lnTo>
                <a:lnTo>
                  <a:pt x="47625" y="59055"/>
                </a:lnTo>
                <a:lnTo>
                  <a:pt x="47625" y="66397"/>
                </a:lnTo>
                <a:lnTo>
                  <a:pt x="78105" y="81637"/>
                </a:lnTo>
                <a:lnTo>
                  <a:pt x="78105" y="38100"/>
                </a:lnTo>
                <a:lnTo>
                  <a:pt x="68580" y="38100"/>
                </a:lnTo>
                <a:lnTo>
                  <a:pt x="68580" y="9525"/>
                </a:lnTo>
                <a:lnTo>
                  <a:pt x="59055" y="9525"/>
                </a:lnTo>
                <a:lnTo>
                  <a:pt x="59055" y="0"/>
                </a:lnTo>
                <a:lnTo>
                  <a:pt x="21233" y="0"/>
                </a:lnTo>
                <a:lnTo>
                  <a:pt x="11708" y="19050"/>
                </a:lnTo>
                <a:close/>
              </a:path>
            </a:pathLst>
          </a:custGeom>
          <a:solidFill xmlns:a="http://schemas.openxmlformats.org/drawingml/2006/main">
            <a:srgbClr val="2E7F90"/>
          </a:solidFill>
          <a:ln xmlns:a="http://schemas.openxmlformats.org/drawingml/2006/main" w="0">
            <a:noFill/>
          </a:ln>
        </p:spPr>
      </p:sp>
      <p:sp>
        <p:nvSpPr>
          <p:cNvPr id="355" name="Projected surface region 274">
            <a:extLst xmlns:a="http://schemas.openxmlformats.org/drawingml/2006/main">
              <a:ext uri="{FF2B5EF4-FFF2-40B4-BE49-F238E27FC236}">
                <a16:creationId xmlns:a16="http://schemas.microsoft.com/office/drawing/2014/main" id="{E9AC7C7D-1144-4026-8EAE-F7130F0C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485" y="2880360"/>
            <a:ext cx="240030" cy="306705"/>
          </a:xfrm>
          <a:custGeom xmlns:a="http://schemas.openxmlformats.org/drawingml/2006/main">
            <a:pathLst>
              <a:path w="240030" h="306705">
                <a:moveTo>
                  <a:pt x="57150" y="180975"/>
                </a:moveTo>
                <a:lnTo>
                  <a:pt x="28575" y="180975"/>
                </a:lnTo>
                <a:lnTo>
                  <a:pt x="28575" y="209550"/>
                </a:lnTo>
                <a:lnTo>
                  <a:pt x="19050" y="209550"/>
                </a:lnTo>
                <a:lnTo>
                  <a:pt x="19050" y="247650"/>
                </a:lnTo>
                <a:lnTo>
                  <a:pt x="0" y="247650"/>
                </a:lnTo>
                <a:lnTo>
                  <a:pt x="0" y="268605"/>
                </a:lnTo>
                <a:lnTo>
                  <a:pt x="11708" y="268605"/>
                </a:lnTo>
                <a:lnTo>
                  <a:pt x="21233" y="287655"/>
                </a:lnTo>
                <a:lnTo>
                  <a:pt x="49530" y="287655"/>
                </a:lnTo>
                <a:lnTo>
                  <a:pt x="49530" y="278130"/>
                </a:lnTo>
                <a:lnTo>
                  <a:pt x="59055" y="278130"/>
                </a:lnTo>
                <a:lnTo>
                  <a:pt x="59055" y="249555"/>
                </a:lnTo>
                <a:lnTo>
                  <a:pt x="66675" y="249555"/>
                </a:lnTo>
                <a:lnTo>
                  <a:pt x="66675" y="259080"/>
                </a:lnTo>
                <a:lnTo>
                  <a:pt x="76200" y="259080"/>
                </a:lnTo>
                <a:lnTo>
                  <a:pt x="76200" y="287655"/>
                </a:lnTo>
                <a:lnTo>
                  <a:pt x="85725" y="287655"/>
                </a:lnTo>
                <a:lnTo>
                  <a:pt x="85725" y="306705"/>
                </a:lnTo>
                <a:lnTo>
                  <a:pt x="106680" y="306705"/>
                </a:lnTo>
                <a:lnTo>
                  <a:pt x="106680" y="287655"/>
                </a:lnTo>
                <a:lnTo>
                  <a:pt x="116205" y="287655"/>
                </a:lnTo>
                <a:lnTo>
                  <a:pt x="116205" y="278130"/>
                </a:lnTo>
                <a:lnTo>
                  <a:pt x="125730" y="278130"/>
                </a:lnTo>
                <a:lnTo>
                  <a:pt x="125730" y="259080"/>
                </a:lnTo>
                <a:lnTo>
                  <a:pt x="135255" y="259080"/>
                </a:lnTo>
                <a:lnTo>
                  <a:pt x="135255" y="230505"/>
                </a:lnTo>
                <a:lnTo>
                  <a:pt x="163830" y="230505"/>
                </a:lnTo>
                <a:lnTo>
                  <a:pt x="163830" y="211455"/>
                </a:lnTo>
                <a:lnTo>
                  <a:pt x="173355" y="211455"/>
                </a:lnTo>
                <a:lnTo>
                  <a:pt x="173355" y="180697"/>
                </a:lnTo>
                <a:lnTo>
                  <a:pt x="192405" y="171172"/>
                </a:lnTo>
                <a:lnTo>
                  <a:pt x="192405" y="144780"/>
                </a:lnTo>
                <a:lnTo>
                  <a:pt x="201930" y="144780"/>
                </a:lnTo>
                <a:lnTo>
                  <a:pt x="201930" y="135255"/>
                </a:lnTo>
                <a:lnTo>
                  <a:pt x="211455" y="135255"/>
                </a:lnTo>
                <a:lnTo>
                  <a:pt x="211455" y="116205"/>
                </a:lnTo>
                <a:lnTo>
                  <a:pt x="220980" y="116205"/>
                </a:lnTo>
                <a:lnTo>
                  <a:pt x="220980" y="97155"/>
                </a:lnTo>
                <a:lnTo>
                  <a:pt x="240030" y="97155"/>
                </a:lnTo>
                <a:lnTo>
                  <a:pt x="240030" y="76200"/>
                </a:lnTo>
                <a:lnTo>
                  <a:pt x="228322" y="76200"/>
                </a:lnTo>
                <a:lnTo>
                  <a:pt x="218797" y="57150"/>
                </a:lnTo>
                <a:lnTo>
                  <a:pt x="201930" y="57150"/>
                </a:lnTo>
                <a:lnTo>
                  <a:pt x="201930" y="47625"/>
                </a:lnTo>
                <a:lnTo>
                  <a:pt x="192405" y="47625"/>
                </a:lnTo>
                <a:lnTo>
                  <a:pt x="192405" y="38100"/>
                </a:lnTo>
                <a:lnTo>
                  <a:pt x="182880" y="38100"/>
                </a:lnTo>
                <a:lnTo>
                  <a:pt x="182880" y="28575"/>
                </a:lnTo>
                <a:lnTo>
                  <a:pt x="173355" y="28575"/>
                </a:lnTo>
                <a:lnTo>
                  <a:pt x="173355" y="19050"/>
                </a:lnTo>
                <a:lnTo>
                  <a:pt x="161647" y="19050"/>
                </a:lnTo>
                <a:lnTo>
                  <a:pt x="152122" y="0"/>
                </a:lnTo>
                <a:lnTo>
                  <a:pt x="123825" y="0"/>
                </a:lnTo>
                <a:lnTo>
                  <a:pt x="123825" y="9525"/>
                </a:lnTo>
                <a:lnTo>
                  <a:pt x="114300" y="9525"/>
                </a:lnTo>
                <a:lnTo>
                  <a:pt x="114300" y="38100"/>
                </a:lnTo>
                <a:lnTo>
                  <a:pt x="104775" y="38100"/>
                </a:lnTo>
                <a:lnTo>
                  <a:pt x="104775" y="68858"/>
                </a:lnTo>
                <a:lnTo>
                  <a:pt x="85725" y="78383"/>
                </a:lnTo>
                <a:lnTo>
                  <a:pt x="85725" y="104775"/>
                </a:lnTo>
                <a:lnTo>
                  <a:pt x="76200" y="104775"/>
                </a:lnTo>
                <a:lnTo>
                  <a:pt x="76200" y="142875"/>
                </a:lnTo>
                <a:lnTo>
                  <a:pt x="66675" y="142875"/>
                </a:lnTo>
                <a:lnTo>
                  <a:pt x="66675" y="161925"/>
                </a:lnTo>
                <a:lnTo>
                  <a:pt x="57150" y="161925"/>
                </a:lnTo>
                <a:lnTo>
                  <a:pt x="57150" y="180975"/>
                </a:lnTo>
                <a:close/>
                <a:moveTo>
                  <a:pt x="135255" y="135255"/>
                </a:moveTo>
                <a:lnTo>
                  <a:pt x="171450" y="135255"/>
                </a:lnTo>
                <a:lnTo>
                  <a:pt x="171450" y="142875"/>
                </a:lnTo>
                <a:lnTo>
                  <a:pt x="135255" y="142875"/>
                </a:lnTo>
                <a:lnTo>
                  <a:pt x="135255" y="135255"/>
                </a:lnTo>
                <a:close/>
                <a:moveTo>
                  <a:pt x="114300" y="135255"/>
                </a:moveTo>
                <a:lnTo>
                  <a:pt x="114300" y="142875"/>
                </a:lnTo>
                <a:lnTo>
                  <a:pt x="97155" y="142875"/>
                </a:lnTo>
                <a:lnTo>
                  <a:pt x="97155" y="135255"/>
                </a:lnTo>
                <a:lnTo>
                  <a:pt x="114300" y="135255"/>
                </a:lnTo>
                <a:close/>
              </a:path>
            </a:pathLst>
          </a:custGeom>
          <a:solidFill xmlns:a="http://schemas.openxmlformats.org/drawingml/2006/main">
            <a:srgbClr val="2E7F90"/>
          </a:solidFill>
          <a:ln xmlns:a="http://schemas.openxmlformats.org/drawingml/2006/main" w="0">
            <a:noFill/>
          </a:ln>
        </p:spPr>
      </p:sp>
      <p:sp>
        <p:nvSpPr>
          <p:cNvPr id="356" name="Projected surface region 275">
            <a:extLst xmlns:a="http://schemas.openxmlformats.org/drawingml/2006/main">
              <a:ext uri="{FF2B5EF4-FFF2-40B4-BE49-F238E27FC236}">
                <a16:creationId xmlns:a16="http://schemas.microsoft.com/office/drawing/2014/main" id="{C6DFCD04-A78B-40E1-8B08-A4B4775C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085" y="2962553"/>
            <a:ext cx="144780" cy="176887"/>
          </a:xfrm>
          <a:custGeom xmlns:a="http://schemas.openxmlformats.org/drawingml/2006/main">
            <a:pathLst>
              <a:path w="144780" h="176887">
                <a:moveTo>
                  <a:pt x="30758" y="53062"/>
                </a:moveTo>
                <a:lnTo>
                  <a:pt x="34568" y="60682"/>
                </a:lnTo>
                <a:lnTo>
                  <a:pt x="19050" y="60682"/>
                </a:lnTo>
                <a:lnTo>
                  <a:pt x="19050" y="110212"/>
                </a:lnTo>
                <a:lnTo>
                  <a:pt x="28575" y="110212"/>
                </a:lnTo>
                <a:lnTo>
                  <a:pt x="28575" y="138787"/>
                </a:lnTo>
                <a:lnTo>
                  <a:pt x="38100" y="138787"/>
                </a:lnTo>
                <a:lnTo>
                  <a:pt x="38100" y="157837"/>
                </a:lnTo>
                <a:lnTo>
                  <a:pt x="47625" y="157837"/>
                </a:lnTo>
                <a:lnTo>
                  <a:pt x="47625" y="176887"/>
                </a:lnTo>
                <a:lnTo>
                  <a:pt x="68580" y="176887"/>
                </a:lnTo>
                <a:lnTo>
                  <a:pt x="68580" y="157837"/>
                </a:lnTo>
                <a:lnTo>
                  <a:pt x="78105" y="157837"/>
                </a:lnTo>
                <a:lnTo>
                  <a:pt x="78105" y="129262"/>
                </a:lnTo>
                <a:lnTo>
                  <a:pt x="87630" y="129262"/>
                </a:lnTo>
                <a:lnTo>
                  <a:pt x="87630" y="119737"/>
                </a:lnTo>
                <a:lnTo>
                  <a:pt x="95250" y="119737"/>
                </a:lnTo>
                <a:lnTo>
                  <a:pt x="95250" y="129262"/>
                </a:lnTo>
                <a:lnTo>
                  <a:pt x="116205" y="129262"/>
                </a:lnTo>
                <a:lnTo>
                  <a:pt x="116205" y="117554"/>
                </a:lnTo>
                <a:lnTo>
                  <a:pt x="135255" y="108029"/>
                </a:lnTo>
                <a:lnTo>
                  <a:pt x="135255" y="91162"/>
                </a:lnTo>
                <a:lnTo>
                  <a:pt x="144780" y="91162"/>
                </a:lnTo>
                <a:lnTo>
                  <a:pt x="144780" y="62587"/>
                </a:lnTo>
                <a:lnTo>
                  <a:pt x="144780" y="60682"/>
                </a:lnTo>
                <a:lnTo>
                  <a:pt x="144780" y="13057"/>
                </a:lnTo>
                <a:lnTo>
                  <a:pt x="123825" y="13057"/>
                </a:lnTo>
                <a:lnTo>
                  <a:pt x="123825" y="24765"/>
                </a:lnTo>
                <a:lnTo>
                  <a:pt x="104775" y="34290"/>
                </a:lnTo>
                <a:lnTo>
                  <a:pt x="104775" y="62865"/>
                </a:lnTo>
                <a:lnTo>
                  <a:pt x="85725" y="72390"/>
                </a:lnTo>
                <a:lnTo>
                  <a:pt x="85725" y="79732"/>
                </a:lnTo>
                <a:lnTo>
                  <a:pt x="78105" y="79732"/>
                </a:lnTo>
                <a:lnTo>
                  <a:pt x="78105" y="60682"/>
                </a:lnTo>
                <a:lnTo>
                  <a:pt x="59055" y="60682"/>
                </a:lnTo>
                <a:lnTo>
                  <a:pt x="59055" y="41632"/>
                </a:lnTo>
                <a:lnTo>
                  <a:pt x="49530" y="41632"/>
                </a:lnTo>
                <a:lnTo>
                  <a:pt x="49530" y="32107"/>
                </a:lnTo>
                <a:lnTo>
                  <a:pt x="40005" y="32107"/>
                </a:lnTo>
                <a:lnTo>
                  <a:pt x="40005" y="22582"/>
                </a:lnTo>
                <a:lnTo>
                  <a:pt x="30480" y="22582"/>
                </a:lnTo>
                <a:lnTo>
                  <a:pt x="30480" y="15240"/>
                </a:lnTo>
                <a:lnTo>
                  <a:pt x="0" y="0"/>
                </a:lnTo>
                <a:lnTo>
                  <a:pt x="0" y="34012"/>
                </a:lnTo>
                <a:lnTo>
                  <a:pt x="9525" y="34012"/>
                </a:lnTo>
                <a:lnTo>
                  <a:pt x="9525" y="53062"/>
                </a:lnTo>
                <a:lnTo>
                  <a:pt x="30758" y="53062"/>
                </a:lnTo>
                <a:close/>
              </a:path>
            </a:pathLst>
          </a:custGeom>
          <a:solidFill xmlns:a="http://schemas.openxmlformats.org/drawingml/2006/main">
            <a:srgbClr val="2E7F90"/>
          </a:solidFill>
          <a:ln xmlns:a="http://schemas.openxmlformats.org/drawingml/2006/main" w="0">
            <a:noFill/>
          </a:ln>
        </p:spPr>
      </p:sp>
      <p:sp>
        <p:nvSpPr>
          <p:cNvPr id="357" name="Projected surface region 276">
            <a:extLst xmlns:a="http://schemas.openxmlformats.org/drawingml/2006/main">
              <a:ext uri="{FF2B5EF4-FFF2-40B4-BE49-F238E27FC236}">
                <a16:creationId xmlns:a16="http://schemas.microsoft.com/office/drawing/2014/main" id="{E0DA6933-81B4-4B01-A167-447CF796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937510"/>
            <a:ext cx="78105" cy="87630"/>
          </a:xfrm>
          <a:custGeom xmlns:a="http://schemas.openxmlformats.org/drawingml/2006/main">
            <a:pathLst>
              <a:path w="78105" h="87630">
                <a:moveTo>
                  <a:pt x="0" y="0"/>
                </a:moveTo>
                <a:lnTo>
                  <a:pt x="0" y="87630"/>
                </a:lnTo>
                <a:lnTo>
                  <a:pt x="20955" y="87630"/>
                </a:lnTo>
                <a:lnTo>
                  <a:pt x="20955" y="78105"/>
                </a:lnTo>
                <a:lnTo>
                  <a:pt x="47625" y="78105"/>
                </a:lnTo>
                <a:lnTo>
                  <a:pt x="47625" y="87630"/>
                </a:lnTo>
                <a:lnTo>
                  <a:pt x="78105" y="87630"/>
                </a:lnTo>
                <a:lnTo>
                  <a:pt x="78105" y="66675"/>
                </a:lnTo>
                <a:lnTo>
                  <a:pt x="68580" y="66675"/>
                </a:lnTo>
                <a:lnTo>
                  <a:pt x="68580" y="59333"/>
                </a:lnTo>
                <a:lnTo>
                  <a:pt x="49530" y="49808"/>
                </a:lnTo>
                <a:lnTo>
                  <a:pt x="49530" y="28575"/>
                </a:lnTo>
                <a:lnTo>
                  <a:pt x="40005" y="28575"/>
                </a:lnTo>
                <a:lnTo>
                  <a:pt x="40005" y="19050"/>
                </a:lnTo>
                <a:lnTo>
                  <a:pt x="28297" y="19050"/>
                </a:lnTo>
                <a:lnTo>
                  <a:pt x="187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E7F90"/>
          </a:solidFill>
          <a:ln xmlns:a="http://schemas.openxmlformats.org/drawingml/2006/main" w="0">
            <a:noFill/>
          </a:ln>
        </p:spPr>
      </p:sp>
      <p:sp>
        <p:nvSpPr>
          <p:cNvPr id="358" name="Projected surface region 277">
            <a:extLst xmlns:a="http://schemas.openxmlformats.org/drawingml/2006/main">
              <a:ext uri="{FF2B5EF4-FFF2-40B4-BE49-F238E27FC236}">
                <a16:creationId xmlns:a16="http://schemas.microsoft.com/office/drawing/2014/main" id="{45579CB7-6B75-4889-AFA4-844C2A33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485" y="3013710"/>
            <a:ext cx="135255" cy="154305"/>
          </a:xfrm>
          <a:custGeom xmlns:a="http://schemas.openxmlformats.org/drawingml/2006/main">
            <a:pathLst>
              <a:path w="135255" h="154305">
                <a:moveTo>
                  <a:pt x="0" y="9525"/>
                </a:moveTo>
                <a:lnTo>
                  <a:pt x="0" y="49530"/>
                </a:lnTo>
                <a:lnTo>
                  <a:pt x="9525" y="49530"/>
                </a:lnTo>
                <a:lnTo>
                  <a:pt x="9525" y="68580"/>
                </a:lnTo>
                <a:lnTo>
                  <a:pt x="19050" y="68580"/>
                </a:lnTo>
                <a:lnTo>
                  <a:pt x="19050" y="87630"/>
                </a:lnTo>
                <a:lnTo>
                  <a:pt x="28575" y="87630"/>
                </a:lnTo>
                <a:lnTo>
                  <a:pt x="28575" y="97155"/>
                </a:lnTo>
                <a:lnTo>
                  <a:pt x="47625" y="97155"/>
                </a:lnTo>
                <a:lnTo>
                  <a:pt x="47625" y="116205"/>
                </a:lnTo>
                <a:lnTo>
                  <a:pt x="57150" y="116205"/>
                </a:lnTo>
                <a:lnTo>
                  <a:pt x="57150" y="135255"/>
                </a:lnTo>
                <a:lnTo>
                  <a:pt x="68858" y="135255"/>
                </a:lnTo>
                <a:lnTo>
                  <a:pt x="78383" y="154305"/>
                </a:lnTo>
                <a:lnTo>
                  <a:pt x="106680" y="154305"/>
                </a:lnTo>
                <a:lnTo>
                  <a:pt x="106680" y="135255"/>
                </a:lnTo>
                <a:lnTo>
                  <a:pt x="116205" y="135255"/>
                </a:lnTo>
                <a:lnTo>
                  <a:pt x="116205" y="116205"/>
                </a:lnTo>
                <a:lnTo>
                  <a:pt x="135255" y="116205"/>
                </a:lnTo>
                <a:lnTo>
                  <a:pt x="135255" y="97433"/>
                </a:lnTo>
                <a:lnTo>
                  <a:pt x="116205" y="87908"/>
                </a:lnTo>
                <a:lnTo>
                  <a:pt x="116205" y="66675"/>
                </a:lnTo>
                <a:lnTo>
                  <a:pt x="106680" y="66675"/>
                </a:lnTo>
                <a:lnTo>
                  <a:pt x="106680" y="57150"/>
                </a:lnTo>
                <a:lnTo>
                  <a:pt x="97155" y="57150"/>
                </a:lnTo>
                <a:lnTo>
                  <a:pt x="97155" y="40283"/>
                </a:lnTo>
                <a:lnTo>
                  <a:pt x="78105" y="30758"/>
                </a:lnTo>
                <a:lnTo>
                  <a:pt x="78105" y="0"/>
                </a:lnTo>
                <a:lnTo>
                  <a:pt x="57150" y="0"/>
                </a:lnTo>
                <a:lnTo>
                  <a:pt x="5715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2E7F9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5309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2026-09-08T02:15:50.4580000Z</dcterms:created>
  <dcterms:modified xsi:type="dcterms:W3CDTF">2026-09-08T02:15:50.4580000Z</dcterms:modified>
</coreProperties>
</file>