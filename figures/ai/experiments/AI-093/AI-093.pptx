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c7b4c8fe964951" /><Relationship Type="http://schemas.openxmlformats.org/officeDocument/2006/relationships/extended-properties" Target="/docProps/app.xml" Id="R32de4196c92d4fce" /><Relationship Type="http://schemas.openxmlformats.org/officeDocument/2006/relationships/officeDocument" Target="/ppt/presentation.xml" Id="R478071e53fa0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cb89de73884b55"/>
  </p:sldMasterIdLst>
  <p:notesMasterIdLst>
    <p:notesMasterId xmlns:r="http://schemas.openxmlformats.org/officeDocument/2006/relationships" r:id="Rf6f9de9ceb2d436d"/>
  </p:notesMasterIdLst>
  <p:sldIdLst>
    <p:sldId xmlns:r="http://schemas.openxmlformats.org/officeDocument/2006/relationships" id="256" r:id="Rf84414672f87417c"/>
  </p:sldIdLst>
  <p:sldSz cx="6200775" cy="4114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0640519a79499d" /><Relationship Type="http://schemas.openxmlformats.org/officeDocument/2006/relationships/slideMaster" Target="/ppt/slideMasters/slideMaster1.xml" Id="R5ccb89de73884b55" /><Relationship Type="http://schemas.openxmlformats.org/officeDocument/2006/relationships/notesMaster" Target="/ppt/notesMasters/notesMaster1.xml" Id="Rf6f9de9ceb2d436d" /><Relationship Type="http://schemas.openxmlformats.org/officeDocument/2006/relationships/presProps" Target="/ppt/presProps.xml" Id="R625e1864523c49bf" /><Relationship Type="http://schemas.openxmlformats.org/officeDocument/2006/relationships/tableStyles" Target="/ppt/tableStyles.xml" Id="R6ffdaec99bca4b0b" /><Relationship Type="http://schemas.openxmlformats.org/officeDocument/2006/relationships/slide" Target="/ppt/slides/slide1.xml" Id="Rf84414672f8741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a3ccec2304b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2c6196bb5147df" /><Relationship Type="http://schemas.openxmlformats.org/officeDocument/2006/relationships/notesMaster" Target="/ppt/notesMasters/notesMaster1.xml" Id="Rc7d40b937c504f0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素材ID：AI-093</ns1:t>
            </ns1:r>
          </ns1:p>
          <ns1:p>
            <ns1:r>
              <ns1:t>论文：IndicLLMSuite: A Blueprint for Creating Pre-training and Fine-Tuning Datasets for Indian Languages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4，PDF第5页</ns1:t>
            </ns1:r>
          </ns1:p>
          <ns1:p>
            <ns1:r>
              <ns1:t>类型：实验图表</ns1:t>
            </ns1:r>
          </ns1:p>
          <ns1:p>
            <ns1:r>
              <ns1:t>借鉴点：连续带宽和分流百分比同时交代文档清洗、过滤与去重的保留/流失，适合作为数据筛选说明。</ns1:t>
            </ns1:r>
          </ns1:p>
          <ns1:p>
            <ns1:r>
              <ns1:t>论文URL：https://aclanthology.org/2024.acl-long.843/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编辑与保真说明：All flow bands, nodes and text are native. Band contours are traced with dense editable polygon paths. Arial approximates original font. Published rounded percentages are retained, including the0.01percent rounding difference.</ns1:t>
            </ns1:r>
          </ns1:p>
          <ns1:p>
            <ns1:r>
              <ns1:t>复刻方式：Native flow contours with native gradient fills, rectangles and editable stage/percentage text.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8ba7927cd4c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708677767647e3" /><Relationship Type="http://schemas.openxmlformats.org/officeDocument/2006/relationships/slideLayout" Target="/ppt/slideLayouts/slideLayout1.xml" Id="R2b22772dc0d84d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2772dc0d84d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041d1a327484f" /><Relationship Type="http://schemas.openxmlformats.org/officeDocument/2006/relationships/notesSlide" Target="/ppt/notesSlides/notesSlide1.xml" Id="R7c207752e2c642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tained after document cleaning">
            <a:extLst xmlns:a="http://schemas.openxmlformats.org/drawingml/2006/main">
              <a:ext uri="{FF2B5EF4-FFF2-40B4-BE49-F238E27FC236}">
                <a16:creationId xmlns:a16="http://schemas.microsoft.com/office/drawing/2014/main" id="{5D3D5B42-1089-4377-9A35-15BD003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4825"/>
            <a:ext cx="1400175" cy="2576513"/>
          </a:xfrm>
          <a:custGeom xmlns:a="http://schemas.openxmlformats.org/drawingml/2006/main">
            <a:pathLst>
              <a:path w="1400175" h="2576513">
                <a:moveTo>
                  <a:pt x="0" y="0"/>
                </a:moveTo>
                <a:lnTo>
                  <a:pt x="63625" y="0"/>
                </a:lnTo>
                <a:lnTo>
                  <a:pt x="123404" y="0"/>
                </a:lnTo>
                <a:lnTo>
                  <a:pt x="179594" y="0"/>
                </a:lnTo>
                <a:lnTo>
                  <a:pt x="232451" y="0"/>
                </a:lnTo>
                <a:lnTo>
                  <a:pt x="282231" y="0"/>
                </a:lnTo>
                <a:lnTo>
                  <a:pt x="329192" y="0"/>
                </a:lnTo>
                <a:lnTo>
                  <a:pt x="373588" y="0"/>
                </a:lnTo>
                <a:lnTo>
                  <a:pt x="415677" y="0"/>
                </a:lnTo>
                <a:lnTo>
                  <a:pt x="455715" y="0"/>
                </a:lnTo>
                <a:lnTo>
                  <a:pt x="493958" y="0"/>
                </a:lnTo>
                <a:lnTo>
                  <a:pt x="530663" y="0"/>
                </a:lnTo>
                <a:lnTo>
                  <a:pt x="566086" y="0"/>
                </a:lnTo>
                <a:lnTo>
                  <a:pt x="600484" y="0"/>
                </a:lnTo>
                <a:lnTo>
                  <a:pt x="634112" y="0"/>
                </a:lnTo>
                <a:lnTo>
                  <a:pt x="667228" y="0"/>
                </a:lnTo>
                <a:lnTo>
                  <a:pt x="700088" y="0"/>
                </a:lnTo>
                <a:lnTo>
                  <a:pt x="732947" y="0"/>
                </a:lnTo>
                <a:lnTo>
                  <a:pt x="766063" y="0"/>
                </a:lnTo>
                <a:lnTo>
                  <a:pt x="799691" y="0"/>
                </a:lnTo>
                <a:lnTo>
                  <a:pt x="834089" y="0"/>
                </a:lnTo>
                <a:lnTo>
                  <a:pt x="869512" y="0"/>
                </a:lnTo>
                <a:lnTo>
                  <a:pt x="906217" y="0"/>
                </a:lnTo>
                <a:lnTo>
                  <a:pt x="944460" y="0"/>
                </a:lnTo>
                <a:lnTo>
                  <a:pt x="984498" y="0"/>
                </a:lnTo>
                <a:lnTo>
                  <a:pt x="1026587" y="0"/>
                </a:lnTo>
                <a:lnTo>
                  <a:pt x="1070983" y="0"/>
                </a:lnTo>
                <a:lnTo>
                  <a:pt x="1117944" y="0"/>
                </a:lnTo>
                <a:lnTo>
                  <a:pt x="1167724" y="0"/>
                </a:lnTo>
                <a:lnTo>
                  <a:pt x="1220581" y="0"/>
                </a:lnTo>
                <a:lnTo>
                  <a:pt x="1276771" y="0"/>
                </a:lnTo>
                <a:lnTo>
                  <a:pt x="1336550" y="0"/>
                </a:lnTo>
                <a:lnTo>
                  <a:pt x="1400175" y="0"/>
                </a:lnTo>
                <a:lnTo>
                  <a:pt x="1400175" y="2576513"/>
                </a:lnTo>
                <a:lnTo>
                  <a:pt x="1336550" y="2576513"/>
                </a:lnTo>
                <a:lnTo>
                  <a:pt x="1276771" y="2576513"/>
                </a:lnTo>
                <a:lnTo>
                  <a:pt x="1220581" y="2576513"/>
                </a:lnTo>
                <a:lnTo>
                  <a:pt x="1167724" y="2576513"/>
                </a:lnTo>
                <a:lnTo>
                  <a:pt x="1117944" y="2576513"/>
                </a:lnTo>
                <a:lnTo>
                  <a:pt x="1070983" y="2576513"/>
                </a:lnTo>
                <a:lnTo>
                  <a:pt x="1026587" y="2576513"/>
                </a:lnTo>
                <a:lnTo>
                  <a:pt x="984498" y="2576513"/>
                </a:lnTo>
                <a:lnTo>
                  <a:pt x="944460" y="2576513"/>
                </a:lnTo>
                <a:lnTo>
                  <a:pt x="906217" y="2576513"/>
                </a:lnTo>
                <a:lnTo>
                  <a:pt x="869512" y="2576513"/>
                </a:lnTo>
                <a:lnTo>
                  <a:pt x="834089" y="2576513"/>
                </a:lnTo>
                <a:lnTo>
                  <a:pt x="799691" y="2576513"/>
                </a:lnTo>
                <a:lnTo>
                  <a:pt x="766063" y="2576513"/>
                </a:lnTo>
                <a:lnTo>
                  <a:pt x="732947" y="2576513"/>
                </a:lnTo>
                <a:lnTo>
                  <a:pt x="700088" y="2576513"/>
                </a:lnTo>
                <a:lnTo>
                  <a:pt x="667228" y="2576513"/>
                </a:lnTo>
                <a:lnTo>
                  <a:pt x="634112" y="2576513"/>
                </a:lnTo>
                <a:lnTo>
                  <a:pt x="600484" y="2576513"/>
                </a:lnTo>
                <a:lnTo>
                  <a:pt x="566086" y="2576513"/>
                </a:lnTo>
                <a:lnTo>
                  <a:pt x="530663" y="2576513"/>
                </a:lnTo>
                <a:lnTo>
                  <a:pt x="493958" y="2576513"/>
                </a:lnTo>
                <a:lnTo>
                  <a:pt x="455715" y="2576513"/>
                </a:lnTo>
                <a:lnTo>
                  <a:pt x="415677" y="2576513"/>
                </a:lnTo>
                <a:lnTo>
                  <a:pt x="373588" y="2576513"/>
                </a:lnTo>
                <a:lnTo>
                  <a:pt x="329192" y="2576513"/>
                </a:lnTo>
                <a:lnTo>
                  <a:pt x="282231" y="2576513"/>
                </a:lnTo>
                <a:lnTo>
                  <a:pt x="232451" y="2576513"/>
                </a:lnTo>
                <a:lnTo>
                  <a:pt x="179594" y="2576513"/>
                </a:lnTo>
                <a:lnTo>
                  <a:pt x="123404" y="2576513"/>
                </a:lnTo>
                <a:lnTo>
                  <a:pt x="63625" y="2576513"/>
                </a:lnTo>
                <a:lnTo>
                  <a:pt x="0" y="257651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7CDDA"/>
              </a:gs>
              <a:gs pos="100000">
                <a:srgbClr val="D0D6E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Document cleaning loss">
            <a:extLst xmlns:a="http://schemas.openxmlformats.org/drawingml/2006/main">
              <a:ext uri="{FF2B5EF4-FFF2-40B4-BE49-F238E27FC236}">
                <a16:creationId xmlns:a16="http://schemas.microsoft.com/office/drawing/2014/main" id="{39090D8A-1657-435D-BB6E-649049C1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81338"/>
            <a:ext cx="1400175" cy="857250"/>
          </a:xfrm>
          <a:custGeom xmlns:a="http://schemas.openxmlformats.org/drawingml/2006/main">
            <a:pathLst>
              <a:path w="1400175" h="857250">
                <a:moveTo>
                  <a:pt x="0" y="0"/>
                </a:moveTo>
                <a:lnTo>
                  <a:pt x="63625" y="369"/>
                </a:lnTo>
                <a:lnTo>
                  <a:pt x="123404" y="1444"/>
                </a:lnTo>
                <a:lnTo>
                  <a:pt x="179594" y="3179"/>
                </a:lnTo>
                <a:lnTo>
                  <a:pt x="232451" y="5525"/>
                </a:lnTo>
                <a:lnTo>
                  <a:pt x="282231" y="8437"/>
                </a:lnTo>
                <a:lnTo>
                  <a:pt x="329192" y="11867"/>
                </a:lnTo>
                <a:lnTo>
                  <a:pt x="373588" y="15767"/>
                </a:lnTo>
                <a:lnTo>
                  <a:pt x="415677" y="20092"/>
                </a:lnTo>
                <a:lnTo>
                  <a:pt x="455715" y="24793"/>
                </a:lnTo>
                <a:lnTo>
                  <a:pt x="493958" y="29824"/>
                </a:lnTo>
                <a:lnTo>
                  <a:pt x="530663" y="35137"/>
                </a:lnTo>
                <a:lnTo>
                  <a:pt x="566086" y="40686"/>
                </a:lnTo>
                <a:lnTo>
                  <a:pt x="600484" y="46423"/>
                </a:lnTo>
                <a:lnTo>
                  <a:pt x="634112" y="52301"/>
                </a:lnTo>
                <a:lnTo>
                  <a:pt x="667228" y="58274"/>
                </a:lnTo>
                <a:lnTo>
                  <a:pt x="700088" y="64294"/>
                </a:lnTo>
                <a:lnTo>
                  <a:pt x="732947" y="70313"/>
                </a:lnTo>
                <a:lnTo>
                  <a:pt x="766063" y="76286"/>
                </a:lnTo>
                <a:lnTo>
                  <a:pt x="799691" y="82164"/>
                </a:lnTo>
                <a:lnTo>
                  <a:pt x="834089" y="87902"/>
                </a:lnTo>
                <a:lnTo>
                  <a:pt x="869512" y="93450"/>
                </a:lnTo>
                <a:lnTo>
                  <a:pt x="906217" y="98764"/>
                </a:lnTo>
                <a:lnTo>
                  <a:pt x="944460" y="103795"/>
                </a:lnTo>
                <a:lnTo>
                  <a:pt x="984498" y="108496"/>
                </a:lnTo>
                <a:lnTo>
                  <a:pt x="1026587" y="112820"/>
                </a:lnTo>
                <a:lnTo>
                  <a:pt x="1070983" y="116721"/>
                </a:lnTo>
                <a:lnTo>
                  <a:pt x="1117944" y="120151"/>
                </a:lnTo>
                <a:lnTo>
                  <a:pt x="1167724" y="123062"/>
                </a:lnTo>
                <a:lnTo>
                  <a:pt x="1220581" y="125409"/>
                </a:lnTo>
                <a:lnTo>
                  <a:pt x="1276771" y="127143"/>
                </a:lnTo>
                <a:lnTo>
                  <a:pt x="1336550" y="128219"/>
                </a:lnTo>
                <a:lnTo>
                  <a:pt x="1400175" y="128588"/>
                </a:lnTo>
                <a:lnTo>
                  <a:pt x="1400175" y="857250"/>
                </a:lnTo>
                <a:lnTo>
                  <a:pt x="1336550" y="856881"/>
                </a:lnTo>
                <a:lnTo>
                  <a:pt x="1276771" y="855806"/>
                </a:lnTo>
                <a:lnTo>
                  <a:pt x="1220581" y="854071"/>
                </a:lnTo>
                <a:lnTo>
                  <a:pt x="1167724" y="851725"/>
                </a:lnTo>
                <a:lnTo>
                  <a:pt x="1117944" y="848813"/>
                </a:lnTo>
                <a:lnTo>
                  <a:pt x="1070983" y="845383"/>
                </a:lnTo>
                <a:lnTo>
                  <a:pt x="1026587" y="841483"/>
                </a:lnTo>
                <a:lnTo>
                  <a:pt x="984498" y="837158"/>
                </a:lnTo>
                <a:lnTo>
                  <a:pt x="944460" y="832457"/>
                </a:lnTo>
                <a:lnTo>
                  <a:pt x="906217" y="827426"/>
                </a:lnTo>
                <a:lnTo>
                  <a:pt x="869512" y="822113"/>
                </a:lnTo>
                <a:lnTo>
                  <a:pt x="834089" y="816564"/>
                </a:lnTo>
                <a:lnTo>
                  <a:pt x="799691" y="810827"/>
                </a:lnTo>
                <a:lnTo>
                  <a:pt x="766063" y="804949"/>
                </a:lnTo>
                <a:lnTo>
                  <a:pt x="732947" y="798976"/>
                </a:lnTo>
                <a:lnTo>
                  <a:pt x="700088" y="792956"/>
                </a:lnTo>
                <a:lnTo>
                  <a:pt x="667228" y="786937"/>
                </a:lnTo>
                <a:lnTo>
                  <a:pt x="634112" y="780964"/>
                </a:lnTo>
                <a:lnTo>
                  <a:pt x="600484" y="775086"/>
                </a:lnTo>
                <a:lnTo>
                  <a:pt x="566086" y="769348"/>
                </a:lnTo>
                <a:lnTo>
                  <a:pt x="530663" y="763800"/>
                </a:lnTo>
                <a:lnTo>
                  <a:pt x="493958" y="758486"/>
                </a:lnTo>
                <a:lnTo>
                  <a:pt x="455715" y="753455"/>
                </a:lnTo>
                <a:lnTo>
                  <a:pt x="415677" y="748754"/>
                </a:lnTo>
                <a:lnTo>
                  <a:pt x="373588" y="744430"/>
                </a:lnTo>
                <a:lnTo>
                  <a:pt x="329192" y="740529"/>
                </a:lnTo>
                <a:lnTo>
                  <a:pt x="282231" y="737099"/>
                </a:lnTo>
                <a:lnTo>
                  <a:pt x="232451" y="734188"/>
                </a:lnTo>
                <a:lnTo>
                  <a:pt x="179594" y="731841"/>
                </a:lnTo>
                <a:lnTo>
                  <a:pt x="123404" y="730107"/>
                </a:lnTo>
                <a:lnTo>
                  <a:pt x="63625" y="729031"/>
                </a:lnTo>
                <a:lnTo>
                  <a:pt x="0" y="72866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4C9D2"/>
              </a:gs>
              <a:gs pos="100000">
                <a:srgbClr val="DEE0E0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Retained after filtering">
            <a:extLst xmlns:a="http://schemas.openxmlformats.org/drawingml/2006/main">
              <a:ext uri="{FF2B5EF4-FFF2-40B4-BE49-F238E27FC236}">
                <a16:creationId xmlns:a16="http://schemas.microsoft.com/office/drawing/2014/main" id="{15A7516E-C04F-467B-A39D-6ED60266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"/>
            <a:ext cx="1400175" cy="1852613"/>
          </a:xfrm>
          <a:custGeom xmlns:a="http://schemas.openxmlformats.org/drawingml/2006/main">
            <a:pathLst>
              <a:path w="1400175" h="1852613">
                <a:moveTo>
                  <a:pt x="0" y="0"/>
                </a:moveTo>
                <a:lnTo>
                  <a:pt x="63625" y="0"/>
                </a:lnTo>
                <a:lnTo>
                  <a:pt x="123404" y="0"/>
                </a:lnTo>
                <a:lnTo>
                  <a:pt x="179594" y="0"/>
                </a:lnTo>
                <a:lnTo>
                  <a:pt x="232451" y="0"/>
                </a:lnTo>
                <a:lnTo>
                  <a:pt x="282231" y="0"/>
                </a:lnTo>
                <a:lnTo>
                  <a:pt x="329192" y="0"/>
                </a:lnTo>
                <a:lnTo>
                  <a:pt x="373588" y="0"/>
                </a:lnTo>
                <a:lnTo>
                  <a:pt x="415677" y="0"/>
                </a:lnTo>
                <a:lnTo>
                  <a:pt x="455715" y="0"/>
                </a:lnTo>
                <a:lnTo>
                  <a:pt x="493958" y="0"/>
                </a:lnTo>
                <a:lnTo>
                  <a:pt x="530663" y="0"/>
                </a:lnTo>
                <a:lnTo>
                  <a:pt x="566086" y="0"/>
                </a:lnTo>
                <a:lnTo>
                  <a:pt x="600484" y="0"/>
                </a:lnTo>
                <a:lnTo>
                  <a:pt x="634112" y="0"/>
                </a:lnTo>
                <a:lnTo>
                  <a:pt x="667228" y="0"/>
                </a:lnTo>
                <a:lnTo>
                  <a:pt x="700088" y="0"/>
                </a:lnTo>
                <a:lnTo>
                  <a:pt x="732947" y="0"/>
                </a:lnTo>
                <a:lnTo>
                  <a:pt x="766063" y="0"/>
                </a:lnTo>
                <a:lnTo>
                  <a:pt x="799691" y="0"/>
                </a:lnTo>
                <a:lnTo>
                  <a:pt x="834089" y="0"/>
                </a:lnTo>
                <a:lnTo>
                  <a:pt x="869512" y="0"/>
                </a:lnTo>
                <a:lnTo>
                  <a:pt x="906217" y="0"/>
                </a:lnTo>
                <a:lnTo>
                  <a:pt x="944460" y="0"/>
                </a:lnTo>
                <a:lnTo>
                  <a:pt x="984498" y="0"/>
                </a:lnTo>
                <a:lnTo>
                  <a:pt x="1026587" y="0"/>
                </a:lnTo>
                <a:lnTo>
                  <a:pt x="1070983" y="0"/>
                </a:lnTo>
                <a:lnTo>
                  <a:pt x="1117944" y="0"/>
                </a:lnTo>
                <a:lnTo>
                  <a:pt x="1167724" y="0"/>
                </a:lnTo>
                <a:lnTo>
                  <a:pt x="1220581" y="0"/>
                </a:lnTo>
                <a:lnTo>
                  <a:pt x="1276771" y="0"/>
                </a:lnTo>
                <a:lnTo>
                  <a:pt x="1336550" y="0"/>
                </a:lnTo>
                <a:lnTo>
                  <a:pt x="1400175" y="0"/>
                </a:lnTo>
                <a:lnTo>
                  <a:pt x="1400175" y="1852613"/>
                </a:lnTo>
                <a:lnTo>
                  <a:pt x="1336550" y="1852613"/>
                </a:lnTo>
                <a:lnTo>
                  <a:pt x="1276771" y="1852613"/>
                </a:lnTo>
                <a:lnTo>
                  <a:pt x="1220581" y="1852613"/>
                </a:lnTo>
                <a:lnTo>
                  <a:pt x="1167724" y="1852613"/>
                </a:lnTo>
                <a:lnTo>
                  <a:pt x="1117944" y="1852613"/>
                </a:lnTo>
                <a:lnTo>
                  <a:pt x="1070983" y="1852613"/>
                </a:lnTo>
                <a:lnTo>
                  <a:pt x="1026587" y="1852613"/>
                </a:lnTo>
                <a:lnTo>
                  <a:pt x="984498" y="1852613"/>
                </a:lnTo>
                <a:lnTo>
                  <a:pt x="944460" y="1852613"/>
                </a:lnTo>
                <a:lnTo>
                  <a:pt x="906217" y="1852613"/>
                </a:lnTo>
                <a:lnTo>
                  <a:pt x="869512" y="1852613"/>
                </a:lnTo>
                <a:lnTo>
                  <a:pt x="834089" y="1852613"/>
                </a:lnTo>
                <a:lnTo>
                  <a:pt x="799691" y="1852613"/>
                </a:lnTo>
                <a:lnTo>
                  <a:pt x="766063" y="1852613"/>
                </a:lnTo>
                <a:lnTo>
                  <a:pt x="732947" y="1852613"/>
                </a:lnTo>
                <a:lnTo>
                  <a:pt x="700088" y="1852613"/>
                </a:lnTo>
                <a:lnTo>
                  <a:pt x="667228" y="1852613"/>
                </a:lnTo>
                <a:lnTo>
                  <a:pt x="634112" y="1852613"/>
                </a:lnTo>
                <a:lnTo>
                  <a:pt x="600484" y="1852613"/>
                </a:lnTo>
                <a:lnTo>
                  <a:pt x="566086" y="1852613"/>
                </a:lnTo>
                <a:lnTo>
                  <a:pt x="530663" y="1852613"/>
                </a:lnTo>
                <a:lnTo>
                  <a:pt x="493958" y="1852613"/>
                </a:lnTo>
                <a:lnTo>
                  <a:pt x="455715" y="1852613"/>
                </a:lnTo>
                <a:lnTo>
                  <a:pt x="415677" y="1852613"/>
                </a:lnTo>
                <a:lnTo>
                  <a:pt x="373588" y="1852613"/>
                </a:lnTo>
                <a:lnTo>
                  <a:pt x="329192" y="1852613"/>
                </a:lnTo>
                <a:lnTo>
                  <a:pt x="282231" y="1852613"/>
                </a:lnTo>
                <a:lnTo>
                  <a:pt x="232451" y="1852613"/>
                </a:lnTo>
                <a:lnTo>
                  <a:pt x="179594" y="1852613"/>
                </a:lnTo>
                <a:lnTo>
                  <a:pt x="123404" y="1852613"/>
                </a:lnTo>
                <a:lnTo>
                  <a:pt x="63625" y="1852613"/>
                </a:lnTo>
                <a:lnTo>
                  <a:pt x="0" y="185261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0D9EB"/>
              </a:gs>
              <a:gs pos="100000">
                <a:srgbClr val="E2E8F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" name="Filtering loss">
            <a:extLst xmlns:a="http://schemas.openxmlformats.org/drawingml/2006/main">
              <a:ext uri="{FF2B5EF4-FFF2-40B4-BE49-F238E27FC236}">
                <a16:creationId xmlns:a16="http://schemas.microsoft.com/office/drawing/2014/main" id="{B74FF030-C374-460F-8611-573D6906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57438"/>
            <a:ext cx="1400175" cy="852488"/>
          </a:xfrm>
          <a:custGeom xmlns:a="http://schemas.openxmlformats.org/drawingml/2006/main">
            <a:pathLst>
              <a:path w="1400175" h="852488">
                <a:moveTo>
                  <a:pt x="0" y="0"/>
                </a:moveTo>
                <a:lnTo>
                  <a:pt x="63625" y="342"/>
                </a:lnTo>
                <a:lnTo>
                  <a:pt x="123404" y="1337"/>
                </a:lnTo>
                <a:lnTo>
                  <a:pt x="179594" y="2943"/>
                </a:lnTo>
                <a:lnTo>
                  <a:pt x="232451" y="5116"/>
                </a:lnTo>
                <a:lnTo>
                  <a:pt x="282231" y="7812"/>
                </a:lnTo>
                <a:lnTo>
                  <a:pt x="329192" y="10988"/>
                </a:lnTo>
                <a:lnTo>
                  <a:pt x="373588" y="14599"/>
                </a:lnTo>
                <a:lnTo>
                  <a:pt x="415677" y="18604"/>
                </a:lnTo>
                <a:lnTo>
                  <a:pt x="455715" y="22956"/>
                </a:lnTo>
                <a:lnTo>
                  <a:pt x="493958" y="27615"/>
                </a:lnTo>
                <a:lnTo>
                  <a:pt x="530663" y="32534"/>
                </a:lnTo>
                <a:lnTo>
                  <a:pt x="566086" y="37672"/>
                </a:lnTo>
                <a:lnTo>
                  <a:pt x="600484" y="42984"/>
                </a:lnTo>
                <a:lnTo>
                  <a:pt x="634112" y="48427"/>
                </a:lnTo>
                <a:lnTo>
                  <a:pt x="667228" y="53957"/>
                </a:lnTo>
                <a:lnTo>
                  <a:pt x="700088" y="59531"/>
                </a:lnTo>
                <a:lnTo>
                  <a:pt x="732947" y="65105"/>
                </a:lnTo>
                <a:lnTo>
                  <a:pt x="766063" y="70635"/>
                </a:lnTo>
                <a:lnTo>
                  <a:pt x="799691" y="76078"/>
                </a:lnTo>
                <a:lnTo>
                  <a:pt x="834089" y="81390"/>
                </a:lnTo>
                <a:lnTo>
                  <a:pt x="869512" y="86528"/>
                </a:lnTo>
                <a:lnTo>
                  <a:pt x="906217" y="91448"/>
                </a:lnTo>
                <a:lnTo>
                  <a:pt x="944460" y="96106"/>
                </a:lnTo>
                <a:lnTo>
                  <a:pt x="984498" y="100459"/>
                </a:lnTo>
                <a:lnTo>
                  <a:pt x="1026587" y="104463"/>
                </a:lnTo>
                <a:lnTo>
                  <a:pt x="1070983" y="108075"/>
                </a:lnTo>
                <a:lnTo>
                  <a:pt x="1117944" y="111250"/>
                </a:lnTo>
                <a:lnTo>
                  <a:pt x="1167724" y="113947"/>
                </a:lnTo>
                <a:lnTo>
                  <a:pt x="1220581" y="116119"/>
                </a:lnTo>
                <a:lnTo>
                  <a:pt x="1276771" y="117725"/>
                </a:lnTo>
                <a:lnTo>
                  <a:pt x="1336550" y="118721"/>
                </a:lnTo>
                <a:lnTo>
                  <a:pt x="1400175" y="119063"/>
                </a:lnTo>
                <a:lnTo>
                  <a:pt x="1400175" y="852488"/>
                </a:lnTo>
                <a:lnTo>
                  <a:pt x="1336550" y="852119"/>
                </a:lnTo>
                <a:lnTo>
                  <a:pt x="1276771" y="851043"/>
                </a:lnTo>
                <a:lnTo>
                  <a:pt x="1220581" y="849309"/>
                </a:lnTo>
                <a:lnTo>
                  <a:pt x="1167724" y="846962"/>
                </a:lnTo>
                <a:lnTo>
                  <a:pt x="1117944" y="844051"/>
                </a:lnTo>
                <a:lnTo>
                  <a:pt x="1070983" y="840621"/>
                </a:lnTo>
                <a:lnTo>
                  <a:pt x="1026587" y="836720"/>
                </a:lnTo>
                <a:lnTo>
                  <a:pt x="984498" y="832396"/>
                </a:lnTo>
                <a:lnTo>
                  <a:pt x="944460" y="827695"/>
                </a:lnTo>
                <a:lnTo>
                  <a:pt x="906217" y="822664"/>
                </a:lnTo>
                <a:lnTo>
                  <a:pt x="869512" y="817350"/>
                </a:lnTo>
                <a:lnTo>
                  <a:pt x="834089" y="811802"/>
                </a:lnTo>
                <a:lnTo>
                  <a:pt x="799691" y="806064"/>
                </a:lnTo>
                <a:lnTo>
                  <a:pt x="766063" y="800186"/>
                </a:lnTo>
                <a:lnTo>
                  <a:pt x="732947" y="794213"/>
                </a:lnTo>
                <a:lnTo>
                  <a:pt x="700088" y="788194"/>
                </a:lnTo>
                <a:lnTo>
                  <a:pt x="667228" y="782174"/>
                </a:lnTo>
                <a:lnTo>
                  <a:pt x="634112" y="776201"/>
                </a:lnTo>
                <a:lnTo>
                  <a:pt x="600484" y="770323"/>
                </a:lnTo>
                <a:lnTo>
                  <a:pt x="566086" y="764586"/>
                </a:lnTo>
                <a:lnTo>
                  <a:pt x="530663" y="759037"/>
                </a:lnTo>
                <a:lnTo>
                  <a:pt x="493958" y="753724"/>
                </a:lnTo>
                <a:lnTo>
                  <a:pt x="455715" y="748693"/>
                </a:lnTo>
                <a:lnTo>
                  <a:pt x="415677" y="743992"/>
                </a:lnTo>
                <a:lnTo>
                  <a:pt x="373588" y="739667"/>
                </a:lnTo>
                <a:lnTo>
                  <a:pt x="329192" y="735767"/>
                </a:lnTo>
                <a:lnTo>
                  <a:pt x="282231" y="732337"/>
                </a:lnTo>
                <a:lnTo>
                  <a:pt x="232451" y="729425"/>
                </a:lnTo>
                <a:lnTo>
                  <a:pt x="179594" y="727079"/>
                </a:lnTo>
                <a:lnTo>
                  <a:pt x="123404" y="725344"/>
                </a:lnTo>
                <a:lnTo>
                  <a:pt x="63625" y="724269"/>
                </a:lnTo>
                <a:lnTo>
                  <a:pt x="0" y="7239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CD2DE"/>
              </a:gs>
              <a:gs pos="100000">
                <a:srgbClr val="DEDFD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" name="Retained after deduplication">
            <a:extLst xmlns:a="http://schemas.openxmlformats.org/drawingml/2006/main">
              <a:ext uri="{FF2B5EF4-FFF2-40B4-BE49-F238E27FC236}">
                <a16:creationId xmlns:a16="http://schemas.microsoft.com/office/drawing/2014/main" id="{AA3852BA-DC9B-40FB-9BFF-C416D17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4825"/>
            <a:ext cx="1400175" cy="811530"/>
          </a:xfrm>
          <a:custGeom xmlns:a="http://schemas.openxmlformats.org/drawingml/2006/main">
            <a:pathLst>
              <a:path w="1400175" h="811530">
                <a:moveTo>
                  <a:pt x="0" y="0"/>
                </a:moveTo>
                <a:lnTo>
                  <a:pt x="63625" y="0"/>
                </a:lnTo>
                <a:lnTo>
                  <a:pt x="123404" y="0"/>
                </a:lnTo>
                <a:lnTo>
                  <a:pt x="179594" y="0"/>
                </a:lnTo>
                <a:lnTo>
                  <a:pt x="232451" y="0"/>
                </a:lnTo>
                <a:lnTo>
                  <a:pt x="282231" y="0"/>
                </a:lnTo>
                <a:lnTo>
                  <a:pt x="329192" y="0"/>
                </a:lnTo>
                <a:lnTo>
                  <a:pt x="373588" y="0"/>
                </a:lnTo>
                <a:lnTo>
                  <a:pt x="415677" y="0"/>
                </a:lnTo>
                <a:lnTo>
                  <a:pt x="455715" y="0"/>
                </a:lnTo>
                <a:lnTo>
                  <a:pt x="493958" y="0"/>
                </a:lnTo>
                <a:lnTo>
                  <a:pt x="530663" y="0"/>
                </a:lnTo>
                <a:lnTo>
                  <a:pt x="566086" y="0"/>
                </a:lnTo>
                <a:lnTo>
                  <a:pt x="600484" y="0"/>
                </a:lnTo>
                <a:lnTo>
                  <a:pt x="634112" y="0"/>
                </a:lnTo>
                <a:lnTo>
                  <a:pt x="667228" y="0"/>
                </a:lnTo>
                <a:lnTo>
                  <a:pt x="700088" y="0"/>
                </a:lnTo>
                <a:lnTo>
                  <a:pt x="732947" y="0"/>
                </a:lnTo>
                <a:lnTo>
                  <a:pt x="766063" y="0"/>
                </a:lnTo>
                <a:lnTo>
                  <a:pt x="799691" y="0"/>
                </a:lnTo>
                <a:lnTo>
                  <a:pt x="834089" y="0"/>
                </a:lnTo>
                <a:lnTo>
                  <a:pt x="869512" y="0"/>
                </a:lnTo>
                <a:lnTo>
                  <a:pt x="906217" y="0"/>
                </a:lnTo>
                <a:lnTo>
                  <a:pt x="944460" y="0"/>
                </a:lnTo>
                <a:lnTo>
                  <a:pt x="984498" y="0"/>
                </a:lnTo>
                <a:lnTo>
                  <a:pt x="1026587" y="0"/>
                </a:lnTo>
                <a:lnTo>
                  <a:pt x="1070983" y="0"/>
                </a:lnTo>
                <a:lnTo>
                  <a:pt x="1117944" y="0"/>
                </a:lnTo>
                <a:lnTo>
                  <a:pt x="1167724" y="0"/>
                </a:lnTo>
                <a:lnTo>
                  <a:pt x="1220581" y="0"/>
                </a:lnTo>
                <a:lnTo>
                  <a:pt x="1276771" y="0"/>
                </a:lnTo>
                <a:lnTo>
                  <a:pt x="1336550" y="0"/>
                </a:lnTo>
                <a:lnTo>
                  <a:pt x="1400175" y="0"/>
                </a:lnTo>
                <a:lnTo>
                  <a:pt x="1400175" y="811530"/>
                </a:lnTo>
                <a:lnTo>
                  <a:pt x="1336550" y="811530"/>
                </a:lnTo>
                <a:lnTo>
                  <a:pt x="1276771" y="811530"/>
                </a:lnTo>
                <a:lnTo>
                  <a:pt x="1220581" y="811530"/>
                </a:lnTo>
                <a:lnTo>
                  <a:pt x="1167724" y="811530"/>
                </a:lnTo>
                <a:lnTo>
                  <a:pt x="1117944" y="811530"/>
                </a:lnTo>
                <a:lnTo>
                  <a:pt x="1070983" y="811530"/>
                </a:lnTo>
                <a:lnTo>
                  <a:pt x="1026587" y="811530"/>
                </a:lnTo>
                <a:lnTo>
                  <a:pt x="984498" y="811530"/>
                </a:lnTo>
                <a:lnTo>
                  <a:pt x="944460" y="811530"/>
                </a:lnTo>
                <a:lnTo>
                  <a:pt x="906217" y="811530"/>
                </a:lnTo>
                <a:lnTo>
                  <a:pt x="869512" y="811530"/>
                </a:lnTo>
                <a:lnTo>
                  <a:pt x="834089" y="811530"/>
                </a:lnTo>
                <a:lnTo>
                  <a:pt x="799691" y="811530"/>
                </a:lnTo>
                <a:lnTo>
                  <a:pt x="766063" y="811530"/>
                </a:lnTo>
                <a:lnTo>
                  <a:pt x="732947" y="811530"/>
                </a:lnTo>
                <a:lnTo>
                  <a:pt x="700088" y="811530"/>
                </a:lnTo>
                <a:lnTo>
                  <a:pt x="667228" y="811530"/>
                </a:lnTo>
                <a:lnTo>
                  <a:pt x="634112" y="811530"/>
                </a:lnTo>
                <a:lnTo>
                  <a:pt x="600484" y="811530"/>
                </a:lnTo>
                <a:lnTo>
                  <a:pt x="566086" y="811530"/>
                </a:lnTo>
                <a:lnTo>
                  <a:pt x="530663" y="811530"/>
                </a:lnTo>
                <a:lnTo>
                  <a:pt x="493958" y="811530"/>
                </a:lnTo>
                <a:lnTo>
                  <a:pt x="455715" y="811530"/>
                </a:lnTo>
                <a:lnTo>
                  <a:pt x="415677" y="811530"/>
                </a:lnTo>
                <a:lnTo>
                  <a:pt x="373588" y="811530"/>
                </a:lnTo>
                <a:lnTo>
                  <a:pt x="329192" y="811530"/>
                </a:lnTo>
                <a:lnTo>
                  <a:pt x="282231" y="811530"/>
                </a:lnTo>
                <a:lnTo>
                  <a:pt x="232451" y="811530"/>
                </a:lnTo>
                <a:lnTo>
                  <a:pt x="179594" y="811530"/>
                </a:lnTo>
                <a:lnTo>
                  <a:pt x="123404" y="811530"/>
                </a:lnTo>
                <a:lnTo>
                  <a:pt x="63625" y="811530"/>
                </a:lnTo>
                <a:lnTo>
                  <a:pt x="0" y="81153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3E8F3"/>
              </a:gs>
              <a:gs pos="100000">
                <a:srgbClr val="EFEFFA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" name="Deduplication loss">
            <a:extLst xmlns:a="http://schemas.openxmlformats.org/drawingml/2006/main">
              <a:ext uri="{FF2B5EF4-FFF2-40B4-BE49-F238E27FC236}">
                <a16:creationId xmlns:a16="http://schemas.microsoft.com/office/drawing/2014/main" id="{652B2646-ABD7-488B-A997-C40F5F3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16355"/>
            <a:ext cx="1400175" cy="1167765"/>
          </a:xfrm>
          <a:custGeom xmlns:a="http://schemas.openxmlformats.org/drawingml/2006/main">
            <a:pathLst>
              <a:path w="1400175" h="1167765">
                <a:moveTo>
                  <a:pt x="0" y="0"/>
                </a:moveTo>
                <a:lnTo>
                  <a:pt x="63625" y="363"/>
                </a:lnTo>
                <a:lnTo>
                  <a:pt x="123404" y="1423"/>
                </a:lnTo>
                <a:lnTo>
                  <a:pt x="179594" y="3131"/>
                </a:lnTo>
                <a:lnTo>
                  <a:pt x="232451" y="5443"/>
                </a:lnTo>
                <a:lnTo>
                  <a:pt x="282231" y="8312"/>
                </a:lnTo>
                <a:lnTo>
                  <a:pt x="329192" y="11691"/>
                </a:lnTo>
                <a:lnTo>
                  <a:pt x="373588" y="15534"/>
                </a:lnTo>
                <a:lnTo>
                  <a:pt x="415677" y="19794"/>
                </a:lnTo>
                <a:lnTo>
                  <a:pt x="455715" y="24426"/>
                </a:lnTo>
                <a:lnTo>
                  <a:pt x="493958" y="29382"/>
                </a:lnTo>
                <a:lnTo>
                  <a:pt x="530663" y="34617"/>
                </a:lnTo>
                <a:lnTo>
                  <a:pt x="566086" y="40083"/>
                </a:lnTo>
                <a:lnTo>
                  <a:pt x="600484" y="45735"/>
                </a:lnTo>
                <a:lnTo>
                  <a:pt x="634112" y="51527"/>
                </a:lnTo>
                <a:lnTo>
                  <a:pt x="667228" y="57411"/>
                </a:lnTo>
                <a:lnTo>
                  <a:pt x="700088" y="63341"/>
                </a:lnTo>
                <a:lnTo>
                  <a:pt x="732947" y="69272"/>
                </a:lnTo>
                <a:lnTo>
                  <a:pt x="766063" y="75156"/>
                </a:lnTo>
                <a:lnTo>
                  <a:pt x="799691" y="80947"/>
                </a:lnTo>
                <a:lnTo>
                  <a:pt x="834089" y="86599"/>
                </a:lnTo>
                <a:lnTo>
                  <a:pt x="869512" y="92066"/>
                </a:lnTo>
                <a:lnTo>
                  <a:pt x="906217" y="97301"/>
                </a:lnTo>
                <a:lnTo>
                  <a:pt x="944460" y="102257"/>
                </a:lnTo>
                <a:lnTo>
                  <a:pt x="984498" y="106888"/>
                </a:lnTo>
                <a:lnTo>
                  <a:pt x="1026587" y="111149"/>
                </a:lnTo>
                <a:lnTo>
                  <a:pt x="1070983" y="114992"/>
                </a:lnTo>
                <a:lnTo>
                  <a:pt x="1117944" y="118371"/>
                </a:lnTo>
                <a:lnTo>
                  <a:pt x="1167724" y="121239"/>
                </a:lnTo>
                <a:lnTo>
                  <a:pt x="1220581" y="123551"/>
                </a:lnTo>
                <a:lnTo>
                  <a:pt x="1276771" y="125260"/>
                </a:lnTo>
                <a:lnTo>
                  <a:pt x="1336550" y="126319"/>
                </a:lnTo>
                <a:lnTo>
                  <a:pt x="1400175" y="126683"/>
                </a:lnTo>
                <a:lnTo>
                  <a:pt x="1400175" y="1167765"/>
                </a:lnTo>
                <a:lnTo>
                  <a:pt x="1336550" y="1167402"/>
                </a:lnTo>
                <a:lnTo>
                  <a:pt x="1276771" y="1166342"/>
                </a:lnTo>
                <a:lnTo>
                  <a:pt x="1220581" y="1164634"/>
                </a:lnTo>
                <a:lnTo>
                  <a:pt x="1167724" y="1162322"/>
                </a:lnTo>
                <a:lnTo>
                  <a:pt x="1117944" y="1159453"/>
                </a:lnTo>
                <a:lnTo>
                  <a:pt x="1070983" y="1156074"/>
                </a:lnTo>
                <a:lnTo>
                  <a:pt x="1026587" y="1152231"/>
                </a:lnTo>
                <a:lnTo>
                  <a:pt x="984498" y="1147971"/>
                </a:lnTo>
                <a:lnTo>
                  <a:pt x="944460" y="1143339"/>
                </a:lnTo>
                <a:lnTo>
                  <a:pt x="906217" y="1138383"/>
                </a:lnTo>
                <a:lnTo>
                  <a:pt x="869512" y="1133148"/>
                </a:lnTo>
                <a:lnTo>
                  <a:pt x="834089" y="1127682"/>
                </a:lnTo>
                <a:lnTo>
                  <a:pt x="799691" y="1122030"/>
                </a:lnTo>
                <a:lnTo>
                  <a:pt x="766063" y="1116238"/>
                </a:lnTo>
                <a:lnTo>
                  <a:pt x="732947" y="1110354"/>
                </a:lnTo>
                <a:lnTo>
                  <a:pt x="700088" y="1104424"/>
                </a:lnTo>
                <a:lnTo>
                  <a:pt x="667228" y="1098493"/>
                </a:lnTo>
                <a:lnTo>
                  <a:pt x="634112" y="1092609"/>
                </a:lnTo>
                <a:lnTo>
                  <a:pt x="600484" y="1086818"/>
                </a:lnTo>
                <a:lnTo>
                  <a:pt x="566086" y="1081166"/>
                </a:lnTo>
                <a:lnTo>
                  <a:pt x="530663" y="1075699"/>
                </a:lnTo>
                <a:lnTo>
                  <a:pt x="493958" y="1070464"/>
                </a:lnTo>
                <a:lnTo>
                  <a:pt x="455715" y="1065508"/>
                </a:lnTo>
                <a:lnTo>
                  <a:pt x="415677" y="1060877"/>
                </a:lnTo>
                <a:lnTo>
                  <a:pt x="373588" y="1056616"/>
                </a:lnTo>
                <a:lnTo>
                  <a:pt x="329192" y="1052773"/>
                </a:lnTo>
                <a:lnTo>
                  <a:pt x="282231" y="1049394"/>
                </a:lnTo>
                <a:lnTo>
                  <a:pt x="232451" y="1046526"/>
                </a:lnTo>
                <a:lnTo>
                  <a:pt x="179594" y="1044214"/>
                </a:lnTo>
                <a:lnTo>
                  <a:pt x="123404" y="1042505"/>
                </a:lnTo>
                <a:lnTo>
                  <a:pt x="63625" y="1041446"/>
                </a:lnTo>
                <a:lnTo>
                  <a:pt x="0" y="104108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FE4EB"/>
              </a:gs>
              <a:gs pos="100000">
                <a:srgbClr val="DEDFD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Initial100">
            <a:extLst xmlns:a="http://schemas.openxmlformats.org/drawingml/2006/main">
              <a:ext uri="{FF2B5EF4-FFF2-40B4-BE49-F238E27FC236}">
                <a16:creationId xmlns:a16="http://schemas.microsoft.com/office/drawing/2014/main" id="{E3C02D85-CBD5-48F8-A6A7-6D3B4FFB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4825"/>
            <a:ext cx="1905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D69"/>
          </a:solidFill>
          <a:ln xmlns:a="http://schemas.openxmlformats.org/drawingml/2006/main" w="0">
            <a:noFill/>
          </a:ln>
        </p:spPr>
      </p:sp>
      <p:sp>
        <p:nvSpPr>
          <p:cNvPr id="8" name="AfterCleaning">
            <a:extLst xmlns:a="http://schemas.openxmlformats.org/drawingml/2006/main">
              <a:ext uri="{FF2B5EF4-FFF2-40B4-BE49-F238E27FC236}">
                <a16:creationId xmlns:a16="http://schemas.microsoft.com/office/drawing/2014/main" id="{EA54AFD4-B762-42DE-8309-511E371F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4825"/>
            <a:ext cx="190500" cy="2576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A91"/>
          </a:solidFill>
          <a:ln xmlns:a="http://schemas.openxmlformats.org/drawingml/2006/main" w="0">
            <a:noFill/>
          </a:ln>
        </p:spPr>
      </p:sp>
      <p:sp>
        <p:nvSpPr>
          <p:cNvPr id="9" name="AfterFiltering">
            <a:extLst xmlns:a="http://schemas.openxmlformats.org/drawingml/2006/main">
              <a:ext uri="{FF2B5EF4-FFF2-40B4-BE49-F238E27FC236}">
                <a16:creationId xmlns:a16="http://schemas.microsoft.com/office/drawing/2014/main" id="{AF8EC936-DD6B-44EB-AB02-13D36CE8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04825"/>
            <a:ext cx="190500" cy="1852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DE0"/>
          </a:solidFill>
          <a:ln xmlns:a="http://schemas.openxmlformats.org/drawingml/2006/main" w="0">
            <a:noFill/>
          </a:ln>
        </p:spPr>
      </p:sp>
      <p:sp>
        <p:nvSpPr>
          <p:cNvPr id="10" name="AfterDedup">
            <a:extLst xmlns:a="http://schemas.openxmlformats.org/drawingml/2006/main">
              <a:ext uri="{FF2B5EF4-FFF2-40B4-BE49-F238E27FC236}">
                <a16:creationId xmlns:a16="http://schemas.microsoft.com/office/drawing/2014/main" id="{ED481695-78EB-447C-980B-9A80DE7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4825"/>
            <a:ext cx="190500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3EC"/>
          </a:solidFill>
          <a:ln xmlns:a="http://schemas.openxmlformats.org/drawingml/2006/main" w="0">
            <a:noFill/>
          </a:ln>
        </p:spPr>
      </p:sp>
      <p:sp>
        <p:nvSpPr>
          <p:cNvPr id="11" name="CleaningLoss">
            <a:extLst xmlns:a="http://schemas.openxmlformats.org/drawingml/2006/main">
              <a:ext uri="{FF2B5EF4-FFF2-40B4-BE49-F238E27FC236}">
                <a16:creationId xmlns:a16="http://schemas.microsoft.com/office/drawing/2014/main" id="{EBCBAA69-1060-4DFE-8AD0-13DE765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09925"/>
            <a:ext cx="190500" cy="728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8484"/>
          </a:solidFill>
          <a:ln xmlns:a="http://schemas.openxmlformats.org/drawingml/2006/main" w="0">
            <a:noFill/>
          </a:ln>
        </p:spPr>
      </p:sp>
      <p:sp>
        <p:nvSpPr>
          <p:cNvPr id="12" name="FilteringLoss">
            <a:extLst xmlns:a="http://schemas.openxmlformats.org/drawingml/2006/main">
              <a:ext uri="{FF2B5EF4-FFF2-40B4-BE49-F238E27FC236}">
                <a16:creationId xmlns:a16="http://schemas.microsoft.com/office/drawing/2014/main" id="{3F4FB7B7-F11D-42A9-ADF8-9EA606ED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9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8484"/>
          </a:solidFill>
          <a:ln xmlns:a="http://schemas.openxmlformats.org/drawingml/2006/main" w="0">
            <a:noFill/>
          </a:ln>
        </p:spPr>
      </p:sp>
      <p:sp>
        <p:nvSpPr>
          <p:cNvPr id="13" name="DedupLoss">
            <a:extLst xmlns:a="http://schemas.openxmlformats.org/drawingml/2006/main">
              <a:ext uri="{FF2B5EF4-FFF2-40B4-BE49-F238E27FC236}">
                <a16:creationId xmlns:a16="http://schemas.microsoft.com/office/drawing/2014/main" id="{2B29CDA0-E486-46EE-85C1-36DD6B0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43038"/>
            <a:ext cx="190500" cy="1041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8484"/>
          </a:solidFill>
          <a:ln xmlns:a="http://schemas.openxmlformats.org/drawingml/2006/main" w="0">
            <a:noFill/>
          </a:ln>
        </p:spPr>
      </p:sp>
      <p:sp>
        <p:nvSpPr>
          <p:cNvPr id="14" name="Text Document Cleaning &amp;">
            <a:extLst xmlns:a="http://schemas.openxmlformats.org/drawingml/2006/main">
              <a:ext uri="{FF2B5EF4-FFF2-40B4-BE49-F238E27FC236}">
                <a16:creationId xmlns:a16="http://schemas.microsoft.com/office/drawing/2014/main" id="{EAEBA33C-2D5F-46EF-A73B-01BAD9A6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62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 Cleaning &amp;</a:t>
            </a:r>
          </a:p>
        </p:txBody>
      </p:sp>
      <p:sp>
        <p:nvSpPr>
          <p:cNvPr id="15" name="Text Analysis">
            <a:extLst xmlns:a="http://schemas.openxmlformats.org/drawingml/2006/main">
              <a:ext uri="{FF2B5EF4-FFF2-40B4-BE49-F238E27FC236}">
                <a16:creationId xmlns:a16="http://schemas.microsoft.com/office/drawing/2014/main" id="{38682BAE-E80F-4A6A-BEAD-F6D0993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6" name="Text Flagging &amp; Filtering">
            <a:extLst xmlns:a="http://schemas.openxmlformats.org/drawingml/2006/main">
              <a:ext uri="{FF2B5EF4-FFF2-40B4-BE49-F238E27FC236}">
                <a16:creationId xmlns:a16="http://schemas.microsoft.com/office/drawing/2014/main" id="{A7E41867-7AE7-4DB1-918E-9071FACF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Flagging &amp; Filtering</a:t>
            </a:r>
          </a:p>
        </p:txBody>
      </p:sp>
      <p:sp>
        <p:nvSpPr>
          <p:cNvPr id="17" name="Text Deduplication">
            <a:extLst xmlns:a="http://schemas.openxmlformats.org/drawingml/2006/main">
              <a:ext uri="{FF2B5EF4-FFF2-40B4-BE49-F238E27FC236}">
                <a16:creationId xmlns:a16="http://schemas.microsoft.com/office/drawing/2014/main" id="{0EFE4FAA-7E63-45B1-8C47-B4618CE4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2400"/>
            <a:ext cx="1400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Deduplication</a:t>
            </a:r>
          </a:p>
        </p:txBody>
      </p:sp>
      <p:sp>
        <p:nvSpPr>
          <p:cNvPr id="18" name="Text Document Preparation">
            <a:extLst xmlns:a="http://schemas.openxmlformats.org/drawingml/2006/main">
              <a:ext uri="{FF2B5EF4-FFF2-40B4-BE49-F238E27FC236}">
                <a16:creationId xmlns:a16="http://schemas.microsoft.com/office/drawing/2014/main" id="{47439083-B80C-4974-8FEB-3BC3D70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581025" y="1971675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 Preparation</a:t>
            </a:r>
          </a:p>
        </p:txBody>
      </p:sp>
      <p:sp>
        <p:nvSpPr>
          <p:cNvPr id="19" name="Text 100 %">
            <a:extLst xmlns:a="http://schemas.openxmlformats.org/drawingml/2006/main">
              <a:ext uri="{FF2B5EF4-FFF2-40B4-BE49-F238E27FC236}">
                <a16:creationId xmlns:a16="http://schemas.microsoft.com/office/drawing/2014/main" id="{19678CCF-CD1E-4AFB-B297-21B7C253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100 %</a:t>
            </a:r>
          </a:p>
        </p:txBody>
      </p:sp>
      <p:sp>
        <p:nvSpPr>
          <p:cNvPr id="20" name="Text 77.95 %">
            <a:extLst xmlns:a="http://schemas.openxmlformats.org/drawingml/2006/main">
              <a:ext uri="{FF2B5EF4-FFF2-40B4-BE49-F238E27FC236}">
                <a16:creationId xmlns:a16="http://schemas.microsoft.com/office/drawing/2014/main" id="{DEEDB271-AB69-440C-ABCA-7AF43BDE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695450"/>
            <a:ext cx="828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77.95 %</a:t>
            </a:r>
          </a:p>
        </p:txBody>
      </p:sp>
      <p:sp>
        <p:nvSpPr>
          <p:cNvPr id="21" name="Text 22.05 %">
            <a:extLst xmlns:a="http://schemas.openxmlformats.org/drawingml/2006/main">
              <a:ext uri="{FF2B5EF4-FFF2-40B4-BE49-F238E27FC236}">
                <a16:creationId xmlns:a16="http://schemas.microsoft.com/office/drawing/2014/main" id="{B9B6C0DB-CCA0-4212-BCA2-97508444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86150"/>
            <a:ext cx="828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22.05 %</a:t>
            </a:r>
          </a:p>
        </p:txBody>
      </p:sp>
      <p:sp>
        <p:nvSpPr>
          <p:cNvPr id="22" name="Text 56.03 %">
            <a:extLst xmlns:a="http://schemas.openxmlformats.org/drawingml/2006/main">
              <a:ext uri="{FF2B5EF4-FFF2-40B4-BE49-F238E27FC236}">
                <a16:creationId xmlns:a16="http://schemas.microsoft.com/office/drawing/2014/main" id="{4C61A560-1568-49E6-BD52-F2E8326C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52550"/>
            <a:ext cx="790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56.03 %</a:t>
            </a:r>
          </a:p>
        </p:txBody>
      </p:sp>
      <p:sp>
        <p:nvSpPr>
          <p:cNvPr id="23" name="Text 21.91 %">
            <a:extLst xmlns:a="http://schemas.openxmlformats.org/drawingml/2006/main">
              <a:ext uri="{FF2B5EF4-FFF2-40B4-BE49-F238E27FC236}">
                <a16:creationId xmlns:a16="http://schemas.microsoft.com/office/drawing/2014/main" id="{A410CEC2-6823-49B0-BF8A-A93DC1B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7622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21.91 %</a:t>
            </a:r>
          </a:p>
        </p:txBody>
      </p:sp>
      <p:sp>
        <p:nvSpPr>
          <p:cNvPr id="24" name="Text 24.56 %">
            <a:extLst xmlns:a="http://schemas.openxmlformats.org/drawingml/2006/main">
              <a:ext uri="{FF2B5EF4-FFF2-40B4-BE49-F238E27FC236}">
                <a16:creationId xmlns:a16="http://schemas.microsoft.com/office/drawing/2014/main" id="{D83514F3-C9FB-426F-8554-E74D96C1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286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24.56 %</a:t>
            </a:r>
          </a:p>
        </p:txBody>
      </p:sp>
      <p:sp>
        <p:nvSpPr>
          <p:cNvPr id="25" name="Text 31.47 %">
            <a:extLst xmlns:a="http://schemas.openxmlformats.org/drawingml/2006/main">
              <a:ext uri="{FF2B5EF4-FFF2-40B4-BE49-F238E27FC236}">
                <a16:creationId xmlns:a16="http://schemas.microsoft.com/office/drawing/2014/main" id="{EF812D3D-55EF-4D38-8C70-357CF7F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31.47 %</a:t>
            </a:r>
          </a:p>
        </p:txBody>
      </p:sp>
    </p:spTree>
    <p:extLst>
      <p:ext uri="{BB962C8B-B14F-4D97-AF65-F5344CB8AC3E}">
        <p14:creationId xmlns:p14="http://schemas.microsoft.com/office/powerpoint/2010/main" val="1760206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2026-09-08T04:15:50.1130000Z</dcterms:created>
  <dcterms:modified xsi:type="dcterms:W3CDTF">2026-09-08T04:15:50.1130000Z</dcterms:modified>
</coreProperties>
</file>