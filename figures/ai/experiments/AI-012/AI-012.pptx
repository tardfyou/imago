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d3db50f2641f8" /><Relationship Type="http://schemas.openxmlformats.org/officeDocument/2006/relationships/extended-properties" Target="/docProps/app.xml" Id="Rb1b14dae14f74bbb" /><Relationship Type="http://schemas.openxmlformats.org/officeDocument/2006/relationships/officeDocument" Target="/ppt/presentation.xml" Id="R23ce2e7acf8e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8f26762bb4f96"/>
  </p:sldMasterIdLst>
  <p:notesMasterIdLst>
    <p:notesMasterId xmlns:r="http://schemas.openxmlformats.org/officeDocument/2006/relationships" r:id="R9d0bdfea8636428b"/>
  </p:notesMasterIdLst>
  <p:sldIdLst>
    <p:sldId xmlns:r="http://schemas.openxmlformats.org/officeDocument/2006/relationships" id="256" r:id="R96f91bf4ba324442"/>
  </p:sldIdLst>
  <p:sldSz cx="13087350" cy="5286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96403217a4cd0" /><Relationship Type="http://schemas.openxmlformats.org/officeDocument/2006/relationships/slideMaster" Target="/ppt/slideMasters/slideMaster1.xml" Id="Rd358f26762bb4f96" /><Relationship Type="http://schemas.openxmlformats.org/officeDocument/2006/relationships/notesMaster" Target="/ppt/notesMasters/notesMaster1.xml" Id="R9d0bdfea8636428b" /><Relationship Type="http://schemas.openxmlformats.org/officeDocument/2006/relationships/presProps" Target="/ppt/presProps.xml" Id="R4f63a670b50648e2" /><Relationship Type="http://schemas.openxmlformats.org/officeDocument/2006/relationships/tableStyles" Target="/ppt/tableStyles.xml" Id="Rc0aa402d0b45438d" /><Relationship Type="http://schemas.openxmlformats.org/officeDocument/2006/relationships/slide" Target="/ppt/slides/slide1.xml" Id="R96f91bf4ba3244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c0806d32e4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9ec7424c049b9" /><Relationship Type="http://schemas.openxmlformats.org/officeDocument/2006/relationships/notesMaster" Target="/ppt/notesMasters/notesMaster1.xml" Id="R348944181aae4e4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素材ID：AI-012</ns1:t>
            </ns1:r>
          </ns1:p>
          <ns1:p>
            <ns1:r>
              <ns1:t>论文：Gated Attention for Large Language Models: Non-linearity, Sparsity, and Attention-Sink-Free</ns1:t>
            </ns1:r>
          </ns1:p>
          <ns1:p>
            <ns1:r>
              <ns1:t>会议：NeurIPS 2025</ns1:t>
            </ns1:r>
          </ns1:p>
          <ns1:p>
            <ns1:r>
              <ns1:t>奖项：Best Main Track Paper</ns1:t>
            </ns1:r>
          </ns1:p>
          <ns1:p>
            <ns1:r>
              <ns1:t>图号：Figure 1，PDF第2页</ns1:t>
            </ns1:r>
          </ns1:p>
          <ns1:p>
            <ns1:r>
              <ns1:t>类型：实验结果</ns1:t>
            </ns1:r>
          </ns1:p>
          <ns1:p>
            <ns1:r>
              <ns1:t>借鉴点：左侧网络改动、中部瀑布式性能贡献、右侧训练稳定性曲线；适合一图连接方法和效益。</ns1:t>
            </ns1:r>
          </ns1:p>
          <ns1:p>
            <ns1:r>
              <ns1:t>论文URL：https://openreview.net/forum?id=1b7whO4SfY</ns1:t>
            </ns1:r>
          </ns1:p>
          <ns1:p>
            <ns1:r>
              <ns1:t>官方获奖URL：https://blog.neurips.cc/2025/11/26/announcing-the-neurips-2025-best-paper-awards/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10e2678b84f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36c046f1e94f80" /><Relationship Type="http://schemas.openxmlformats.org/officeDocument/2006/relationships/slideLayout" Target="/ppt/slideLayouts/slideLayout1.xml" Id="R46123bbd68f54d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23bbd68f54d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42683850c45ec" /><Relationship Type="http://schemas.openxmlformats.org/officeDocument/2006/relationships/notesSlide" Target="/ppt/notesSlides/notesSlide1.xml" Id="Ra7405fe17d364b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173D6-7C8B-4B9C-AA0D-6180A986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5" y="64746"/>
            <a:ext cx="12958468" cy="5180751"/>
          </a:xfrm>
          <a:custGeom xmlns:a="http://schemas.openxmlformats.org/drawingml/2006/main">
            <a:pathLst>
              <a:path w="12958468" h="5180751">
                <a:moveTo>
                  <a:pt x="0" y="0"/>
                </a:moveTo>
                <a:lnTo>
                  <a:pt x="12958468" y="0"/>
                </a:lnTo>
                <a:lnTo>
                  <a:pt x="12958468" y="5180751"/>
                </a:lnTo>
                <a:lnTo>
                  <a:pt x="0" y="51807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9BB03-88EE-484C-A8E3-0C6C41D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83" y="74633"/>
            <a:ext cx="3984432" cy="5170863"/>
          </a:xfrm>
          <a:custGeom xmlns:a="http://schemas.openxmlformats.org/drawingml/2006/main">
            <a:pathLst>
              <a:path w="3984432" h="5170863">
                <a:moveTo>
                  <a:pt x="0" y="5170863"/>
                </a:moveTo>
                <a:lnTo>
                  <a:pt x="3984432" y="5170863"/>
                </a:lnTo>
                <a:lnTo>
                  <a:pt x="3984432" y="0"/>
                </a:lnTo>
                <a:lnTo>
                  <a:pt x="0" y="0"/>
                </a:lnTo>
                <a:lnTo>
                  <a:pt x="0" y="51708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CC126-D8B4-49D7-9C0C-4F7130C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221" y="121635"/>
            <a:ext cx="3497896" cy="4793495"/>
          </a:xfrm>
          <a:custGeom xmlns:a="http://schemas.openxmlformats.org/drawingml/2006/main">
            <a:pathLst>
              <a:path w="3497896" h="4793495">
                <a:moveTo>
                  <a:pt x="0" y="4793495"/>
                </a:moveTo>
                <a:lnTo>
                  <a:pt x="3497896" y="4793495"/>
                </a:lnTo>
                <a:lnTo>
                  <a:pt x="3497896" y="0"/>
                </a:lnTo>
                <a:lnTo>
                  <a:pt x="0" y="0"/>
                </a:lnTo>
                <a:lnTo>
                  <a:pt x="0" y="47934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0F6E9-60FE-4A5B-BEF3-6B8A5AB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163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1EEC1-0BAB-45B1-BA13-F35AC989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163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639FA-CECF-4A79-8439-90AC1A7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831" y="4975050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803D0-DF6D-4231-B714-77631DF4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685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98713-901F-4EF2-B626-D8F6EAF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993" y="4975050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F5E51-CFA2-4DDC-93C8-96A1E4BF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459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CFDCF-ACC3-4FB3-A72E-76CC2DC0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459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F415C-C6A9-4206-82EC-51E8FACE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127" y="4975050"/>
            <a:ext cx="62425" cy="93462"/>
          </a:xfrm>
          <a:custGeom xmlns:a="http://schemas.openxmlformats.org/drawingml/2006/main">
            <a:pathLst>
              <a:path w="62425" h="93462">
                <a:moveTo>
                  <a:pt x="31212" y="9656"/>
                </a:moveTo>
                <a:cubicBezTo>
                  <a:pt x="24895" y="9656"/>
                  <a:pt x="20188" y="12750"/>
                  <a:pt x="16967" y="18940"/>
                </a:cubicBezTo>
                <a:cubicBezTo>
                  <a:pt x="13747" y="25129"/>
                  <a:pt x="12261" y="34414"/>
                  <a:pt x="12261" y="46793"/>
                </a:cubicBezTo>
                <a:cubicBezTo>
                  <a:pt x="12261" y="59172"/>
                  <a:pt x="13747" y="68456"/>
                  <a:pt x="16967" y="74646"/>
                </a:cubicBezTo>
                <a:cubicBezTo>
                  <a:pt x="20188" y="80835"/>
                  <a:pt x="24895" y="83930"/>
                  <a:pt x="31212" y="83930"/>
                </a:cubicBezTo>
                <a:cubicBezTo>
                  <a:pt x="37528" y="83930"/>
                  <a:pt x="42235" y="80835"/>
                  <a:pt x="45456" y="74646"/>
                </a:cubicBezTo>
                <a:cubicBezTo>
                  <a:pt x="48552" y="68456"/>
                  <a:pt x="50162" y="59172"/>
                  <a:pt x="50162" y="46793"/>
                </a:cubicBezTo>
                <a:cubicBezTo>
                  <a:pt x="50162" y="34414"/>
                  <a:pt x="48552" y="25129"/>
                  <a:pt x="45456" y="18940"/>
                </a:cubicBezTo>
                <a:cubicBezTo>
                  <a:pt x="42235" y="12750"/>
                  <a:pt x="37528" y="9656"/>
                  <a:pt x="31212" y="9656"/>
                </a:cubicBezTo>
                <a:close/>
                <a:moveTo>
                  <a:pt x="31212" y="0"/>
                </a:moveTo>
                <a:cubicBezTo>
                  <a:pt x="41244" y="0"/>
                  <a:pt x="48924" y="4085"/>
                  <a:pt x="54374" y="12008"/>
                </a:cubicBezTo>
                <a:cubicBezTo>
                  <a:pt x="59700" y="20054"/>
                  <a:pt x="62425" y="31690"/>
                  <a:pt x="62425" y="46793"/>
                </a:cubicBezTo>
                <a:cubicBezTo>
                  <a:pt x="62425" y="62019"/>
                  <a:pt x="59700" y="73655"/>
                  <a:pt x="54374" y="81578"/>
                </a:cubicBezTo>
                <a:cubicBezTo>
                  <a:pt x="48924" y="89500"/>
                  <a:pt x="41244" y="93462"/>
                  <a:pt x="31088" y="93462"/>
                </a:cubicBezTo>
                <a:cubicBezTo>
                  <a:pt x="20931" y="93462"/>
                  <a:pt x="13252" y="89500"/>
                  <a:pt x="7926" y="81578"/>
                </a:cubicBezTo>
                <a:cubicBezTo>
                  <a:pt x="2600" y="73655"/>
                  <a:pt x="0" y="62019"/>
                  <a:pt x="0" y="46793"/>
                </a:cubicBezTo>
                <a:cubicBezTo>
                  <a:pt x="0" y="31690"/>
                  <a:pt x="2600" y="20054"/>
                  <a:pt x="7926" y="12008"/>
                </a:cubicBezTo>
                <a:cubicBezTo>
                  <a:pt x="13252" y="4085"/>
                  <a:pt x="21055" y="0"/>
                  <a:pt x="3121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61AEF-B948-4A4F-8F6A-9ED8226A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980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7B193-0E33-44FC-8C80-DB17BB87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652" y="4976659"/>
            <a:ext cx="58463" cy="91852"/>
          </a:xfrm>
          <a:custGeom xmlns:a="http://schemas.openxmlformats.org/drawingml/2006/main">
            <a:pathLst>
              <a:path w="58463" h="91852">
                <a:moveTo>
                  <a:pt x="3840" y="0"/>
                </a:moveTo>
                <a:lnTo>
                  <a:pt x="51774" y="0"/>
                </a:lnTo>
                <a:lnTo>
                  <a:pt x="51774" y="10275"/>
                </a:lnTo>
                <a:lnTo>
                  <a:pt x="14987" y="10275"/>
                </a:lnTo>
                <a:lnTo>
                  <a:pt x="14987" y="32433"/>
                </a:lnTo>
                <a:cubicBezTo>
                  <a:pt x="16721" y="31814"/>
                  <a:pt x="18579" y="31319"/>
                  <a:pt x="20313" y="31071"/>
                </a:cubicBezTo>
                <a:cubicBezTo>
                  <a:pt x="22047" y="30824"/>
                  <a:pt x="23905" y="30576"/>
                  <a:pt x="25639" y="30576"/>
                </a:cubicBezTo>
                <a:cubicBezTo>
                  <a:pt x="35672" y="30576"/>
                  <a:pt x="43599" y="33423"/>
                  <a:pt x="49545" y="38870"/>
                </a:cubicBezTo>
                <a:cubicBezTo>
                  <a:pt x="55490" y="44441"/>
                  <a:pt x="58463" y="51868"/>
                  <a:pt x="58463" y="61276"/>
                </a:cubicBezTo>
                <a:cubicBezTo>
                  <a:pt x="58463" y="71056"/>
                  <a:pt x="55366" y="78607"/>
                  <a:pt x="49297" y="83930"/>
                </a:cubicBezTo>
                <a:cubicBezTo>
                  <a:pt x="43228" y="89253"/>
                  <a:pt x="34681" y="91852"/>
                  <a:pt x="23781" y="91852"/>
                </a:cubicBezTo>
                <a:cubicBezTo>
                  <a:pt x="19942" y="91852"/>
                  <a:pt x="16102" y="91481"/>
                  <a:pt x="12138" y="90986"/>
                </a:cubicBezTo>
                <a:cubicBezTo>
                  <a:pt x="8175" y="90367"/>
                  <a:pt x="4211" y="89500"/>
                  <a:pt x="0" y="88139"/>
                </a:cubicBezTo>
                <a:lnTo>
                  <a:pt x="0" y="75883"/>
                </a:lnTo>
                <a:cubicBezTo>
                  <a:pt x="3592" y="77864"/>
                  <a:pt x="7308" y="79350"/>
                  <a:pt x="11271" y="80340"/>
                </a:cubicBezTo>
                <a:cubicBezTo>
                  <a:pt x="15111" y="81330"/>
                  <a:pt x="19198" y="81702"/>
                  <a:pt x="23534" y="81702"/>
                </a:cubicBezTo>
                <a:cubicBezTo>
                  <a:pt x="30470" y="81702"/>
                  <a:pt x="36044" y="79969"/>
                  <a:pt x="40131" y="76255"/>
                </a:cubicBezTo>
                <a:cubicBezTo>
                  <a:pt x="44095" y="72541"/>
                  <a:pt x="46200" y="67590"/>
                  <a:pt x="46200" y="61276"/>
                </a:cubicBezTo>
                <a:cubicBezTo>
                  <a:pt x="46200" y="55087"/>
                  <a:pt x="44095" y="50135"/>
                  <a:pt x="40131" y="46421"/>
                </a:cubicBezTo>
                <a:cubicBezTo>
                  <a:pt x="36044" y="42708"/>
                  <a:pt x="30470" y="40851"/>
                  <a:pt x="23534" y="40851"/>
                </a:cubicBezTo>
                <a:cubicBezTo>
                  <a:pt x="20313" y="40851"/>
                  <a:pt x="16969" y="41222"/>
                  <a:pt x="13749" y="41965"/>
                </a:cubicBezTo>
                <a:cubicBezTo>
                  <a:pt x="10528" y="42708"/>
                  <a:pt x="7184" y="43822"/>
                  <a:pt x="3840" y="45307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3C107-E7E7-4EB7-84C4-BCC1DE5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755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2A470-CA81-41D1-8C5E-AAADACA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755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7232F-DE36-4ECD-99C7-7D512BE0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2" y="4976659"/>
            <a:ext cx="53756" cy="90243"/>
          </a:xfrm>
          <a:custGeom xmlns:a="http://schemas.openxmlformats.org/drawingml/2006/main">
            <a:pathLst>
              <a:path w="53756" h="90243">
                <a:moveTo>
                  <a:pt x="1734" y="79969"/>
                </a:moveTo>
                <a:lnTo>
                  <a:pt x="21676" y="79969"/>
                </a:lnTo>
                <a:lnTo>
                  <a:pt x="21676" y="11141"/>
                </a:lnTo>
                <a:lnTo>
                  <a:pt x="0" y="15474"/>
                </a:lnTo>
                <a:lnTo>
                  <a:pt x="0" y="4333"/>
                </a:lnTo>
                <a:lnTo>
                  <a:pt x="21552" y="0"/>
                </a:lnTo>
                <a:lnTo>
                  <a:pt x="33814" y="0"/>
                </a:lnTo>
                <a:lnTo>
                  <a:pt x="33814" y="79969"/>
                </a:lnTo>
                <a:lnTo>
                  <a:pt x="53756" y="79969"/>
                </a:lnTo>
                <a:lnTo>
                  <a:pt x="53756" y="90243"/>
                </a:lnTo>
                <a:lnTo>
                  <a:pt x="1734" y="90243"/>
                </a:lnTo>
                <a:lnTo>
                  <a:pt x="1734" y="79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6B184-3AC8-4826-8494-46D65174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8275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30E5B-66BD-4C58-84F6-AB81FDE4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585" y="4975050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6F638-965D-4302-9BB3-BB5C93B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51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BEB9B-0867-43CD-BDC5-291BD96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051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BAC1F-038F-4296-9E18-44FA436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9168" y="4976659"/>
            <a:ext cx="53756" cy="90243"/>
          </a:xfrm>
          <a:custGeom xmlns:a="http://schemas.openxmlformats.org/drawingml/2006/main">
            <a:pathLst>
              <a:path w="53756" h="90243">
                <a:moveTo>
                  <a:pt x="1734" y="79969"/>
                </a:moveTo>
                <a:lnTo>
                  <a:pt x="21676" y="79969"/>
                </a:lnTo>
                <a:lnTo>
                  <a:pt x="21676" y="11141"/>
                </a:lnTo>
                <a:lnTo>
                  <a:pt x="0" y="15474"/>
                </a:lnTo>
                <a:lnTo>
                  <a:pt x="0" y="4333"/>
                </a:lnTo>
                <a:lnTo>
                  <a:pt x="21552" y="0"/>
                </a:lnTo>
                <a:lnTo>
                  <a:pt x="33814" y="0"/>
                </a:lnTo>
                <a:lnTo>
                  <a:pt x="33814" y="79969"/>
                </a:lnTo>
                <a:lnTo>
                  <a:pt x="53756" y="79969"/>
                </a:lnTo>
                <a:lnTo>
                  <a:pt x="53756" y="90243"/>
                </a:lnTo>
                <a:lnTo>
                  <a:pt x="1734" y="90243"/>
                </a:lnTo>
                <a:lnTo>
                  <a:pt x="1734" y="79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52595-FAC6-48F5-8E80-7F9305B7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572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329C5-3E6D-4C02-AEE7-A05E134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244" y="4976659"/>
            <a:ext cx="58461" cy="91852"/>
          </a:xfrm>
          <a:custGeom xmlns:a="http://schemas.openxmlformats.org/drawingml/2006/main">
            <a:pathLst>
              <a:path w="58461" h="91852">
                <a:moveTo>
                  <a:pt x="3840" y="0"/>
                </a:moveTo>
                <a:lnTo>
                  <a:pt x="51772" y="0"/>
                </a:lnTo>
                <a:lnTo>
                  <a:pt x="51772" y="10275"/>
                </a:lnTo>
                <a:lnTo>
                  <a:pt x="14987" y="10275"/>
                </a:lnTo>
                <a:lnTo>
                  <a:pt x="14987" y="32433"/>
                </a:lnTo>
                <a:cubicBezTo>
                  <a:pt x="16721" y="31814"/>
                  <a:pt x="18579" y="31319"/>
                  <a:pt x="20313" y="31071"/>
                </a:cubicBezTo>
                <a:cubicBezTo>
                  <a:pt x="22047" y="30824"/>
                  <a:pt x="23905" y="30576"/>
                  <a:pt x="25639" y="30576"/>
                </a:cubicBezTo>
                <a:cubicBezTo>
                  <a:pt x="35672" y="30576"/>
                  <a:pt x="43598" y="33423"/>
                  <a:pt x="49543" y="38870"/>
                </a:cubicBezTo>
                <a:cubicBezTo>
                  <a:pt x="55488" y="44441"/>
                  <a:pt x="58461" y="51868"/>
                  <a:pt x="58461" y="61276"/>
                </a:cubicBezTo>
                <a:cubicBezTo>
                  <a:pt x="58461" y="71056"/>
                  <a:pt x="55364" y="78607"/>
                  <a:pt x="49295" y="83930"/>
                </a:cubicBezTo>
                <a:cubicBezTo>
                  <a:pt x="43226" y="89253"/>
                  <a:pt x="34681" y="91852"/>
                  <a:pt x="23781" y="91852"/>
                </a:cubicBezTo>
                <a:cubicBezTo>
                  <a:pt x="19942" y="91852"/>
                  <a:pt x="16102" y="91481"/>
                  <a:pt x="12138" y="90986"/>
                </a:cubicBezTo>
                <a:cubicBezTo>
                  <a:pt x="8175" y="90367"/>
                  <a:pt x="4211" y="89500"/>
                  <a:pt x="0" y="88139"/>
                </a:cubicBezTo>
                <a:lnTo>
                  <a:pt x="0" y="75883"/>
                </a:lnTo>
                <a:cubicBezTo>
                  <a:pt x="3592" y="77864"/>
                  <a:pt x="7308" y="79350"/>
                  <a:pt x="11271" y="80340"/>
                </a:cubicBezTo>
                <a:cubicBezTo>
                  <a:pt x="15111" y="81330"/>
                  <a:pt x="19198" y="81702"/>
                  <a:pt x="23534" y="81702"/>
                </a:cubicBezTo>
                <a:cubicBezTo>
                  <a:pt x="30470" y="81702"/>
                  <a:pt x="36044" y="79969"/>
                  <a:pt x="40131" y="76255"/>
                </a:cubicBezTo>
                <a:cubicBezTo>
                  <a:pt x="44093" y="72541"/>
                  <a:pt x="46199" y="67590"/>
                  <a:pt x="46199" y="61276"/>
                </a:cubicBezTo>
                <a:cubicBezTo>
                  <a:pt x="46199" y="55087"/>
                  <a:pt x="44093" y="50135"/>
                  <a:pt x="40131" y="46421"/>
                </a:cubicBezTo>
                <a:cubicBezTo>
                  <a:pt x="36044" y="42708"/>
                  <a:pt x="30470" y="40851"/>
                  <a:pt x="23534" y="40851"/>
                </a:cubicBezTo>
                <a:cubicBezTo>
                  <a:pt x="20313" y="40851"/>
                  <a:pt x="16969" y="41222"/>
                  <a:pt x="13749" y="41965"/>
                </a:cubicBezTo>
                <a:cubicBezTo>
                  <a:pt x="10528" y="42708"/>
                  <a:pt x="7184" y="43822"/>
                  <a:pt x="3840" y="45307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62304-7572-4829-A461-1FCD3CDF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46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CBC67-CD14-4A5A-95A9-6632F01E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46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535E3-A37C-45B6-9B5C-197659B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881" y="4975050"/>
            <a:ext cx="57348" cy="91852"/>
          </a:xfrm>
          <a:custGeom xmlns:a="http://schemas.openxmlformats.org/drawingml/2006/main">
            <a:pathLst>
              <a:path w="57348" h="91852">
                <a:moveTo>
                  <a:pt x="14739" y="81578"/>
                </a:moveTo>
                <a:lnTo>
                  <a:pt x="57348" y="81578"/>
                </a:lnTo>
                <a:lnTo>
                  <a:pt x="57348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7"/>
                  <a:pt x="18951" y="62267"/>
                </a:cubicBezTo>
                <a:cubicBezTo>
                  <a:pt x="26878" y="54220"/>
                  <a:pt x="31956" y="49021"/>
                  <a:pt x="34062" y="46669"/>
                </a:cubicBezTo>
                <a:cubicBezTo>
                  <a:pt x="38025" y="42336"/>
                  <a:pt x="40750" y="38623"/>
                  <a:pt x="42237" y="35528"/>
                </a:cubicBezTo>
                <a:cubicBezTo>
                  <a:pt x="43723" y="32557"/>
                  <a:pt x="44590" y="29462"/>
                  <a:pt x="44590" y="26491"/>
                </a:cubicBezTo>
                <a:cubicBezTo>
                  <a:pt x="44590" y="21787"/>
                  <a:pt x="42856" y="17826"/>
                  <a:pt x="39512" y="14855"/>
                </a:cubicBezTo>
                <a:cubicBezTo>
                  <a:pt x="36167" y="11884"/>
                  <a:pt x="31832" y="10275"/>
                  <a:pt x="26382" y="10275"/>
                </a:cubicBezTo>
                <a:cubicBezTo>
                  <a:pt x="22543" y="10275"/>
                  <a:pt x="18455" y="11017"/>
                  <a:pt x="14244" y="12255"/>
                </a:cubicBezTo>
                <a:cubicBezTo>
                  <a:pt x="10033" y="13617"/>
                  <a:pt x="5450" y="15598"/>
                  <a:pt x="619" y="18321"/>
                </a:cubicBezTo>
                <a:lnTo>
                  <a:pt x="619" y="5942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4" y="0"/>
                  <a:pt x="42856" y="2352"/>
                  <a:pt x="48430" y="7056"/>
                </a:cubicBezTo>
                <a:cubicBezTo>
                  <a:pt x="54004" y="11760"/>
                  <a:pt x="56852" y="17950"/>
                  <a:pt x="56852" y="25748"/>
                </a:cubicBezTo>
                <a:cubicBezTo>
                  <a:pt x="56852" y="29462"/>
                  <a:pt x="56109" y="33052"/>
                  <a:pt x="54747" y="36271"/>
                </a:cubicBezTo>
                <a:cubicBezTo>
                  <a:pt x="53384" y="39613"/>
                  <a:pt x="50907" y="43574"/>
                  <a:pt x="47191" y="48031"/>
                </a:cubicBezTo>
                <a:cubicBezTo>
                  <a:pt x="46200" y="49269"/>
                  <a:pt x="42980" y="52611"/>
                  <a:pt x="37530" y="58182"/>
                </a:cubicBezTo>
                <a:cubicBezTo>
                  <a:pt x="32080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7F9BB-D757-4832-9A57-B461DB46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6867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E1F4B-E9C1-4DBD-AFBE-ACD8779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1176" y="4975050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13EDF-C076-45B9-BF14-1376C4DF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642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61876-F175-43A0-95B2-EB0DD38A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642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F460B-8DB2-42B6-9FEF-16651181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3176" y="4975050"/>
            <a:ext cx="57348" cy="91852"/>
          </a:xfrm>
          <a:custGeom xmlns:a="http://schemas.openxmlformats.org/drawingml/2006/main">
            <a:pathLst>
              <a:path w="57348" h="91852">
                <a:moveTo>
                  <a:pt x="14739" y="81578"/>
                </a:moveTo>
                <a:lnTo>
                  <a:pt x="57348" y="81578"/>
                </a:lnTo>
                <a:lnTo>
                  <a:pt x="57348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7"/>
                  <a:pt x="18951" y="62267"/>
                </a:cubicBezTo>
                <a:cubicBezTo>
                  <a:pt x="26878" y="54220"/>
                  <a:pt x="31956" y="49021"/>
                  <a:pt x="34062" y="46669"/>
                </a:cubicBezTo>
                <a:cubicBezTo>
                  <a:pt x="38025" y="42336"/>
                  <a:pt x="40750" y="38623"/>
                  <a:pt x="42237" y="35528"/>
                </a:cubicBezTo>
                <a:cubicBezTo>
                  <a:pt x="43723" y="32557"/>
                  <a:pt x="44590" y="29462"/>
                  <a:pt x="44590" y="26491"/>
                </a:cubicBezTo>
                <a:cubicBezTo>
                  <a:pt x="44590" y="21787"/>
                  <a:pt x="42856" y="17826"/>
                  <a:pt x="39512" y="14855"/>
                </a:cubicBezTo>
                <a:cubicBezTo>
                  <a:pt x="36167" y="11884"/>
                  <a:pt x="31832" y="10275"/>
                  <a:pt x="26382" y="10275"/>
                </a:cubicBezTo>
                <a:cubicBezTo>
                  <a:pt x="22543" y="10275"/>
                  <a:pt x="18455" y="11017"/>
                  <a:pt x="14244" y="12255"/>
                </a:cubicBezTo>
                <a:cubicBezTo>
                  <a:pt x="10033" y="13617"/>
                  <a:pt x="5450" y="15598"/>
                  <a:pt x="619" y="18321"/>
                </a:cubicBezTo>
                <a:lnTo>
                  <a:pt x="619" y="5942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4" y="0"/>
                  <a:pt x="42856" y="2352"/>
                  <a:pt x="48430" y="7056"/>
                </a:cubicBezTo>
                <a:cubicBezTo>
                  <a:pt x="54004" y="11760"/>
                  <a:pt x="56852" y="17950"/>
                  <a:pt x="56852" y="25748"/>
                </a:cubicBezTo>
                <a:cubicBezTo>
                  <a:pt x="56852" y="29462"/>
                  <a:pt x="56109" y="33052"/>
                  <a:pt x="54747" y="36271"/>
                </a:cubicBezTo>
                <a:cubicBezTo>
                  <a:pt x="53384" y="39613"/>
                  <a:pt x="50907" y="43574"/>
                  <a:pt x="47191" y="48031"/>
                </a:cubicBezTo>
                <a:cubicBezTo>
                  <a:pt x="46200" y="49269"/>
                  <a:pt x="42980" y="52611"/>
                  <a:pt x="37530" y="58182"/>
                </a:cubicBezTo>
                <a:cubicBezTo>
                  <a:pt x="32080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A2EE4-F662-41B6-86A7-0C9CB03C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6163" y="5051553"/>
            <a:ext cx="12759" cy="15350"/>
          </a:xfrm>
          <a:custGeom xmlns:a="http://schemas.openxmlformats.org/drawingml/2006/main">
            <a:pathLst>
              <a:path w="12759" h="15350">
                <a:moveTo>
                  <a:pt x="0" y="15350"/>
                </a:moveTo>
                <a:lnTo>
                  <a:pt x="12759" y="15350"/>
                </a:lnTo>
                <a:lnTo>
                  <a:pt x="12759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91806-EB43-4888-817D-5B91A0EF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1835" y="4976659"/>
            <a:ext cx="58461" cy="91852"/>
          </a:xfrm>
          <a:custGeom xmlns:a="http://schemas.openxmlformats.org/drawingml/2006/main">
            <a:pathLst>
              <a:path w="58461" h="91852">
                <a:moveTo>
                  <a:pt x="3840" y="0"/>
                </a:moveTo>
                <a:lnTo>
                  <a:pt x="51772" y="0"/>
                </a:lnTo>
                <a:lnTo>
                  <a:pt x="51772" y="10275"/>
                </a:lnTo>
                <a:lnTo>
                  <a:pt x="14987" y="10275"/>
                </a:lnTo>
                <a:lnTo>
                  <a:pt x="14987" y="32433"/>
                </a:lnTo>
                <a:cubicBezTo>
                  <a:pt x="16721" y="31814"/>
                  <a:pt x="18579" y="31319"/>
                  <a:pt x="20313" y="31071"/>
                </a:cubicBezTo>
                <a:cubicBezTo>
                  <a:pt x="22047" y="30824"/>
                  <a:pt x="23905" y="30576"/>
                  <a:pt x="25639" y="30576"/>
                </a:cubicBezTo>
                <a:cubicBezTo>
                  <a:pt x="35671" y="30576"/>
                  <a:pt x="43598" y="33423"/>
                  <a:pt x="49543" y="38870"/>
                </a:cubicBezTo>
                <a:cubicBezTo>
                  <a:pt x="55488" y="44441"/>
                  <a:pt x="58461" y="51868"/>
                  <a:pt x="58461" y="61276"/>
                </a:cubicBezTo>
                <a:cubicBezTo>
                  <a:pt x="58461" y="71056"/>
                  <a:pt x="55364" y="78607"/>
                  <a:pt x="49295" y="83930"/>
                </a:cubicBezTo>
                <a:cubicBezTo>
                  <a:pt x="43226" y="89253"/>
                  <a:pt x="34680" y="91852"/>
                  <a:pt x="23781" y="91852"/>
                </a:cubicBezTo>
                <a:cubicBezTo>
                  <a:pt x="19942" y="91852"/>
                  <a:pt x="16102" y="91481"/>
                  <a:pt x="12138" y="90986"/>
                </a:cubicBezTo>
                <a:cubicBezTo>
                  <a:pt x="8175" y="90367"/>
                  <a:pt x="4211" y="89500"/>
                  <a:pt x="0" y="88139"/>
                </a:cubicBezTo>
                <a:lnTo>
                  <a:pt x="0" y="75883"/>
                </a:lnTo>
                <a:cubicBezTo>
                  <a:pt x="3592" y="77864"/>
                  <a:pt x="7308" y="79350"/>
                  <a:pt x="11271" y="80340"/>
                </a:cubicBezTo>
                <a:cubicBezTo>
                  <a:pt x="15111" y="81330"/>
                  <a:pt x="19198" y="81702"/>
                  <a:pt x="23534" y="81702"/>
                </a:cubicBezTo>
                <a:cubicBezTo>
                  <a:pt x="30468" y="81702"/>
                  <a:pt x="36042" y="79969"/>
                  <a:pt x="40130" y="76255"/>
                </a:cubicBezTo>
                <a:cubicBezTo>
                  <a:pt x="44093" y="72541"/>
                  <a:pt x="46199" y="67590"/>
                  <a:pt x="46199" y="61276"/>
                </a:cubicBezTo>
                <a:cubicBezTo>
                  <a:pt x="46199" y="55087"/>
                  <a:pt x="44093" y="50135"/>
                  <a:pt x="40130" y="46421"/>
                </a:cubicBezTo>
                <a:cubicBezTo>
                  <a:pt x="36042" y="42708"/>
                  <a:pt x="30468" y="40851"/>
                  <a:pt x="23534" y="40851"/>
                </a:cubicBezTo>
                <a:cubicBezTo>
                  <a:pt x="20313" y="40851"/>
                  <a:pt x="16969" y="41222"/>
                  <a:pt x="13749" y="41965"/>
                </a:cubicBezTo>
                <a:cubicBezTo>
                  <a:pt x="10528" y="42708"/>
                  <a:pt x="7184" y="43822"/>
                  <a:pt x="3840" y="45307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9B8B6-22D1-4ED4-B481-2B6CECB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38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0D92F-4BC5-4BBE-9D29-D0C8E70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38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88652-F08D-487A-98F7-917CB7F2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844" y="4975050"/>
            <a:ext cx="59452" cy="93462"/>
          </a:xfrm>
          <a:custGeom xmlns:a="http://schemas.openxmlformats.org/drawingml/2006/main">
            <a:pathLst>
              <a:path w="59452" h="93462">
                <a:moveTo>
                  <a:pt x="40874" y="43203"/>
                </a:moveTo>
                <a:cubicBezTo>
                  <a:pt x="46696" y="44441"/>
                  <a:pt x="51277" y="47040"/>
                  <a:pt x="54497" y="51002"/>
                </a:cubicBezTo>
                <a:cubicBezTo>
                  <a:pt x="57718" y="54963"/>
                  <a:pt x="59452" y="59915"/>
                  <a:pt x="59452" y="65609"/>
                </a:cubicBezTo>
                <a:cubicBezTo>
                  <a:pt x="59452" y="74522"/>
                  <a:pt x="56355" y="81454"/>
                  <a:pt x="50286" y="86282"/>
                </a:cubicBezTo>
                <a:cubicBezTo>
                  <a:pt x="44095" y="91110"/>
                  <a:pt x="35424" y="93462"/>
                  <a:pt x="24153" y="93462"/>
                </a:cubicBezTo>
                <a:cubicBezTo>
                  <a:pt x="20313" y="93462"/>
                  <a:pt x="16350" y="93090"/>
                  <a:pt x="12386" y="92348"/>
                </a:cubicBezTo>
                <a:cubicBezTo>
                  <a:pt x="8423" y="91729"/>
                  <a:pt x="4211" y="90615"/>
                  <a:pt x="0" y="89129"/>
                </a:cubicBezTo>
                <a:lnTo>
                  <a:pt x="0" y="77369"/>
                </a:lnTo>
                <a:cubicBezTo>
                  <a:pt x="3344" y="79350"/>
                  <a:pt x="7060" y="80835"/>
                  <a:pt x="11148" y="81825"/>
                </a:cubicBezTo>
                <a:cubicBezTo>
                  <a:pt x="15111" y="82816"/>
                  <a:pt x="19322" y="83311"/>
                  <a:pt x="23781" y="83311"/>
                </a:cubicBezTo>
                <a:cubicBezTo>
                  <a:pt x="31461" y="83311"/>
                  <a:pt x="37282" y="81825"/>
                  <a:pt x="41246" y="78854"/>
                </a:cubicBezTo>
                <a:cubicBezTo>
                  <a:pt x="45209" y="75884"/>
                  <a:pt x="47315" y="71427"/>
                  <a:pt x="47315" y="65609"/>
                </a:cubicBezTo>
                <a:cubicBezTo>
                  <a:pt x="47315" y="60410"/>
                  <a:pt x="45457" y="56201"/>
                  <a:pt x="41741" y="53230"/>
                </a:cubicBezTo>
                <a:cubicBezTo>
                  <a:pt x="38025" y="50259"/>
                  <a:pt x="32823" y="48650"/>
                  <a:pt x="26135" y="48650"/>
                </a:cubicBezTo>
                <a:lnTo>
                  <a:pt x="15607" y="48650"/>
                </a:lnTo>
                <a:lnTo>
                  <a:pt x="15607" y="38623"/>
                </a:lnTo>
                <a:lnTo>
                  <a:pt x="26630" y="38623"/>
                </a:lnTo>
                <a:cubicBezTo>
                  <a:pt x="32576" y="38623"/>
                  <a:pt x="37158" y="37509"/>
                  <a:pt x="40379" y="35033"/>
                </a:cubicBezTo>
                <a:cubicBezTo>
                  <a:pt x="43599" y="32681"/>
                  <a:pt x="45209" y="29214"/>
                  <a:pt x="45209" y="24634"/>
                </a:cubicBezTo>
                <a:cubicBezTo>
                  <a:pt x="45209" y="20054"/>
                  <a:pt x="43475" y="16464"/>
                  <a:pt x="40255" y="13988"/>
                </a:cubicBezTo>
                <a:cubicBezTo>
                  <a:pt x="36911" y="11512"/>
                  <a:pt x="32204" y="10275"/>
                  <a:pt x="26135" y="10275"/>
                </a:cubicBezTo>
                <a:cubicBezTo>
                  <a:pt x="22790" y="10275"/>
                  <a:pt x="19198" y="10646"/>
                  <a:pt x="15359" y="11389"/>
                </a:cubicBezTo>
                <a:cubicBezTo>
                  <a:pt x="11519" y="12131"/>
                  <a:pt x="7308" y="13246"/>
                  <a:pt x="2725" y="14731"/>
                </a:cubicBezTo>
                <a:lnTo>
                  <a:pt x="2725" y="3837"/>
                </a:lnTo>
                <a:cubicBezTo>
                  <a:pt x="7308" y="2600"/>
                  <a:pt x="11643" y="1609"/>
                  <a:pt x="15730" y="990"/>
                </a:cubicBezTo>
                <a:cubicBezTo>
                  <a:pt x="19694" y="371"/>
                  <a:pt x="23534" y="0"/>
                  <a:pt x="27249" y="0"/>
                </a:cubicBezTo>
                <a:cubicBezTo>
                  <a:pt x="36415" y="0"/>
                  <a:pt x="43723" y="2104"/>
                  <a:pt x="49171" y="6313"/>
                </a:cubicBezTo>
                <a:cubicBezTo>
                  <a:pt x="54621" y="10522"/>
                  <a:pt x="57346" y="16216"/>
                  <a:pt x="57346" y="23396"/>
                </a:cubicBezTo>
                <a:cubicBezTo>
                  <a:pt x="57346" y="28348"/>
                  <a:pt x="55860" y="32557"/>
                  <a:pt x="53011" y="36023"/>
                </a:cubicBezTo>
                <a:cubicBezTo>
                  <a:pt x="50162" y="39489"/>
                  <a:pt x="46076" y="41965"/>
                  <a:pt x="40874" y="43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37013-21B7-4788-8B96-5EE74FB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458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B91D9-91ED-4788-BDFF-C0BB9F5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9768" y="4975050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C1545-130E-4E92-9DA5-9833283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234" y="4915130"/>
            <a:ext cx="10" cy="28884"/>
          </a:xfrm>
          <a:custGeom xmlns:a="http://schemas.openxmlformats.org/drawingml/2006/main">
            <a:pathLst>
              <a:path w="1" h="28884">
                <a:moveTo>
                  <a:pt x="0" y="0"/>
                </a:moveTo>
                <a:lnTo>
                  <a:pt x="0" y="28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D3E30-E215-4D28-9A33-2D1A2B2E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234" y="4915130"/>
            <a:ext cx="10" cy="28884"/>
          </a:xfrm>
          <a:custGeom xmlns:a="http://schemas.openxmlformats.org/drawingml/2006/main">
            <a:pathLst>
              <a:path w="1" h="28884" fill="none">
                <a:moveTo>
                  <a:pt x="0" y="0"/>
                </a:moveTo>
                <a:lnTo>
                  <a:pt x="0" y="28884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69E3F-B93A-47B6-B469-BB8A875F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2140" y="4975050"/>
            <a:ext cx="59453" cy="93462"/>
          </a:xfrm>
          <a:custGeom xmlns:a="http://schemas.openxmlformats.org/drawingml/2006/main">
            <a:pathLst>
              <a:path w="59453" h="93462">
                <a:moveTo>
                  <a:pt x="40874" y="43203"/>
                </a:moveTo>
                <a:cubicBezTo>
                  <a:pt x="46696" y="44441"/>
                  <a:pt x="51279" y="47040"/>
                  <a:pt x="54499" y="51002"/>
                </a:cubicBezTo>
                <a:cubicBezTo>
                  <a:pt x="57719" y="54963"/>
                  <a:pt x="59453" y="59915"/>
                  <a:pt x="59453" y="65609"/>
                </a:cubicBezTo>
                <a:cubicBezTo>
                  <a:pt x="59453" y="74522"/>
                  <a:pt x="56357" y="81454"/>
                  <a:pt x="50288" y="86282"/>
                </a:cubicBezTo>
                <a:cubicBezTo>
                  <a:pt x="44095" y="91110"/>
                  <a:pt x="35424" y="93462"/>
                  <a:pt x="24153" y="93462"/>
                </a:cubicBezTo>
                <a:cubicBezTo>
                  <a:pt x="20313" y="93462"/>
                  <a:pt x="16350" y="93090"/>
                  <a:pt x="12386" y="92348"/>
                </a:cubicBezTo>
                <a:cubicBezTo>
                  <a:pt x="8423" y="91729"/>
                  <a:pt x="4211" y="90615"/>
                  <a:pt x="0" y="89129"/>
                </a:cubicBezTo>
                <a:lnTo>
                  <a:pt x="0" y="77369"/>
                </a:lnTo>
                <a:cubicBezTo>
                  <a:pt x="3344" y="79350"/>
                  <a:pt x="7060" y="80835"/>
                  <a:pt x="11148" y="81825"/>
                </a:cubicBezTo>
                <a:cubicBezTo>
                  <a:pt x="15111" y="82816"/>
                  <a:pt x="19322" y="83311"/>
                  <a:pt x="23781" y="83311"/>
                </a:cubicBezTo>
                <a:cubicBezTo>
                  <a:pt x="31461" y="83311"/>
                  <a:pt x="37282" y="81825"/>
                  <a:pt x="41246" y="78854"/>
                </a:cubicBezTo>
                <a:cubicBezTo>
                  <a:pt x="45209" y="75884"/>
                  <a:pt x="47315" y="71427"/>
                  <a:pt x="47315" y="65609"/>
                </a:cubicBezTo>
                <a:cubicBezTo>
                  <a:pt x="47315" y="60410"/>
                  <a:pt x="45457" y="56201"/>
                  <a:pt x="41741" y="53230"/>
                </a:cubicBezTo>
                <a:cubicBezTo>
                  <a:pt x="38025" y="50259"/>
                  <a:pt x="32823" y="48650"/>
                  <a:pt x="26135" y="48650"/>
                </a:cubicBezTo>
                <a:lnTo>
                  <a:pt x="15607" y="48650"/>
                </a:lnTo>
                <a:lnTo>
                  <a:pt x="15607" y="38623"/>
                </a:lnTo>
                <a:lnTo>
                  <a:pt x="26630" y="38623"/>
                </a:lnTo>
                <a:cubicBezTo>
                  <a:pt x="32576" y="38623"/>
                  <a:pt x="37158" y="37509"/>
                  <a:pt x="40379" y="35033"/>
                </a:cubicBezTo>
                <a:cubicBezTo>
                  <a:pt x="43599" y="32681"/>
                  <a:pt x="45209" y="29214"/>
                  <a:pt x="45209" y="24634"/>
                </a:cubicBezTo>
                <a:cubicBezTo>
                  <a:pt x="45209" y="20054"/>
                  <a:pt x="43475" y="16464"/>
                  <a:pt x="40255" y="13988"/>
                </a:cubicBezTo>
                <a:cubicBezTo>
                  <a:pt x="36911" y="11512"/>
                  <a:pt x="32204" y="10275"/>
                  <a:pt x="26135" y="10275"/>
                </a:cubicBezTo>
                <a:cubicBezTo>
                  <a:pt x="22790" y="10275"/>
                  <a:pt x="19198" y="10646"/>
                  <a:pt x="15359" y="11389"/>
                </a:cubicBezTo>
                <a:cubicBezTo>
                  <a:pt x="11519" y="12131"/>
                  <a:pt x="7308" y="13246"/>
                  <a:pt x="2725" y="14731"/>
                </a:cubicBezTo>
                <a:lnTo>
                  <a:pt x="2725" y="3837"/>
                </a:lnTo>
                <a:cubicBezTo>
                  <a:pt x="7308" y="2600"/>
                  <a:pt x="11643" y="1609"/>
                  <a:pt x="15730" y="990"/>
                </a:cubicBezTo>
                <a:cubicBezTo>
                  <a:pt x="19694" y="371"/>
                  <a:pt x="23534" y="0"/>
                  <a:pt x="27249" y="0"/>
                </a:cubicBezTo>
                <a:cubicBezTo>
                  <a:pt x="36415" y="0"/>
                  <a:pt x="43723" y="2104"/>
                  <a:pt x="49173" y="6313"/>
                </a:cubicBezTo>
                <a:cubicBezTo>
                  <a:pt x="54623" y="10522"/>
                  <a:pt x="57348" y="16216"/>
                  <a:pt x="57348" y="23396"/>
                </a:cubicBezTo>
                <a:cubicBezTo>
                  <a:pt x="57348" y="28348"/>
                  <a:pt x="55861" y="32557"/>
                  <a:pt x="53013" y="36023"/>
                </a:cubicBezTo>
                <a:cubicBezTo>
                  <a:pt x="50164" y="39489"/>
                  <a:pt x="46076" y="41965"/>
                  <a:pt x="40874" y="43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70EAF-870F-4D6D-9EFB-00B077C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4755" y="505155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06007-0D72-437D-A1AA-BFAD093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427" y="4976659"/>
            <a:ext cx="58461" cy="91852"/>
          </a:xfrm>
          <a:custGeom xmlns:a="http://schemas.openxmlformats.org/drawingml/2006/main">
            <a:pathLst>
              <a:path w="58461" h="91852">
                <a:moveTo>
                  <a:pt x="3840" y="0"/>
                </a:moveTo>
                <a:lnTo>
                  <a:pt x="51772" y="0"/>
                </a:lnTo>
                <a:lnTo>
                  <a:pt x="51772" y="10275"/>
                </a:lnTo>
                <a:lnTo>
                  <a:pt x="14986" y="10275"/>
                </a:lnTo>
                <a:lnTo>
                  <a:pt x="14986" y="32433"/>
                </a:lnTo>
                <a:cubicBezTo>
                  <a:pt x="16720" y="31814"/>
                  <a:pt x="18578" y="31319"/>
                  <a:pt x="20312" y="31071"/>
                </a:cubicBezTo>
                <a:cubicBezTo>
                  <a:pt x="22046" y="30824"/>
                  <a:pt x="23904" y="30576"/>
                  <a:pt x="25638" y="30576"/>
                </a:cubicBezTo>
                <a:cubicBezTo>
                  <a:pt x="35671" y="30576"/>
                  <a:pt x="43598" y="33423"/>
                  <a:pt x="49543" y="38870"/>
                </a:cubicBezTo>
                <a:cubicBezTo>
                  <a:pt x="55488" y="44441"/>
                  <a:pt x="58461" y="51868"/>
                  <a:pt x="58461" y="61276"/>
                </a:cubicBezTo>
                <a:cubicBezTo>
                  <a:pt x="58461" y="71056"/>
                  <a:pt x="55364" y="78607"/>
                  <a:pt x="49295" y="83930"/>
                </a:cubicBezTo>
                <a:cubicBezTo>
                  <a:pt x="43226" y="89253"/>
                  <a:pt x="34680" y="91852"/>
                  <a:pt x="23780" y="91852"/>
                </a:cubicBezTo>
                <a:cubicBezTo>
                  <a:pt x="19940" y="91852"/>
                  <a:pt x="16100" y="91481"/>
                  <a:pt x="12137" y="90986"/>
                </a:cubicBezTo>
                <a:cubicBezTo>
                  <a:pt x="8175" y="90367"/>
                  <a:pt x="4211" y="89500"/>
                  <a:pt x="0" y="88139"/>
                </a:cubicBezTo>
                <a:lnTo>
                  <a:pt x="0" y="75883"/>
                </a:lnTo>
                <a:cubicBezTo>
                  <a:pt x="3592" y="77864"/>
                  <a:pt x="7308" y="79350"/>
                  <a:pt x="11270" y="80340"/>
                </a:cubicBezTo>
                <a:cubicBezTo>
                  <a:pt x="15110" y="81330"/>
                  <a:pt x="19197" y="81702"/>
                  <a:pt x="23532" y="81702"/>
                </a:cubicBezTo>
                <a:cubicBezTo>
                  <a:pt x="30468" y="81702"/>
                  <a:pt x="36042" y="79969"/>
                  <a:pt x="40130" y="76255"/>
                </a:cubicBezTo>
                <a:cubicBezTo>
                  <a:pt x="44093" y="72541"/>
                  <a:pt x="46199" y="67590"/>
                  <a:pt x="46199" y="61276"/>
                </a:cubicBezTo>
                <a:cubicBezTo>
                  <a:pt x="46199" y="55087"/>
                  <a:pt x="44093" y="50135"/>
                  <a:pt x="40130" y="46421"/>
                </a:cubicBezTo>
                <a:cubicBezTo>
                  <a:pt x="36042" y="42708"/>
                  <a:pt x="30468" y="40851"/>
                  <a:pt x="23532" y="40851"/>
                </a:cubicBezTo>
                <a:cubicBezTo>
                  <a:pt x="20312" y="40851"/>
                  <a:pt x="16967" y="41222"/>
                  <a:pt x="13747" y="41965"/>
                </a:cubicBezTo>
                <a:cubicBezTo>
                  <a:pt x="10527" y="42708"/>
                  <a:pt x="7184" y="43822"/>
                  <a:pt x="3840" y="45307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ED45B-30A6-4958-BE92-AD287F66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746" y="5127854"/>
            <a:ext cx="63541" cy="93462"/>
          </a:xfrm>
          <a:custGeom xmlns:a="http://schemas.openxmlformats.org/drawingml/2006/main">
            <a:pathLst>
              <a:path w="63541" h="93462">
                <a:moveTo>
                  <a:pt x="58091" y="4580"/>
                </a:moveTo>
                <a:lnTo>
                  <a:pt x="58091" y="16464"/>
                </a:lnTo>
                <a:cubicBezTo>
                  <a:pt x="53384" y="14236"/>
                  <a:pt x="49049" y="12627"/>
                  <a:pt x="44962" y="11513"/>
                </a:cubicBezTo>
                <a:cubicBezTo>
                  <a:pt x="40750" y="10522"/>
                  <a:pt x="36787" y="9903"/>
                  <a:pt x="33071" y="9903"/>
                </a:cubicBezTo>
                <a:cubicBezTo>
                  <a:pt x="26382" y="9903"/>
                  <a:pt x="21180" y="11265"/>
                  <a:pt x="17588" y="13741"/>
                </a:cubicBezTo>
                <a:cubicBezTo>
                  <a:pt x="13996" y="16340"/>
                  <a:pt x="12262" y="20054"/>
                  <a:pt x="12262" y="24758"/>
                </a:cubicBezTo>
                <a:cubicBezTo>
                  <a:pt x="12262" y="28719"/>
                  <a:pt x="13377" y="31814"/>
                  <a:pt x="15854" y="33795"/>
                </a:cubicBezTo>
                <a:cubicBezTo>
                  <a:pt x="18208" y="35899"/>
                  <a:pt x="22790" y="37509"/>
                  <a:pt x="29479" y="38746"/>
                </a:cubicBezTo>
                <a:lnTo>
                  <a:pt x="36911" y="40232"/>
                </a:lnTo>
                <a:cubicBezTo>
                  <a:pt x="45953" y="41965"/>
                  <a:pt x="52641" y="45060"/>
                  <a:pt x="56976" y="49392"/>
                </a:cubicBezTo>
                <a:cubicBezTo>
                  <a:pt x="61311" y="53849"/>
                  <a:pt x="63541" y="59667"/>
                  <a:pt x="63541" y="66971"/>
                </a:cubicBezTo>
                <a:cubicBezTo>
                  <a:pt x="63541" y="75760"/>
                  <a:pt x="60568" y="82321"/>
                  <a:pt x="54747" y="86777"/>
                </a:cubicBezTo>
                <a:cubicBezTo>
                  <a:pt x="48801" y="91234"/>
                  <a:pt x="40255" y="93462"/>
                  <a:pt x="28984" y="93462"/>
                </a:cubicBezTo>
                <a:cubicBezTo>
                  <a:pt x="24648" y="93462"/>
                  <a:pt x="20066" y="92967"/>
                  <a:pt x="15235" y="92100"/>
                </a:cubicBezTo>
                <a:cubicBezTo>
                  <a:pt x="10404" y="91234"/>
                  <a:pt x="5450" y="89872"/>
                  <a:pt x="372" y="87891"/>
                </a:cubicBezTo>
                <a:lnTo>
                  <a:pt x="372" y="75265"/>
                </a:lnTo>
                <a:cubicBezTo>
                  <a:pt x="5326" y="78112"/>
                  <a:pt x="10157" y="80216"/>
                  <a:pt x="14863" y="81578"/>
                </a:cubicBezTo>
                <a:cubicBezTo>
                  <a:pt x="19570" y="83063"/>
                  <a:pt x="24277" y="83682"/>
                  <a:pt x="28984" y="83682"/>
                </a:cubicBezTo>
                <a:cubicBezTo>
                  <a:pt x="35920" y="83682"/>
                  <a:pt x="41246" y="82321"/>
                  <a:pt x="45085" y="79597"/>
                </a:cubicBezTo>
                <a:cubicBezTo>
                  <a:pt x="48801" y="76874"/>
                  <a:pt x="50783" y="73036"/>
                  <a:pt x="50783" y="67837"/>
                </a:cubicBezTo>
                <a:cubicBezTo>
                  <a:pt x="50783" y="63381"/>
                  <a:pt x="49421" y="59915"/>
                  <a:pt x="46696" y="57439"/>
                </a:cubicBezTo>
                <a:cubicBezTo>
                  <a:pt x="43971" y="54963"/>
                  <a:pt x="39512" y="53106"/>
                  <a:pt x="33319" y="51868"/>
                </a:cubicBezTo>
                <a:lnTo>
                  <a:pt x="25887" y="50383"/>
                </a:lnTo>
                <a:cubicBezTo>
                  <a:pt x="16721" y="48650"/>
                  <a:pt x="10157" y="45802"/>
                  <a:pt x="6069" y="41841"/>
                </a:cubicBezTo>
                <a:cubicBezTo>
                  <a:pt x="1982" y="38004"/>
                  <a:pt x="0" y="32681"/>
                  <a:pt x="0" y="25748"/>
                </a:cubicBezTo>
                <a:cubicBezTo>
                  <a:pt x="0" y="17826"/>
                  <a:pt x="2725" y="11513"/>
                  <a:pt x="8423" y="6932"/>
                </a:cubicBezTo>
                <a:cubicBezTo>
                  <a:pt x="13996" y="2352"/>
                  <a:pt x="21800" y="0"/>
                  <a:pt x="31708" y="0"/>
                </a:cubicBezTo>
                <a:cubicBezTo>
                  <a:pt x="35920" y="0"/>
                  <a:pt x="40131" y="371"/>
                  <a:pt x="44590" y="1114"/>
                </a:cubicBezTo>
                <a:cubicBezTo>
                  <a:pt x="48925" y="1857"/>
                  <a:pt x="53384" y="3095"/>
                  <a:pt x="58091" y="45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4B07E-D6E5-4BBF-8CA6-035C3C5C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567" y="5132806"/>
            <a:ext cx="42237" cy="86901"/>
          </a:xfrm>
          <a:custGeom xmlns:a="http://schemas.openxmlformats.org/drawingml/2006/main">
            <a:pathLst>
              <a:path w="42237" h="86901">
                <a:moveTo>
                  <a:pt x="19322" y="0"/>
                </a:moveTo>
                <a:lnTo>
                  <a:pt x="19322" y="19188"/>
                </a:lnTo>
                <a:lnTo>
                  <a:pt x="42237" y="19188"/>
                </a:lnTo>
                <a:lnTo>
                  <a:pt x="42237" y="27853"/>
                </a:lnTo>
                <a:lnTo>
                  <a:pt x="19322" y="27853"/>
                </a:lnTo>
                <a:lnTo>
                  <a:pt x="19322" y="64619"/>
                </a:lnTo>
                <a:cubicBezTo>
                  <a:pt x="19322" y="70189"/>
                  <a:pt x="20066" y="73779"/>
                  <a:pt x="21552" y="75265"/>
                </a:cubicBezTo>
                <a:cubicBezTo>
                  <a:pt x="23038" y="76874"/>
                  <a:pt x="26135" y="77617"/>
                  <a:pt x="30841" y="77617"/>
                </a:cubicBezTo>
                <a:lnTo>
                  <a:pt x="42237" y="77617"/>
                </a:lnTo>
                <a:lnTo>
                  <a:pt x="42237" y="86901"/>
                </a:lnTo>
                <a:lnTo>
                  <a:pt x="30841" y="86901"/>
                </a:lnTo>
                <a:cubicBezTo>
                  <a:pt x="22171" y="86901"/>
                  <a:pt x="16226" y="85292"/>
                  <a:pt x="13005" y="82073"/>
                </a:cubicBezTo>
                <a:cubicBezTo>
                  <a:pt x="9785" y="78854"/>
                  <a:pt x="8175" y="73036"/>
                  <a:pt x="8175" y="64619"/>
                </a:cubicBezTo>
                <a:lnTo>
                  <a:pt x="8175" y="27853"/>
                </a:lnTo>
                <a:lnTo>
                  <a:pt x="0" y="27853"/>
                </a:lnTo>
                <a:lnTo>
                  <a:pt x="0" y="19188"/>
                </a:lnTo>
                <a:lnTo>
                  <a:pt x="8175" y="19188"/>
                </a:lnTo>
                <a:lnTo>
                  <a:pt x="8175" y="0"/>
                </a:lnTo>
                <a:lnTo>
                  <a:pt x="19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6380C-ED4A-4FFF-B63A-ABDF31F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589" y="5150384"/>
            <a:ext cx="62796" cy="70932"/>
          </a:xfrm>
          <a:custGeom xmlns:a="http://schemas.openxmlformats.org/drawingml/2006/main">
            <a:pathLst>
              <a:path w="62796" h="70932">
                <a:moveTo>
                  <a:pt x="62796" y="32681"/>
                </a:moveTo>
                <a:lnTo>
                  <a:pt x="62796" y="38127"/>
                </a:lnTo>
                <a:lnTo>
                  <a:pt x="11643" y="38127"/>
                </a:lnTo>
                <a:cubicBezTo>
                  <a:pt x="12138" y="45802"/>
                  <a:pt x="14368" y="51744"/>
                  <a:pt x="18578" y="55706"/>
                </a:cubicBezTo>
                <a:cubicBezTo>
                  <a:pt x="22665" y="59667"/>
                  <a:pt x="28363" y="61648"/>
                  <a:pt x="35794" y="61648"/>
                </a:cubicBezTo>
                <a:cubicBezTo>
                  <a:pt x="40006" y="61648"/>
                  <a:pt x="44217" y="61152"/>
                  <a:pt x="48181" y="60162"/>
                </a:cubicBezTo>
                <a:cubicBezTo>
                  <a:pt x="52144" y="59172"/>
                  <a:pt x="56231" y="57563"/>
                  <a:pt x="60195" y="55334"/>
                </a:cubicBezTo>
                <a:lnTo>
                  <a:pt x="60195" y="65857"/>
                </a:lnTo>
                <a:cubicBezTo>
                  <a:pt x="56231" y="67590"/>
                  <a:pt x="52144" y="68951"/>
                  <a:pt x="47933" y="69694"/>
                </a:cubicBezTo>
                <a:cubicBezTo>
                  <a:pt x="43722" y="70437"/>
                  <a:pt x="39386" y="70932"/>
                  <a:pt x="35175" y="70932"/>
                </a:cubicBezTo>
                <a:cubicBezTo>
                  <a:pt x="24275" y="70932"/>
                  <a:pt x="15730" y="67837"/>
                  <a:pt x="9413" y="61648"/>
                </a:cubicBezTo>
                <a:cubicBezTo>
                  <a:pt x="3097" y="55458"/>
                  <a:pt x="0" y="46917"/>
                  <a:pt x="0" y="36147"/>
                </a:cubicBezTo>
                <a:cubicBezTo>
                  <a:pt x="0" y="25129"/>
                  <a:pt x="2973" y="16340"/>
                  <a:pt x="8918" y="9779"/>
                </a:cubicBezTo>
                <a:cubicBezTo>
                  <a:pt x="14863" y="3342"/>
                  <a:pt x="23037" y="0"/>
                  <a:pt x="33193" y="0"/>
                </a:cubicBezTo>
                <a:cubicBezTo>
                  <a:pt x="42359" y="0"/>
                  <a:pt x="49543" y="2971"/>
                  <a:pt x="54869" y="8789"/>
                </a:cubicBezTo>
                <a:cubicBezTo>
                  <a:pt x="60071" y="14731"/>
                  <a:pt x="62796" y="22654"/>
                  <a:pt x="62796" y="32681"/>
                </a:cubicBezTo>
                <a:close/>
                <a:moveTo>
                  <a:pt x="51649" y="29462"/>
                </a:moveTo>
                <a:cubicBezTo>
                  <a:pt x="51525" y="23396"/>
                  <a:pt x="49791" y="18569"/>
                  <a:pt x="46570" y="14855"/>
                </a:cubicBezTo>
                <a:cubicBezTo>
                  <a:pt x="43226" y="11265"/>
                  <a:pt x="38767" y="9408"/>
                  <a:pt x="33317" y="9408"/>
                </a:cubicBezTo>
                <a:cubicBezTo>
                  <a:pt x="27124" y="9408"/>
                  <a:pt x="22170" y="11265"/>
                  <a:pt x="18454" y="14731"/>
                </a:cubicBezTo>
                <a:cubicBezTo>
                  <a:pt x="14739" y="18197"/>
                  <a:pt x="12510" y="23149"/>
                  <a:pt x="12015" y="29462"/>
                </a:cubicBezTo>
                <a:lnTo>
                  <a:pt x="51649" y="2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30B85-8222-45D3-8612-ED281071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221" y="5150384"/>
            <a:ext cx="60568" cy="94947"/>
          </a:xfrm>
          <a:custGeom xmlns:a="http://schemas.openxmlformats.org/drawingml/2006/main">
            <a:pathLst>
              <a:path w="60568" h="94947">
                <a:moveTo>
                  <a:pt x="11148" y="59172"/>
                </a:moveTo>
                <a:lnTo>
                  <a:pt x="11148" y="94947"/>
                </a:lnTo>
                <a:lnTo>
                  <a:pt x="0" y="94947"/>
                </a:lnTo>
                <a:lnTo>
                  <a:pt x="0" y="1609"/>
                </a:lnTo>
                <a:lnTo>
                  <a:pt x="11148" y="1609"/>
                </a:lnTo>
                <a:lnTo>
                  <a:pt x="11148" y="11884"/>
                </a:lnTo>
                <a:cubicBezTo>
                  <a:pt x="13377" y="7923"/>
                  <a:pt x="16350" y="4952"/>
                  <a:pt x="19942" y="2971"/>
                </a:cubicBezTo>
                <a:cubicBezTo>
                  <a:pt x="23534" y="990"/>
                  <a:pt x="27869" y="0"/>
                  <a:pt x="32823" y="0"/>
                </a:cubicBezTo>
                <a:cubicBezTo>
                  <a:pt x="40998" y="0"/>
                  <a:pt x="47687" y="3342"/>
                  <a:pt x="52889" y="9779"/>
                </a:cubicBezTo>
                <a:cubicBezTo>
                  <a:pt x="57967" y="16340"/>
                  <a:pt x="60568" y="24882"/>
                  <a:pt x="60568" y="35528"/>
                </a:cubicBezTo>
                <a:cubicBezTo>
                  <a:pt x="60568" y="46174"/>
                  <a:pt x="57967" y="54839"/>
                  <a:pt x="52889" y="61276"/>
                </a:cubicBezTo>
                <a:cubicBezTo>
                  <a:pt x="47687" y="67713"/>
                  <a:pt x="40998" y="70932"/>
                  <a:pt x="32823" y="70932"/>
                </a:cubicBezTo>
                <a:cubicBezTo>
                  <a:pt x="27869" y="70932"/>
                  <a:pt x="23534" y="69942"/>
                  <a:pt x="19942" y="68085"/>
                </a:cubicBezTo>
                <a:cubicBezTo>
                  <a:pt x="16350" y="66228"/>
                  <a:pt x="13377" y="63257"/>
                  <a:pt x="11148" y="59172"/>
                </a:cubicBezTo>
                <a:close/>
                <a:moveTo>
                  <a:pt x="49049" y="35528"/>
                </a:moveTo>
                <a:cubicBezTo>
                  <a:pt x="49049" y="27358"/>
                  <a:pt x="47315" y="21044"/>
                  <a:pt x="43971" y="16340"/>
                </a:cubicBezTo>
                <a:cubicBezTo>
                  <a:pt x="40503" y="11636"/>
                  <a:pt x="35920" y="9284"/>
                  <a:pt x="30098" y="9284"/>
                </a:cubicBezTo>
                <a:cubicBezTo>
                  <a:pt x="24153" y="9284"/>
                  <a:pt x="19570" y="11636"/>
                  <a:pt x="16226" y="16340"/>
                </a:cubicBezTo>
                <a:cubicBezTo>
                  <a:pt x="12758" y="21044"/>
                  <a:pt x="11148" y="27358"/>
                  <a:pt x="11148" y="35528"/>
                </a:cubicBezTo>
                <a:cubicBezTo>
                  <a:pt x="11148" y="43698"/>
                  <a:pt x="12758" y="50135"/>
                  <a:pt x="16226" y="54839"/>
                </a:cubicBezTo>
                <a:cubicBezTo>
                  <a:pt x="19570" y="59543"/>
                  <a:pt x="24153" y="61771"/>
                  <a:pt x="30098" y="61771"/>
                </a:cubicBezTo>
                <a:cubicBezTo>
                  <a:pt x="35920" y="61771"/>
                  <a:pt x="40503" y="59543"/>
                  <a:pt x="43971" y="54839"/>
                </a:cubicBezTo>
                <a:cubicBezTo>
                  <a:pt x="47315" y="50135"/>
                  <a:pt x="49049" y="43698"/>
                  <a:pt x="49049" y="35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FCF19-D90C-4D14-9262-9A3DEBD4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290" y="5150384"/>
            <a:ext cx="51772" cy="70932"/>
          </a:xfrm>
          <a:custGeom xmlns:a="http://schemas.openxmlformats.org/drawingml/2006/main">
            <a:pathLst>
              <a:path w="51772" h="70932">
                <a:moveTo>
                  <a:pt x="48181" y="3590"/>
                </a:moveTo>
                <a:lnTo>
                  <a:pt x="48181" y="14112"/>
                </a:lnTo>
                <a:cubicBezTo>
                  <a:pt x="44960" y="12627"/>
                  <a:pt x="41740" y="11389"/>
                  <a:pt x="38395" y="10522"/>
                </a:cubicBezTo>
                <a:cubicBezTo>
                  <a:pt x="34929" y="9779"/>
                  <a:pt x="31461" y="9284"/>
                  <a:pt x="27869" y="9284"/>
                </a:cubicBezTo>
                <a:cubicBezTo>
                  <a:pt x="22295" y="9284"/>
                  <a:pt x="18084" y="10151"/>
                  <a:pt x="15359" y="11884"/>
                </a:cubicBezTo>
                <a:cubicBezTo>
                  <a:pt x="12634" y="13617"/>
                  <a:pt x="11271" y="16093"/>
                  <a:pt x="11271" y="19435"/>
                </a:cubicBezTo>
                <a:cubicBezTo>
                  <a:pt x="11271" y="22035"/>
                  <a:pt x="12262" y="24015"/>
                  <a:pt x="14244" y="25501"/>
                </a:cubicBezTo>
                <a:cubicBezTo>
                  <a:pt x="16226" y="26986"/>
                  <a:pt x="20189" y="28472"/>
                  <a:pt x="26135" y="29710"/>
                </a:cubicBezTo>
                <a:lnTo>
                  <a:pt x="29974" y="30576"/>
                </a:lnTo>
                <a:cubicBezTo>
                  <a:pt x="37900" y="32309"/>
                  <a:pt x="43474" y="34785"/>
                  <a:pt x="46818" y="37756"/>
                </a:cubicBezTo>
                <a:cubicBezTo>
                  <a:pt x="50038" y="40851"/>
                  <a:pt x="51772" y="45184"/>
                  <a:pt x="51772" y="50630"/>
                </a:cubicBezTo>
                <a:cubicBezTo>
                  <a:pt x="51772" y="56944"/>
                  <a:pt x="49295" y="61895"/>
                  <a:pt x="44341" y="65485"/>
                </a:cubicBezTo>
                <a:cubicBezTo>
                  <a:pt x="39386" y="69199"/>
                  <a:pt x="32452" y="70932"/>
                  <a:pt x="23781" y="70932"/>
                </a:cubicBezTo>
                <a:cubicBezTo>
                  <a:pt x="20066" y="70932"/>
                  <a:pt x="16350" y="70561"/>
                  <a:pt x="12386" y="69942"/>
                </a:cubicBezTo>
                <a:cubicBezTo>
                  <a:pt x="8423" y="69323"/>
                  <a:pt x="4335" y="68332"/>
                  <a:pt x="0" y="66847"/>
                </a:cubicBezTo>
                <a:lnTo>
                  <a:pt x="0" y="55334"/>
                </a:lnTo>
                <a:cubicBezTo>
                  <a:pt x="4087" y="57563"/>
                  <a:pt x="8175" y="59172"/>
                  <a:pt x="12138" y="60162"/>
                </a:cubicBezTo>
                <a:cubicBezTo>
                  <a:pt x="16102" y="61276"/>
                  <a:pt x="20066" y="61771"/>
                  <a:pt x="24029" y="61771"/>
                </a:cubicBezTo>
                <a:cubicBezTo>
                  <a:pt x="29231" y="61771"/>
                  <a:pt x="33319" y="60905"/>
                  <a:pt x="36167" y="59172"/>
                </a:cubicBezTo>
                <a:cubicBezTo>
                  <a:pt x="38891" y="57439"/>
                  <a:pt x="40377" y="54839"/>
                  <a:pt x="40377" y="51497"/>
                </a:cubicBezTo>
                <a:cubicBezTo>
                  <a:pt x="40377" y="48526"/>
                  <a:pt x="39263" y="46174"/>
                  <a:pt x="37282" y="44565"/>
                </a:cubicBezTo>
                <a:cubicBezTo>
                  <a:pt x="35300" y="42955"/>
                  <a:pt x="30841" y="41346"/>
                  <a:pt x="23905" y="39861"/>
                </a:cubicBezTo>
                <a:lnTo>
                  <a:pt x="20066" y="38994"/>
                </a:lnTo>
                <a:cubicBezTo>
                  <a:pt x="13129" y="37508"/>
                  <a:pt x="8051" y="35280"/>
                  <a:pt x="5078" y="32309"/>
                </a:cubicBezTo>
                <a:cubicBezTo>
                  <a:pt x="1982" y="29338"/>
                  <a:pt x="495" y="25253"/>
                  <a:pt x="495" y="19930"/>
                </a:cubicBezTo>
                <a:cubicBezTo>
                  <a:pt x="495" y="13617"/>
                  <a:pt x="2725" y="8665"/>
                  <a:pt x="7184" y="5199"/>
                </a:cubicBezTo>
                <a:cubicBezTo>
                  <a:pt x="11643" y="1733"/>
                  <a:pt x="18084" y="0"/>
                  <a:pt x="26506" y="0"/>
                </a:cubicBezTo>
                <a:cubicBezTo>
                  <a:pt x="30594" y="0"/>
                  <a:pt x="34433" y="371"/>
                  <a:pt x="38148" y="990"/>
                </a:cubicBezTo>
                <a:cubicBezTo>
                  <a:pt x="41740" y="1609"/>
                  <a:pt x="45084" y="2476"/>
                  <a:pt x="48181" y="3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BA5B7-92F2-4540-AEC3-6072152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6172" y="5125749"/>
            <a:ext cx="27745" cy="110173"/>
          </a:xfrm>
          <a:custGeom xmlns:a="http://schemas.openxmlformats.org/drawingml/2006/main">
            <a:pathLst>
              <a:path w="27745" h="110173">
                <a:moveTo>
                  <a:pt x="27745" y="0"/>
                </a:moveTo>
                <a:cubicBezTo>
                  <a:pt x="22295" y="9408"/>
                  <a:pt x="18331" y="18569"/>
                  <a:pt x="15730" y="27605"/>
                </a:cubicBezTo>
                <a:cubicBezTo>
                  <a:pt x="13005" y="36642"/>
                  <a:pt x="11767" y="45802"/>
                  <a:pt x="11767" y="55087"/>
                </a:cubicBezTo>
                <a:cubicBezTo>
                  <a:pt x="11767" y="64495"/>
                  <a:pt x="13005" y="73655"/>
                  <a:pt x="15730" y="82692"/>
                </a:cubicBezTo>
                <a:cubicBezTo>
                  <a:pt x="18331" y="91852"/>
                  <a:pt x="22295" y="100889"/>
                  <a:pt x="27745" y="110173"/>
                </a:cubicBezTo>
                <a:lnTo>
                  <a:pt x="18084" y="110173"/>
                </a:lnTo>
                <a:cubicBezTo>
                  <a:pt x="12015" y="100642"/>
                  <a:pt x="7432" y="91481"/>
                  <a:pt x="4459" y="82321"/>
                </a:cubicBezTo>
                <a:cubicBezTo>
                  <a:pt x="1486" y="73160"/>
                  <a:pt x="0" y="64123"/>
                  <a:pt x="0" y="55087"/>
                </a:cubicBezTo>
                <a:cubicBezTo>
                  <a:pt x="0" y="46174"/>
                  <a:pt x="1486" y="37137"/>
                  <a:pt x="4459" y="27977"/>
                </a:cubicBezTo>
                <a:cubicBezTo>
                  <a:pt x="7432" y="18816"/>
                  <a:pt x="11891" y="9532"/>
                  <a:pt x="18084" y="0"/>
                </a:cubicBezTo>
                <a:lnTo>
                  <a:pt x="277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3C99E-9231-4CE0-B557-E10ED707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170" y="5132806"/>
            <a:ext cx="42237" cy="86901"/>
          </a:xfrm>
          <a:custGeom xmlns:a="http://schemas.openxmlformats.org/drawingml/2006/main">
            <a:pathLst>
              <a:path w="42237" h="86901">
                <a:moveTo>
                  <a:pt x="19322" y="0"/>
                </a:moveTo>
                <a:lnTo>
                  <a:pt x="19322" y="19188"/>
                </a:lnTo>
                <a:lnTo>
                  <a:pt x="42237" y="19188"/>
                </a:lnTo>
                <a:lnTo>
                  <a:pt x="42237" y="27853"/>
                </a:lnTo>
                <a:lnTo>
                  <a:pt x="19322" y="27853"/>
                </a:lnTo>
                <a:lnTo>
                  <a:pt x="19322" y="64619"/>
                </a:lnTo>
                <a:cubicBezTo>
                  <a:pt x="19322" y="70189"/>
                  <a:pt x="20066" y="73779"/>
                  <a:pt x="21552" y="75265"/>
                </a:cubicBezTo>
                <a:cubicBezTo>
                  <a:pt x="23038" y="76874"/>
                  <a:pt x="26135" y="77617"/>
                  <a:pt x="30841" y="77617"/>
                </a:cubicBezTo>
                <a:lnTo>
                  <a:pt x="42237" y="77617"/>
                </a:lnTo>
                <a:lnTo>
                  <a:pt x="42237" y="86901"/>
                </a:lnTo>
                <a:lnTo>
                  <a:pt x="30841" y="86901"/>
                </a:lnTo>
                <a:cubicBezTo>
                  <a:pt x="22171" y="86901"/>
                  <a:pt x="16226" y="85292"/>
                  <a:pt x="13005" y="82073"/>
                </a:cubicBezTo>
                <a:cubicBezTo>
                  <a:pt x="9785" y="78854"/>
                  <a:pt x="8175" y="73036"/>
                  <a:pt x="8175" y="64619"/>
                </a:cubicBezTo>
                <a:lnTo>
                  <a:pt x="8175" y="27853"/>
                </a:lnTo>
                <a:lnTo>
                  <a:pt x="0" y="27853"/>
                </a:lnTo>
                <a:lnTo>
                  <a:pt x="0" y="19188"/>
                </a:lnTo>
                <a:lnTo>
                  <a:pt x="8175" y="19188"/>
                </a:lnTo>
                <a:lnTo>
                  <a:pt x="8175" y="0"/>
                </a:lnTo>
                <a:lnTo>
                  <a:pt x="19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823E4-4693-406F-89AE-E310BAE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192" y="5150384"/>
            <a:ext cx="62177" cy="70932"/>
          </a:xfrm>
          <a:custGeom xmlns:a="http://schemas.openxmlformats.org/drawingml/2006/main">
            <a:pathLst>
              <a:path w="62177" h="70932">
                <a:moveTo>
                  <a:pt x="31088" y="9408"/>
                </a:moveTo>
                <a:cubicBezTo>
                  <a:pt x="25142" y="9408"/>
                  <a:pt x="20436" y="11760"/>
                  <a:pt x="16967" y="16464"/>
                </a:cubicBezTo>
                <a:cubicBezTo>
                  <a:pt x="13499" y="21168"/>
                  <a:pt x="11767" y="27481"/>
                  <a:pt x="11767" y="35528"/>
                </a:cubicBezTo>
                <a:cubicBezTo>
                  <a:pt x="11767" y="43698"/>
                  <a:pt x="13376" y="50011"/>
                  <a:pt x="16844" y="54715"/>
                </a:cubicBezTo>
                <a:cubicBezTo>
                  <a:pt x="20312" y="59419"/>
                  <a:pt x="25018" y="61648"/>
                  <a:pt x="31088" y="61648"/>
                </a:cubicBezTo>
                <a:cubicBezTo>
                  <a:pt x="37033" y="61648"/>
                  <a:pt x="41740" y="59419"/>
                  <a:pt x="45208" y="54715"/>
                </a:cubicBezTo>
                <a:cubicBezTo>
                  <a:pt x="48676" y="50011"/>
                  <a:pt x="50410" y="43698"/>
                  <a:pt x="50410" y="35528"/>
                </a:cubicBezTo>
                <a:cubicBezTo>
                  <a:pt x="50410" y="27605"/>
                  <a:pt x="48676" y="21168"/>
                  <a:pt x="45208" y="16464"/>
                </a:cubicBezTo>
                <a:cubicBezTo>
                  <a:pt x="41740" y="11760"/>
                  <a:pt x="37033" y="9408"/>
                  <a:pt x="31088" y="9408"/>
                </a:cubicBezTo>
                <a:close/>
                <a:moveTo>
                  <a:pt x="31088" y="0"/>
                </a:moveTo>
                <a:cubicBezTo>
                  <a:pt x="40749" y="0"/>
                  <a:pt x="48304" y="3219"/>
                  <a:pt x="53878" y="9408"/>
                </a:cubicBezTo>
                <a:cubicBezTo>
                  <a:pt x="59328" y="15721"/>
                  <a:pt x="62177" y="24387"/>
                  <a:pt x="62177" y="35528"/>
                </a:cubicBezTo>
                <a:cubicBezTo>
                  <a:pt x="62177" y="46669"/>
                  <a:pt x="59328" y="55334"/>
                  <a:pt x="53878" y="61524"/>
                </a:cubicBezTo>
                <a:cubicBezTo>
                  <a:pt x="48304" y="67837"/>
                  <a:pt x="40749" y="70932"/>
                  <a:pt x="31088" y="70932"/>
                </a:cubicBezTo>
                <a:cubicBezTo>
                  <a:pt x="21303" y="70932"/>
                  <a:pt x="13623" y="67837"/>
                  <a:pt x="8175" y="61524"/>
                </a:cubicBezTo>
                <a:cubicBezTo>
                  <a:pt x="2725" y="55334"/>
                  <a:pt x="0" y="46669"/>
                  <a:pt x="0" y="35528"/>
                </a:cubicBezTo>
                <a:cubicBezTo>
                  <a:pt x="0" y="24387"/>
                  <a:pt x="2725" y="15721"/>
                  <a:pt x="8175" y="9408"/>
                </a:cubicBezTo>
                <a:cubicBezTo>
                  <a:pt x="13623" y="3219"/>
                  <a:pt x="21303" y="0"/>
                  <a:pt x="310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136DD-E5F9-4655-887F-67106B80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525" y="5132806"/>
            <a:ext cx="42237" cy="86901"/>
          </a:xfrm>
          <a:custGeom xmlns:a="http://schemas.openxmlformats.org/drawingml/2006/main">
            <a:pathLst>
              <a:path w="42237" h="86901">
                <a:moveTo>
                  <a:pt x="19322" y="0"/>
                </a:moveTo>
                <a:lnTo>
                  <a:pt x="19322" y="19188"/>
                </a:lnTo>
                <a:lnTo>
                  <a:pt x="42237" y="19188"/>
                </a:lnTo>
                <a:lnTo>
                  <a:pt x="42237" y="27853"/>
                </a:lnTo>
                <a:lnTo>
                  <a:pt x="19322" y="27853"/>
                </a:lnTo>
                <a:lnTo>
                  <a:pt x="19322" y="64619"/>
                </a:lnTo>
                <a:cubicBezTo>
                  <a:pt x="19322" y="70189"/>
                  <a:pt x="20066" y="73779"/>
                  <a:pt x="21552" y="75265"/>
                </a:cubicBezTo>
                <a:cubicBezTo>
                  <a:pt x="23038" y="76874"/>
                  <a:pt x="26135" y="77617"/>
                  <a:pt x="30841" y="77617"/>
                </a:cubicBezTo>
                <a:lnTo>
                  <a:pt x="42237" y="77617"/>
                </a:lnTo>
                <a:lnTo>
                  <a:pt x="42237" y="86901"/>
                </a:lnTo>
                <a:lnTo>
                  <a:pt x="30841" y="86901"/>
                </a:lnTo>
                <a:cubicBezTo>
                  <a:pt x="22171" y="86901"/>
                  <a:pt x="16226" y="85292"/>
                  <a:pt x="13005" y="82073"/>
                </a:cubicBezTo>
                <a:cubicBezTo>
                  <a:pt x="9785" y="78854"/>
                  <a:pt x="8175" y="73036"/>
                  <a:pt x="8175" y="64619"/>
                </a:cubicBezTo>
                <a:lnTo>
                  <a:pt x="8175" y="27853"/>
                </a:lnTo>
                <a:lnTo>
                  <a:pt x="0" y="27853"/>
                </a:lnTo>
                <a:lnTo>
                  <a:pt x="0" y="19188"/>
                </a:lnTo>
                <a:lnTo>
                  <a:pt x="8175" y="19188"/>
                </a:lnTo>
                <a:lnTo>
                  <a:pt x="8175" y="0"/>
                </a:lnTo>
                <a:lnTo>
                  <a:pt x="19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F9596-E8D9-4419-92B3-01ACDDB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4166" y="5150384"/>
            <a:ext cx="57224" cy="70932"/>
          </a:xfrm>
          <a:custGeom xmlns:a="http://schemas.openxmlformats.org/drawingml/2006/main">
            <a:pathLst>
              <a:path w="57224" h="70932">
                <a:moveTo>
                  <a:pt x="35053" y="35280"/>
                </a:moveTo>
                <a:cubicBezTo>
                  <a:pt x="26011" y="35280"/>
                  <a:pt x="19818" y="36394"/>
                  <a:pt x="16350" y="38375"/>
                </a:cubicBezTo>
                <a:cubicBezTo>
                  <a:pt x="12882" y="40479"/>
                  <a:pt x="11148" y="43946"/>
                  <a:pt x="11148" y="48897"/>
                </a:cubicBezTo>
                <a:cubicBezTo>
                  <a:pt x="11148" y="52859"/>
                  <a:pt x="12386" y="56077"/>
                  <a:pt x="14987" y="58305"/>
                </a:cubicBezTo>
                <a:cubicBezTo>
                  <a:pt x="17588" y="60657"/>
                  <a:pt x="21180" y="61771"/>
                  <a:pt x="25639" y="61771"/>
                </a:cubicBezTo>
                <a:cubicBezTo>
                  <a:pt x="31832" y="61771"/>
                  <a:pt x="36787" y="59667"/>
                  <a:pt x="40503" y="55211"/>
                </a:cubicBezTo>
                <a:cubicBezTo>
                  <a:pt x="44218" y="50878"/>
                  <a:pt x="46076" y="45060"/>
                  <a:pt x="46076" y="37756"/>
                </a:cubicBezTo>
                <a:lnTo>
                  <a:pt x="46076" y="35280"/>
                </a:lnTo>
                <a:lnTo>
                  <a:pt x="35053" y="35280"/>
                </a:lnTo>
                <a:close/>
                <a:moveTo>
                  <a:pt x="57224" y="30700"/>
                </a:moveTo>
                <a:lnTo>
                  <a:pt x="57224" y="69323"/>
                </a:lnTo>
                <a:lnTo>
                  <a:pt x="46076" y="69323"/>
                </a:lnTo>
                <a:lnTo>
                  <a:pt x="46076" y="59048"/>
                </a:lnTo>
                <a:cubicBezTo>
                  <a:pt x="43475" y="63257"/>
                  <a:pt x="40255" y="66228"/>
                  <a:pt x="36539" y="68085"/>
                </a:cubicBezTo>
                <a:cubicBezTo>
                  <a:pt x="32823" y="69942"/>
                  <a:pt x="28117" y="70932"/>
                  <a:pt x="22667" y="70932"/>
                </a:cubicBezTo>
                <a:cubicBezTo>
                  <a:pt x="15730" y="70932"/>
                  <a:pt x="10157" y="69075"/>
                  <a:pt x="6069" y="65238"/>
                </a:cubicBezTo>
                <a:cubicBezTo>
                  <a:pt x="1982" y="61400"/>
                  <a:pt x="0" y="56201"/>
                  <a:pt x="0" y="49640"/>
                </a:cubicBezTo>
                <a:cubicBezTo>
                  <a:pt x="0" y="42089"/>
                  <a:pt x="2477" y="36394"/>
                  <a:pt x="7679" y="32433"/>
                </a:cubicBezTo>
                <a:cubicBezTo>
                  <a:pt x="12758" y="28596"/>
                  <a:pt x="20313" y="26615"/>
                  <a:pt x="30470" y="26615"/>
                </a:cubicBezTo>
                <a:lnTo>
                  <a:pt x="46076" y="26615"/>
                </a:lnTo>
                <a:lnTo>
                  <a:pt x="46076" y="25501"/>
                </a:lnTo>
                <a:cubicBezTo>
                  <a:pt x="46076" y="20425"/>
                  <a:pt x="44342" y="16464"/>
                  <a:pt x="40998" y="13617"/>
                </a:cubicBezTo>
                <a:cubicBezTo>
                  <a:pt x="37654" y="10894"/>
                  <a:pt x="32947" y="9408"/>
                  <a:pt x="26878" y="9408"/>
                </a:cubicBezTo>
                <a:cubicBezTo>
                  <a:pt x="22914" y="9408"/>
                  <a:pt x="19198" y="9903"/>
                  <a:pt x="15483" y="10894"/>
                </a:cubicBezTo>
                <a:cubicBezTo>
                  <a:pt x="11767" y="11884"/>
                  <a:pt x="8299" y="13246"/>
                  <a:pt x="4954" y="14979"/>
                </a:cubicBezTo>
                <a:lnTo>
                  <a:pt x="4954" y="4704"/>
                </a:lnTo>
                <a:cubicBezTo>
                  <a:pt x="8918" y="3219"/>
                  <a:pt x="12882" y="1981"/>
                  <a:pt x="16721" y="1238"/>
                </a:cubicBezTo>
                <a:cubicBezTo>
                  <a:pt x="20561" y="495"/>
                  <a:pt x="24277" y="0"/>
                  <a:pt x="27993" y="0"/>
                </a:cubicBezTo>
                <a:cubicBezTo>
                  <a:pt x="37778" y="0"/>
                  <a:pt x="45085" y="2600"/>
                  <a:pt x="49916" y="7675"/>
                </a:cubicBezTo>
                <a:cubicBezTo>
                  <a:pt x="54747" y="12750"/>
                  <a:pt x="57224" y="20425"/>
                  <a:pt x="57224" y="3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FBA46-E277-41A3-AEDB-02F4578C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4303" y="5125626"/>
            <a:ext cx="11148" cy="94081"/>
          </a:xfrm>
          <a:custGeom xmlns:a="http://schemas.openxmlformats.org/drawingml/2006/main">
            <a:pathLst>
              <a:path w="11148" h="94081">
                <a:moveTo>
                  <a:pt x="0" y="94081"/>
                </a:moveTo>
                <a:lnTo>
                  <a:pt x="11148" y="94081"/>
                </a:lnTo>
                <a:lnTo>
                  <a:pt x="11148" y="0"/>
                </a:lnTo>
                <a:lnTo>
                  <a:pt x="0" y="0"/>
                </a:lnTo>
                <a:lnTo>
                  <a:pt x="0" y="940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431AE-0AFD-4BCE-B50D-A041CCF1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895" y="5127854"/>
            <a:ext cx="59453" cy="93462"/>
          </a:xfrm>
          <a:custGeom xmlns:a="http://schemas.openxmlformats.org/drawingml/2006/main">
            <a:pathLst>
              <a:path w="59453" h="93462">
                <a:moveTo>
                  <a:pt x="40874" y="43203"/>
                </a:moveTo>
                <a:cubicBezTo>
                  <a:pt x="46696" y="44441"/>
                  <a:pt x="51279" y="47040"/>
                  <a:pt x="54499" y="51002"/>
                </a:cubicBezTo>
                <a:cubicBezTo>
                  <a:pt x="57719" y="54963"/>
                  <a:pt x="59453" y="59915"/>
                  <a:pt x="59453" y="65609"/>
                </a:cubicBezTo>
                <a:cubicBezTo>
                  <a:pt x="59453" y="74522"/>
                  <a:pt x="56357" y="81454"/>
                  <a:pt x="50288" y="86282"/>
                </a:cubicBezTo>
                <a:cubicBezTo>
                  <a:pt x="44095" y="91110"/>
                  <a:pt x="35424" y="93462"/>
                  <a:pt x="24153" y="93462"/>
                </a:cubicBezTo>
                <a:cubicBezTo>
                  <a:pt x="20313" y="93462"/>
                  <a:pt x="16350" y="93090"/>
                  <a:pt x="12386" y="92348"/>
                </a:cubicBezTo>
                <a:cubicBezTo>
                  <a:pt x="8423" y="91729"/>
                  <a:pt x="4211" y="90615"/>
                  <a:pt x="0" y="89129"/>
                </a:cubicBezTo>
                <a:lnTo>
                  <a:pt x="0" y="77369"/>
                </a:lnTo>
                <a:cubicBezTo>
                  <a:pt x="3344" y="79350"/>
                  <a:pt x="7060" y="80835"/>
                  <a:pt x="11148" y="81825"/>
                </a:cubicBezTo>
                <a:cubicBezTo>
                  <a:pt x="15111" y="82816"/>
                  <a:pt x="19322" y="83311"/>
                  <a:pt x="23781" y="83311"/>
                </a:cubicBezTo>
                <a:cubicBezTo>
                  <a:pt x="31461" y="83311"/>
                  <a:pt x="37282" y="81825"/>
                  <a:pt x="41246" y="78855"/>
                </a:cubicBezTo>
                <a:cubicBezTo>
                  <a:pt x="45209" y="75884"/>
                  <a:pt x="47315" y="71427"/>
                  <a:pt x="47315" y="65609"/>
                </a:cubicBezTo>
                <a:cubicBezTo>
                  <a:pt x="47315" y="60410"/>
                  <a:pt x="45457" y="56201"/>
                  <a:pt x="41741" y="53230"/>
                </a:cubicBezTo>
                <a:cubicBezTo>
                  <a:pt x="38025" y="50259"/>
                  <a:pt x="32823" y="48650"/>
                  <a:pt x="26135" y="48650"/>
                </a:cubicBezTo>
                <a:lnTo>
                  <a:pt x="15607" y="48650"/>
                </a:lnTo>
                <a:lnTo>
                  <a:pt x="15607" y="38623"/>
                </a:lnTo>
                <a:lnTo>
                  <a:pt x="26630" y="38623"/>
                </a:lnTo>
                <a:cubicBezTo>
                  <a:pt x="32576" y="38623"/>
                  <a:pt x="37158" y="37509"/>
                  <a:pt x="40379" y="35033"/>
                </a:cubicBezTo>
                <a:cubicBezTo>
                  <a:pt x="43599" y="32681"/>
                  <a:pt x="45209" y="29215"/>
                  <a:pt x="45209" y="24634"/>
                </a:cubicBezTo>
                <a:cubicBezTo>
                  <a:pt x="45209" y="20054"/>
                  <a:pt x="43475" y="16464"/>
                  <a:pt x="40255" y="13988"/>
                </a:cubicBezTo>
                <a:cubicBezTo>
                  <a:pt x="36911" y="11513"/>
                  <a:pt x="32204" y="10275"/>
                  <a:pt x="26135" y="10275"/>
                </a:cubicBezTo>
                <a:cubicBezTo>
                  <a:pt x="22790" y="10275"/>
                  <a:pt x="19198" y="10646"/>
                  <a:pt x="15359" y="11389"/>
                </a:cubicBezTo>
                <a:cubicBezTo>
                  <a:pt x="11519" y="12131"/>
                  <a:pt x="7308" y="13246"/>
                  <a:pt x="2725" y="14731"/>
                </a:cubicBezTo>
                <a:lnTo>
                  <a:pt x="2725" y="3838"/>
                </a:lnTo>
                <a:cubicBezTo>
                  <a:pt x="7308" y="2600"/>
                  <a:pt x="11643" y="1609"/>
                  <a:pt x="15730" y="990"/>
                </a:cubicBezTo>
                <a:cubicBezTo>
                  <a:pt x="19694" y="371"/>
                  <a:pt x="23534" y="0"/>
                  <a:pt x="27249" y="0"/>
                </a:cubicBezTo>
                <a:cubicBezTo>
                  <a:pt x="36415" y="0"/>
                  <a:pt x="43723" y="2104"/>
                  <a:pt x="49173" y="6313"/>
                </a:cubicBezTo>
                <a:cubicBezTo>
                  <a:pt x="54623" y="10522"/>
                  <a:pt x="57348" y="16217"/>
                  <a:pt x="57348" y="23396"/>
                </a:cubicBezTo>
                <a:cubicBezTo>
                  <a:pt x="57348" y="28348"/>
                  <a:pt x="55861" y="32557"/>
                  <a:pt x="53013" y="36023"/>
                </a:cubicBezTo>
                <a:cubicBezTo>
                  <a:pt x="50164" y="39489"/>
                  <a:pt x="46076" y="41965"/>
                  <a:pt x="40874" y="43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B9993-A782-490C-8E3B-DE7541A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927" y="5127854"/>
            <a:ext cx="62301" cy="93462"/>
          </a:xfrm>
          <a:custGeom xmlns:a="http://schemas.openxmlformats.org/drawingml/2006/main">
            <a:pathLst>
              <a:path w="62301" h="93462">
                <a:moveTo>
                  <a:pt x="32202" y="41841"/>
                </a:moveTo>
                <a:cubicBezTo>
                  <a:pt x="26753" y="41841"/>
                  <a:pt x="22417" y="43822"/>
                  <a:pt x="19197" y="47536"/>
                </a:cubicBezTo>
                <a:cubicBezTo>
                  <a:pt x="15977" y="51249"/>
                  <a:pt x="14366" y="56448"/>
                  <a:pt x="14366" y="62886"/>
                </a:cubicBezTo>
                <a:cubicBezTo>
                  <a:pt x="14366" y="69446"/>
                  <a:pt x="15977" y="74646"/>
                  <a:pt x="19197" y="78359"/>
                </a:cubicBezTo>
                <a:cubicBezTo>
                  <a:pt x="22417" y="82073"/>
                  <a:pt x="26753" y="83930"/>
                  <a:pt x="32202" y="83930"/>
                </a:cubicBezTo>
                <a:cubicBezTo>
                  <a:pt x="37652" y="83930"/>
                  <a:pt x="41987" y="82073"/>
                  <a:pt x="45208" y="78359"/>
                </a:cubicBezTo>
                <a:cubicBezTo>
                  <a:pt x="48428" y="74646"/>
                  <a:pt x="50038" y="69446"/>
                  <a:pt x="50038" y="62886"/>
                </a:cubicBezTo>
                <a:cubicBezTo>
                  <a:pt x="50038" y="56448"/>
                  <a:pt x="48428" y="51249"/>
                  <a:pt x="45208" y="47536"/>
                </a:cubicBezTo>
                <a:cubicBezTo>
                  <a:pt x="41987" y="43822"/>
                  <a:pt x="37652" y="41841"/>
                  <a:pt x="32202" y="41841"/>
                </a:cubicBezTo>
                <a:close/>
                <a:moveTo>
                  <a:pt x="56479" y="3590"/>
                </a:moveTo>
                <a:lnTo>
                  <a:pt x="56479" y="14731"/>
                </a:lnTo>
                <a:cubicBezTo>
                  <a:pt x="53383" y="13246"/>
                  <a:pt x="50286" y="12131"/>
                  <a:pt x="47190" y="11389"/>
                </a:cubicBezTo>
                <a:cubicBezTo>
                  <a:pt x="43969" y="10646"/>
                  <a:pt x="40873" y="10275"/>
                  <a:pt x="37900" y="10275"/>
                </a:cubicBezTo>
                <a:cubicBezTo>
                  <a:pt x="29725" y="10275"/>
                  <a:pt x="23532" y="12998"/>
                  <a:pt x="19321" y="18445"/>
                </a:cubicBezTo>
                <a:cubicBezTo>
                  <a:pt x="15110" y="23892"/>
                  <a:pt x="12632" y="32186"/>
                  <a:pt x="12137" y="43079"/>
                </a:cubicBezTo>
                <a:cubicBezTo>
                  <a:pt x="14490" y="39613"/>
                  <a:pt x="17463" y="36890"/>
                  <a:pt x="21055" y="35033"/>
                </a:cubicBezTo>
                <a:cubicBezTo>
                  <a:pt x="24647" y="33176"/>
                  <a:pt x="28610" y="32186"/>
                  <a:pt x="32946" y="32186"/>
                </a:cubicBezTo>
                <a:cubicBezTo>
                  <a:pt x="41987" y="32186"/>
                  <a:pt x="49171" y="35033"/>
                  <a:pt x="54374" y="40479"/>
                </a:cubicBezTo>
                <a:cubicBezTo>
                  <a:pt x="59576" y="45926"/>
                  <a:pt x="62301" y="53477"/>
                  <a:pt x="62301" y="62886"/>
                </a:cubicBezTo>
                <a:cubicBezTo>
                  <a:pt x="62301" y="72170"/>
                  <a:pt x="59452" y="79597"/>
                  <a:pt x="54002" y="85168"/>
                </a:cubicBezTo>
                <a:cubicBezTo>
                  <a:pt x="48552" y="90738"/>
                  <a:pt x="41244" y="93462"/>
                  <a:pt x="32202" y="93462"/>
                </a:cubicBezTo>
                <a:cubicBezTo>
                  <a:pt x="21798" y="93462"/>
                  <a:pt x="13747" y="89500"/>
                  <a:pt x="8299" y="81578"/>
                </a:cubicBezTo>
                <a:cubicBezTo>
                  <a:pt x="2725" y="73655"/>
                  <a:pt x="0" y="62019"/>
                  <a:pt x="0" y="46793"/>
                </a:cubicBezTo>
                <a:cubicBezTo>
                  <a:pt x="0" y="32557"/>
                  <a:pt x="3344" y="21168"/>
                  <a:pt x="10155" y="12750"/>
                </a:cubicBezTo>
                <a:cubicBezTo>
                  <a:pt x="16844" y="4333"/>
                  <a:pt x="26009" y="0"/>
                  <a:pt x="37405" y="0"/>
                </a:cubicBezTo>
                <a:cubicBezTo>
                  <a:pt x="40377" y="0"/>
                  <a:pt x="43474" y="371"/>
                  <a:pt x="46694" y="867"/>
                </a:cubicBezTo>
                <a:cubicBezTo>
                  <a:pt x="49791" y="1485"/>
                  <a:pt x="53011" y="2352"/>
                  <a:pt x="56479" y="3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4A9D3-69FB-491D-AA98-1E7C009C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2206" y="5127854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9A25C-A23F-4392-911D-406B0873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078" y="5125626"/>
            <a:ext cx="60071" cy="94081"/>
          </a:xfrm>
          <a:custGeom xmlns:a="http://schemas.openxmlformats.org/drawingml/2006/main">
            <a:pathLst>
              <a:path w="60071" h="94081">
                <a:moveTo>
                  <a:pt x="0" y="0"/>
                </a:moveTo>
                <a:lnTo>
                  <a:pt x="11148" y="0"/>
                </a:lnTo>
                <a:lnTo>
                  <a:pt x="11148" y="55582"/>
                </a:lnTo>
                <a:lnTo>
                  <a:pt x="44341" y="26367"/>
                </a:lnTo>
                <a:lnTo>
                  <a:pt x="58585" y="26367"/>
                </a:lnTo>
                <a:lnTo>
                  <a:pt x="22667" y="58058"/>
                </a:lnTo>
                <a:lnTo>
                  <a:pt x="60071" y="94081"/>
                </a:lnTo>
                <a:lnTo>
                  <a:pt x="45579" y="94081"/>
                </a:lnTo>
                <a:lnTo>
                  <a:pt x="11148" y="61029"/>
                </a:lnTo>
                <a:lnTo>
                  <a:pt x="11148" y="94081"/>
                </a:lnTo>
                <a:lnTo>
                  <a:pt x="0" y="940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A7D38-6614-4052-A5BC-2D15604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430" y="5125749"/>
            <a:ext cx="27745" cy="110173"/>
          </a:xfrm>
          <a:custGeom xmlns:a="http://schemas.openxmlformats.org/drawingml/2006/main">
            <a:pathLst>
              <a:path w="27745" h="110173">
                <a:moveTo>
                  <a:pt x="0" y="0"/>
                </a:moveTo>
                <a:lnTo>
                  <a:pt x="9661" y="0"/>
                </a:lnTo>
                <a:cubicBezTo>
                  <a:pt x="15607" y="9532"/>
                  <a:pt x="20189" y="18816"/>
                  <a:pt x="23162" y="27977"/>
                </a:cubicBezTo>
                <a:cubicBezTo>
                  <a:pt x="26135" y="37137"/>
                  <a:pt x="27745" y="46174"/>
                  <a:pt x="27745" y="55087"/>
                </a:cubicBezTo>
                <a:cubicBezTo>
                  <a:pt x="27745" y="64123"/>
                  <a:pt x="26135" y="73160"/>
                  <a:pt x="23162" y="82321"/>
                </a:cubicBezTo>
                <a:cubicBezTo>
                  <a:pt x="20189" y="91481"/>
                  <a:pt x="15607" y="100642"/>
                  <a:pt x="9661" y="110173"/>
                </a:cubicBezTo>
                <a:lnTo>
                  <a:pt x="0" y="110173"/>
                </a:lnTo>
                <a:cubicBezTo>
                  <a:pt x="5326" y="100889"/>
                  <a:pt x="9290" y="91852"/>
                  <a:pt x="12015" y="82692"/>
                </a:cubicBezTo>
                <a:cubicBezTo>
                  <a:pt x="14616" y="73655"/>
                  <a:pt x="15978" y="64495"/>
                  <a:pt x="15978" y="55087"/>
                </a:cubicBezTo>
                <a:cubicBezTo>
                  <a:pt x="15978" y="45802"/>
                  <a:pt x="14616" y="36642"/>
                  <a:pt x="12015" y="27605"/>
                </a:cubicBezTo>
                <a:cubicBezTo>
                  <a:pt x="9290" y="18569"/>
                  <a:pt x="5326" y="940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15028-85BE-4168-8D95-1421C05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8341" y="5119957"/>
            <a:ext cx="35837" cy="60162"/>
          </a:xfrm>
          <a:custGeom xmlns:a="http://schemas.openxmlformats.org/drawingml/2006/main">
            <a:pathLst>
              <a:path w="35837" h="60162">
                <a:moveTo>
                  <a:pt x="1156" y="53312"/>
                </a:moveTo>
                <a:lnTo>
                  <a:pt x="14449" y="53312"/>
                </a:lnTo>
                <a:lnTo>
                  <a:pt x="14449" y="7427"/>
                </a:lnTo>
                <a:lnTo>
                  <a:pt x="0" y="10316"/>
                </a:lnTo>
                <a:lnTo>
                  <a:pt x="0" y="2888"/>
                </a:lnTo>
                <a:lnTo>
                  <a:pt x="14368" y="0"/>
                </a:lnTo>
                <a:lnTo>
                  <a:pt x="22543" y="0"/>
                </a:lnTo>
                <a:lnTo>
                  <a:pt x="22543" y="53312"/>
                </a:lnTo>
                <a:lnTo>
                  <a:pt x="35837" y="53312"/>
                </a:lnTo>
                <a:lnTo>
                  <a:pt x="35837" y="60162"/>
                </a:lnTo>
                <a:lnTo>
                  <a:pt x="1156" y="60162"/>
                </a:lnTo>
                <a:lnTo>
                  <a:pt x="1156" y="533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3F39A-DB68-4080-B2E3-586A44C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6316" y="5133904"/>
            <a:ext cx="41865" cy="47288"/>
          </a:xfrm>
          <a:custGeom xmlns:a="http://schemas.openxmlformats.org/drawingml/2006/main">
            <a:pathLst>
              <a:path w="41865" h="47288">
                <a:moveTo>
                  <a:pt x="41865" y="21787"/>
                </a:moveTo>
                <a:lnTo>
                  <a:pt x="41865" y="25418"/>
                </a:lnTo>
                <a:lnTo>
                  <a:pt x="7762" y="25418"/>
                </a:lnTo>
                <a:cubicBezTo>
                  <a:pt x="8092" y="30535"/>
                  <a:pt x="9578" y="34496"/>
                  <a:pt x="12386" y="37137"/>
                </a:cubicBezTo>
                <a:cubicBezTo>
                  <a:pt x="15111" y="39778"/>
                  <a:pt x="18910" y="41098"/>
                  <a:pt x="23863" y="41098"/>
                </a:cubicBezTo>
                <a:cubicBezTo>
                  <a:pt x="26671" y="41098"/>
                  <a:pt x="29479" y="40768"/>
                  <a:pt x="32121" y="40108"/>
                </a:cubicBezTo>
                <a:cubicBezTo>
                  <a:pt x="34763" y="39448"/>
                  <a:pt x="37488" y="38375"/>
                  <a:pt x="40131" y="36890"/>
                </a:cubicBezTo>
                <a:lnTo>
                  <a:pt x="40131" y="43904"/>
                </a:lnTo>
                <a:cubicBezTo>
                  <a:pt x="37488" y="45060"/>
                  <a:pt x="34763" y="45968"/>
                  <a:pt x="31956" y="46463"/>
                </a:cubicBezTo>
                <a:cubicBezTo>
                  <a:pt x="29148" y="46958"/>
                  <a:pt x="26259" y="47288"/>
                  <a:pt x="23451" y="47288"/>
                </a:cubicBezTo>
                <a:cubicBezTo>
                  <a:pt x="16185" y="47288"/>
                  <a:pt x="10487" y="45225"/>
                  <a:pt x="6276" y="41098"/>
                </a:cubicBezTo>
                <a:cubicBezTo>
                  <a:pt x="2065" y="36972"/>
                  <a:pt x="0" y="31278"/>
                  <a:pt x="0" y="24098"/>
                </a:cubicBezTo>
                <a:cubicBezTo>
                  <a:pt x="0" y="16753"/>
                  <a:pt x="1982" y="10894"/>
                  <a:pt x="5945" y="6520"/>
                </a:cubicBezTo>
                <a:cubicBezTo>
                  <a:pt x="9909" y="2228"/>
                  <a:pt x="15359" y="0"/>
                  <a:pt x="22130" y="0"/>
                </a:cubicBezTo>
                <a:cubicBezTo>
                  <a:pt x="28240" y="0"/>
                  <a:pt x="33029" y="1981"/>
                  <a:pt x="36580" y="5859"/>
                </a:cubicBezTo>
                <a:cubicBezTo>
                  <a:pt x="40048" y="9821"/>
                  <a:pt x="41865" y="15102"/>
                  <a:pt x="41865" y="21787"/>
                </a:cubicBezTo>
                <a:close/>
                <a:moveTo>
                  <a:pt x="34433" y="19641"/>
                </a:moveTo>
                <a:cubicBezTo>
                  <a:pt x="34350" y="15598"/>
                  <a:pt x="33195" y="12379"/>
                  <a:pt x="31047" y="9903"/>
                </a:cubicBezTo>
                <a:cubicBezTo>
                  <a:pt x="28817" y="7510"/>
                  <a:pt x="25845" y="6272"/>
                  <a:pt x="22212" y="6272"/>
                </a:cubicBezTo>
                <a:cubicBezTo>
                  <a:pt x="18084" y="6272"/>
                  <a:pt x="14780" y="7510"/>
                  <a:pt x="12303" y="9821"/>
                </a:cubicBezTo>
                <a:cubicBezTo>
                  <a:pt x="9826" y="12131"/>
                  <a:pt x="8339" y="15433"/>
                  <a:pt x="8010" y="19641"/>
                </a:cubicBezTo>
                <a:lnTo>
                  <a:pt x="34433" y="196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BC63B-2004-4647-AD7A-DF6C4DA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915" y="5119957"/>
            <a:ext cx="38976" cy="61235"/>
          </a:xfrm>
          <a:custGeom xmlns:a="http://schemas.openxmlformats.org/drawingml/2006/main">
            <a:pathLst>
              <a:path w="38976" h="61235">
                <a:moveTo>
                  <a:pt x="2560" y="0"/>
                </a:moveTo>
                <a:lnTo>
                  <a:pt x="34517" y="0"/>
                </a:lnTo>
                <a:lnTo>
                  <a:pt x="34517" y="6850"/>
                </a:lnTo>
                <a:lnTo>
                  <a:pt x="9992" y="6850"/>
                </a:lnTo>
                <a:lnTo>
                  <a:pt x="9992" y="21622"/>
                </a:lnTo>
                <a:cubicBezTo>
                  <a:pt x="11148" y="21209"/>
                  <a:pt x="12386" y="20879"/>
                  <a:pt x="13543" y="20714"/>
                </a:cubicBezTo>
                <a:cubicBezTo>
                  <a:pt x="14699" y="20549"/>
                  <a:pt x="15937" y="20384"/>
                  <a:pt x="17093" y="20384"/>
                </a:cubicBezTo>
                <a:cubicBezTo>
                  <a:pt x="23781" y="20384"/>
                  <a:pt x="29067" y="22282"/>
                  <a:pt x="33030" y="25913"/>
                </a:cubicBezTo>
                <a:cubicBezTo>
                  <a:pt x="36994" y="29627"/>
                  <a:pt x="38976" y="34579"/>
                  <a:pt x="38976" y="40851"/>
                </a:cubicBezTo>
                <a:cubicBezTo>
                  <a:pt x="38976" y="47370"/>
                  <a:pt x="36911" y="52405"/>
                  <a:pt x="32864" y="55953"/>
                </a:cubicBezTo>
                <a:cubicBezTo>
                  <a:pt x="28819" y="59502"/>
                  <a:pt x="23121" y="61235"/>
                  <a:pt x="15854" y="61235"/>
                </a:cubicBezTo>
                <a:cubicBezTo>
                  <a:pt x="13295" y="61235"/>
                  <a:pt x="10735" y="60987"/>
                  <a:pt x="8093" y="60657"/>
                </a:cubicBezTo>
                <a:cubicBezTo>
                  <a:pt x="5450" y="60245"/>
                  <a:pt x="2808" y="59667"/>
                  <a:pt x="0" y="58759"/>
                </a:cubicBezTo>
                <a:lnTo>
                  <a:pt x="0" y="50589"/>
                </a:lnTo>
                <a:cubicBezTo>
                  <a:pt x="2396" y="51909"/>
                  <a:pt x="4873" y="52900"/>
                  <a:pt x="7515" y="53560"/>
                </a:cubicBezTo>
                <a:cubicBezTo>
                  <a:pt x="10075" y="54220"/>
                  <a:pt x="12800" y="54468"/>
                  <a:pt x="15690" y="54468"/>
                </a:cubicBezTo>
                <a:cubicBezTo>
                  <a:pt x="20313" y="54468"/>
                  <a:pt x="24029" y="53312"/>
                  <a:pt x="26754" y="50837"/>
                </a:cubicBezTo>
                <a:cubicBezTo>
                  <a:pt x="29396" y="48361"/>
                  <a:pt x="30801" y="45060"/>
                  <a:pt x="30801" y="40851"/>
                </a:cubicBezTo>
                <a:cubicBezTo>
                  <a:pt x="30801" y="36724"/>
                  <a:pt x="29396" y="33423"/>
                  <a:pt x="26754" y="30948"/>
                </a:cubicBezTo>
                <a:cubicBezTo>
                  <a:pt x="24029" y="28472"/>
                  <a:pt x="20313" y="27234"/>
                  <a:pt x="15690" y="27234"/>
                </a:cubicBezTo>
                <a:cubicBezTo>
                  <a:pt x="13543" y="27234"/>
                  <a:pt x="11314" y="27481"/>
                  <a:pt x="9166" y="27977"/>
                </a:cubicBezTo>
                <a:cubicBezTo>
                  <a:pt x="7019" y="28472"/>
                  <a:pt x="4790" y="29215"/>
                  <a:pt x="2560" y="30205"/>
                </a:cubicBezTo>
                <a:lnTo>
                  <a:pt x="256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4B2E2-5457-4313-A2A3-CDC4C86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4414317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DE1BA-1F35-4E83-ADDA-41345FD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4414317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F61A8-B3E1-4A6E-A4E9-0CBA691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4369466"/>
            <a:ext cx="57346" cy="91853"/>
          </a:xfrm>
          <a:custGeom xmlns:a="http://schemas.openxmlformats.org/drawingml/2006/main">
            <a:pathLst>
              <a:path w="57346" h="91853">
                <a:moveTo>
                  <a:pt x="14739" y="81578"/>
                </a:moveTo>
                <a:lnTo>
                  <a:pt x="57346" y="81578"/>
                </a:lnTo>
                <a:lnTo>
                  <a:pt x="57346" y="91853"/>
                </a:lnTo>
                <a:lnTo>
                  <a:pt x="0" y="91853"/>
                </a:lnTo>
                <a:lnTo>
                  <a:pt x="0" y="81578"/>
                </a:lnTo>
                <a:cubicBezTo>
                  <a:pt x="4583" y="76874"/>
                  <a:pt x="10900" y="70437"/>
                  <a:pt x="18951" y="62267"/>
                </a:cubicBezTo>
                <a:cubicBezTo>
                  <a:pt x="26878" y="54220"/>
                  <a:pt x="31955" y="49021"/>
                  <a:pt x="34060" y="46669"/>
                </a:cubicBezTo>
                <a:cubicBezTo>
                  <a:pt x="38024" y="42336"/>
                  <a:pt x="40749" y="38623"/>
                  <a:pt x="42235" y="35528"/>
                </a:cubicBezTo>
                <a:cubicBezTo>
                  <a:pt x="43722" y="32557"/>
                  <a:pt x="44589" y="29462"/>
                  <a:pt x="44589" y="26491"/>
                </a:cubicBezTo>
                <a:cubicBezTo>
                  <a:pt x="44589" y="21787"/>
                  <a:pt x="42854" y="17826"/>
                  <a:pt x="39510" y="14855"/>
                </a:cubicBezTo>
                <a:cubicBezTo>
                  <a:pt x="36166" y="11884"/>
                  <a:pt x="31831" y="10275"/>
                  <a:pt x="26382" y="10275"/>
                </a:cubicBezTo>
                <a:cubicBezTo>
                  <a:pt x="22543" y="10275"/>
                  <a:pt x="18455" y="11017"/>
                  <a:pt x="14244" y="12255"/>
                </a:cubicBezTo>
                <a:cubicBezTo>
                  <a:pt x="10033" y="13617"/>
                  <a:pt x="5450" y="15598"/>
                  <a:pt x="619" y="18321"/>
                </a:cubicBezTo>
                <a:lnTo>
                  <a:pt x="619" y="5942"/>
                </a:lnTo>
                <a:cubicBezTo>
                  <a:pt x="5574" y="3961"/>
                  <a:pt x="10157" y="2476"/>
                  <a:pt x="14368" y="1486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3" y="0"/>
                  <a:pt x="42854" y="2352"/>
                  <a:pt x="48428" y="7056"/>
                </a:cubicBezTo>
                <a:cubicBezTo>
                  <a:pt x="54002" y="11760"/>
                  <a:pt x="56851" y="17950"/>
                  <a:pt x="56851" y="25748"/>
                </a:cubicBezTo>
                <a:cubicBezTo>
                  <a:pt x="56851" y="29462"/>
                  <a:pt x="56108" y="33052"/>
                  <a:pt x="54745" y="36271"/>
                </a:cubicBezTo>
                <a:cubicBezTo>
                  <a:pt x="53383" y="39613"/>
                  <a:pt x="50905" y="43574"/>
                  <a:pt x="47190" y="48031"/>
                </a:cubicBezTo>
                <a:cubicBezTo>
                  <a:pt x="46199" y="49269"/>
                  <a:pt x="42978" y="52611"/>
                  <a:pt x="37528" y="58182"/>
                </a:cubicBezTo>
                <a:cubicBezTo>
                  <a:pt x="32079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5D082-E68B-44AC-B49E-A55AF67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4445969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442E3-6BD4-485E-A881-B9C1E9E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910" y="4369466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6"/>
                </a:moveTo>
                <a:cubicBezTo>
                  <a:pt x="24896" y="9656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3"/>
                </a:cubicBezTo>
                <a:cubicBezTo>
                  <a:pt x="12262" y="59172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2"/>
                  <a:pt x="50164" y="46793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6"/>
                  <a:pt x="31213" y="9656"/>
                </a:cubicBezTo>
                <a:close/>
                <a:moveTo>
                  <a:pt x="31213" y="0"/>
                </a:moveTo>
                <a:cubicBezTo>
                  <a:pt x="41246" y="0"/>
                  <a:pt x="48925" y="4085"/>
                  <a:pt x="54375" y="12008"/>
                </a:cubicBezTo>
                <a:cubicBezTo>
                  <a:pt x="59701" y="20054"/>
                  <a:pt x="62426" y="31690"/>
                  <a:pt x="62426" y="46793"/>
                </a:cubicBezTo>
                <a:cubicBezTo>
                  <a:pt x="62426" y="62019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7" y="12008"/>
                </a:cubicBezTo>
                <a:cubicBezTo>
                  <a:pt x="13253" y="4085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F3327-EA57-4789-9782-E3D31E8D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686" y="4369466"/>
            <a:ext cx="62425" cy="93462"/>
          </a:xfrm>
          <a:custGeom xmlns:a="http://schemas.openxmlformats.org/drawingml/2006/main">
            <a:pathLst>
              <a:path w="62425" h="93462">
                <a:moveTo>
                  <a:pt x="31212" y="9656"/>
                </a:moveTo>
                <a:cubicBezTo>
                  <a:pt x="24895" y="9656"/>
                  <a:pt x="20188" y="12750"/>
                  <a:pt x="16967" y="18940"/>
                </a:cubicBezTo>
                <a:cubicBezTo>
                  <a:pt x="13747" y="25129"/>
                  <a:pt x="12261" y="34414"/>
                  <a:pt x="12261" y="46793"/>
                </a:cubicBezTo>
                <a:cubicBezTo>
                  <a:pt x="12261" y="59172"/>
                  <a:pt x="13747" y="68456"/>
                  <a:pt x="16967" y="74646"/>
                </a:cubicBezTo>
                <a:cubicBezTo>
                  <a:pt x="20188" y="80835"/>
                  <a:pt x="24895" y="83930"/>
                  <a:pt x="31212" y="83930"/>
                </a:cubicBezTo>
                <a:cubicBezTo>
                  <a:pt x="37528" y="83930"/>
                  <a:pt x="42235" y="80835"/>
                  <a:pt x="45456" y="74646"/>
                </a:cubicBezTo>
                <a:cubicBezTo>
                  <a:pt x="48552" y="68456"/>
                  <a:pt x="50162" y="59172"/>
                  <a:pt x="50162" y="46793"/>
                </a:cubicBezTo>
                <a:cubicBezTo>
                  <a:pt x="50162" y="34414"/>
                  <a:pt x="48552" y="25129"/>
                  <a:pt x="45456" y="18940"/>
                </a:cubicBezTo>
                <a:cubicBezTo>
                  <a:pt x="42235" y="12750"/>
                  <a:pt x="37528" y="9656"/>
                  <a:pt x="31212" y="9656"/>
                </a:cubicBezTo>
                <a:close/>
                <a:moveTo>
                  <a:pt x="31212" y="0"/>
                </a:moveTo>
                <a:cubicBezTo>
                  <a:pt x="41244" y="0"/>
                  <a:pt x="48924" y="4085"/>
                  <a:pt x="54374" y="12008"/>
                </a:cubicBezTo>
                <a:cubicBezTo>
                  <a:pt x="59700" y="20054"/>
                  <a:pt x="62425" y="31690"/>
                  <a:pt x="62425" y="46793"/>
                </a:cubicBezTo>
                <a:cubicBezTo>
                  <a:pt x="62425" y="62019"/>
                  <a:pt x="59700" y="73655"/>
                  <a:pt x="54374" y="81578"/>
                </a:cubicBezTo>
                <a:cubicBezTo>
                  <a:pt x="48924" y="89500"/>
                  <a:pt x="41244" y="93462"/>
                  <a:pt x="31088" y="93462"/>
                </a:cubicBezTo>
                <a:cubicBezTo>
                  <a:pt x="20931" y="93462"/>
                  <a:pt x="13252" y="89500"/>
                  <a:pt x="7926" y="81578"/>
                </a:cubicBezTo>
                <a:cubicBezTo>
                  <a:pt x="2601" y="73655"/>
                  <a:pt x="0" y="62019"/>
                  <a:pt x="0" y="46793"/>
                </a:cubicBezTo>
                <a:cubicBezTo>
                  <a:pt x="0" y="31690"/>
                  <a:pt x="2601" y="20054"/>
                  <a:pt x="7926" y="12008"/>
                </a:cubicBezTo>
                <a:cubicBezTo>
                  <a:pt x="13252" y="4085"/>
                  <a:pt x="21055" y="0"/>
                  <a:pt x="3121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89173-5877-4D66-A29B-D8493D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3698870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3CADC-121E-458C-8285-0DA144C8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3698870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8045F-35B4-436C-8360-FCA7EF76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3654020"/>
            <a:ext cx="57346" cy="91852"/>
          </a:xfrm>
          <a:custGeom xmlns:a="http://schemas.openxmlformats.org/drawingml/2006/main">
            <a:pathLst>
              <a:path w="57346" h="91852">
                <a:moveTo>
                  <a:pt x="14739" y="81578"/>
                </a:moveTo>
                <a:lnTo>
                  <a:pt x="57346" y="81578"/>
                </a:lnTo>
                <a:lnTo>
                  <a:pt x="57346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6"/>
                  <a:pt x="18951" y="62266"/>
                </a:cubicBezTo>
                <a:cubicBezTo>
                  <a:pt x="26878" y="54220"/>
                  <a:pt x="31955" y="49020"/>
                  <a:pt x="34060" y="46669"/>
                </a:cubicBezTo>
                <a:cubicBezTo>
                  <a:pt x="38024" y="42336"/>
                  <a:pt x="40749" y="38622"/>
                  <a:pt x="42235" y="35527"/>
                </a:cubicBezTo>
                <a:cubicBezTo>
                  <a:pt x="43722" y="32557"/>
                  <a:pt x="44589" y="29462"/>
                  <a:pt x="44589" y="26491"/>
                </a:cubicBezTo>
                <a:cubicBezTo>
                  <a:pt x="44589" y="21787"/>
                  <a:pt x="42854" y="17825"/>
                  <a:pt x="39510" y="14854"/>
                </a:cubicBezTo>
                <a:cubicBezTo>
                  <a:pt x="36166" y="11883"/>
                  <a:pt x="31831" y="10274"/>
                  <a:pt x="26382" y="10274"/>
                </a:cubicBezTo>
                <a:cubicBezTo>
                  <a:pt x="22543" y="10274"/>
                  <a:pt x="18455" y="11018"/>
                  <a:pt x="14244" y="12255"/>
                </a:cubicBezTo>
                <a:cubicBezTo>
                  <a:pt x="10033" y="13617"/>
                  <a:pt x="5450" y="15597"/>
                  <a:pt x="619" y="18321"/>
                </a:cubicBezTo>
                <a:lnTo>
                  <a:pt x="619" y="5942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3" y="0"/>
                  <a:pt x="42854" y="2352"/>
                  <a:pt x="48428" y="7056"/>
                </a:cubicBezTo>
                <a:cubicBezTo>
                  <a:pt x="54002" y="11759"/>
                  <a:pt x="56851" y="17949"/>
                  <a:pt x="56851" y="25748"/>
                </a:cubicBezTo>
                <a:cubicBezTo>
                  <a:pt x="56851" y="29462"/>
                  <a:pt x="56108" y="33051"/>
                  <a:pt x="54745" y="36270"/>
                </a:cubicBezTo>
                <a:cubicBezTo>
                  <a:pt x="53383" y="39613"/>
                  <a:pt x="50905" y="43573"/>
                  <a:pt x="47190" y="48031"/>
                </a:cubicBezTo>
                <a:cubicBezTo>
                  <a:pt x="46199" y="49268"/>
                  <a:pt x="42978" y="52611"/>
                  <a:pt x="37528" y="58182"/>
                </a:cubicBezTo>
                <a:cubicBezTo>
                  <a:pt x="32079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66D4E-7400-4740-8EEF-F1AF3F9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3730522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6A2E6-9BAF-4BBA-A142-B70AD193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910" y="3654020"/>
            <a:ext cx="62426" cy="93462"/>
          </a:xfrm>
          <a:custGeom xmlns:a="http://schemas.openxmlformats.org/drawingml/2006/main">
            <a:pathLst>
              <a:path w="62426" h="93462">
                <a:moveTo>
                  <a:pt x="31213" y="9655"/>
                </a:moveTo>
                <a:cubicBezTo>
                  <a:pt x="24896" y="9655"/>
                  <a:pt x="20189" y="12750"/>
                  <a:pt x="16969" y="18940"/>
                </a:cubicBezTo>
                <a:cubicBezTo>
                  <a:pt x="13749" y="25129"/>
                  <a:pt x="12262" y="34414"/>
                  <a:pt x="12262" y="46792"/>
                </a:cubicBezTo>
                <a:cubicBezTo>
                  <a:pt x="12262" y="59171"/>
                  <a:pt x="13749" y="68456"/>
                  <a:pt x="16969" y="74646"/>
                </a:cubicBezTo>
                <a:cubicBezTo>
                  <a:pt x="20189" y="80835"/>
                  <a:pt x="24896" y="83930"/>
                  <a:pt x="31213" y="83930"/>
                </a:cubicBezTo>
                <a:cubicBezTo>
                  <a:pt x="37530" y="83930"/>
                  <a:pt x="42237" y="80835"/>
                  <a:pt x="45457" y="74646"/>
                </a:cubicBezTo>
                <a:cubicBezTo>
                  <a:pt x="48554" y="68456"/>
                  <a:pt x="50164" y="59171"/>
                  <a:pt x="50164" y="46792"/>
                </a:cubicBezTo>
                <a:cubicBezTo>
                  <a:pt x="50164" y="34414"/>
                  <a:pt x="48554" y="25129"/>
                  <a:pt x="45457" y="18940"/>
                </a:cubicBezTo>
                <a:cubicBezTo>
                  <a:pt x="42237" y="12750"/>
                  <a:pt x="37530" y="9655"/>
                  <a:pt x="31213" y="9655"/>
                </a:cubicBezTo>
                <a:close/>
                <a:moveTo>
                  <a:pt x="31213" y="0"/>
                </a:moveTo>
                <a:cubicBezTo>
                  <a:pt x="41246" y="0"/>
                  <a:pt x="48925" y="4084"/>
                  <a:pt x="54375" y="12007"/>
                </a:cubicBezTo>
                <a:cubicBezTo>
                  <a:pt x="59701" y="20053"/>
                  <a:pt x="62426" y="31690"/>
                  <a:pt x="62426" y="46792"/>
                </a:cubicBezTo>
                <a:cubicBezTo>
                  <a:pt x="62426" y="62018"/>
                  <a:pt x="59701" y="73655"/>
                  <a:pt x="54375" y="81578"/>
                </a:cubicBezTo>
                <a:cubicBezTo>
                  <a:pt x="48925" y="89500"/>
                  <a:pt x="41246" y="93462"/>
                  <a:pt x="31089" y="93462"/>
                </a:cubicBezTo>
                <a:cubicBezTo>
                  <a:pt x="20933" y="93462"/>
                  <a:pt x="13253" y="89500"/>
                  <a:pt x="7927" y="81578"/>
                </a:cubicBezTo>
                <a:cubicBezTo>
                  <a:pt x="2601" y="73655"/>
                  <a:pt x="0" y="62018"/>
                  <a:pt x="0" y="46792"/>
                </a:cubicBezTo>
                <a:cubicBezTo>
                  <a:pt x="0" y="31690"/>
                  <a:pt x="2601" y="20053"/>
                  <a:pt x="7927" y="12007"/>
                </a:cubicBezTo>
                <a:cubicBezTo>
                  <a:pt x="13253" y="4084"/>
                  <a:pt x="21056" y="0"/>
                  <a:pt x="312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8F99B-682F-4D11-A6D4-EB371EF3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049" y="3655628"/>
            <a:ext cx="58461" cy="91853"/>
          </a:xfrm>
          <a:custGeom xmlns:a="http://schemas.openxmlformats.org/drawingml/2006/main">
            <a:pathLst>
              <a:path w="58461" h="91853">
                <a:moveTo>
                  <a:pt x="3840" y="0"/>
                </a:moveTo>
                <a:lnTo>
                  <a:pt x="51772" y="0"/>
                </a:lnTo>
                <a:lnTo>
                  <a:pt x="51772" y="10274"/>
                </a:lnTo>
                <a:lnTo>
                  <a:pt x="14986" y="10274"/>
                </a:lnTo>
                <a:lnTo>
                  <a:pt x="14986" y="32434"/>
                </a:lnTo>
                <a:cubicBezTo>
                  <a:pt x="16720" y="31814"/>
                  <a:pt x="18578" y="31319"/>
                  <a:pt x="20312" y="31071"/>
                </a:cubicBezTo>
                <a:cubicBezTo>
                  <a:pt x="22046" y="30825"/>
                  <a:pt x="23904" y="30577"/>
                  <a:pt x="25638" y="30577"/>
                </a:cubicBezTo>
                <a:cubicBezTo>
                  <a:pt x="35671" y="30577"/>
                  <a:pt x="43598" y="33424"/>
                  <a:pt x="49543" y="38871"/>
                </a:cubicBezTo>
                <a:cubicBezTo>
                  <a:pt x="55488" y="44441"/>
                  <a:pt x="58461" y="51869"/>
                  <a:pt x="58461" y="61277"/>
                </a:cubicBezTo>
                <a:cubicBezTo>
                  <a:pt x="58461" y="71056"/>
                  <a:pt x="55364" y="78607"/>
                  <a:pt x="49295" y="83930"/>
                </a:cubicBezTo>
                <a:cubicBezTo>
                  <a:pt x="43226" y="89253"/>
                  <a:pt x="34680" y="91853"/>
                  <a:pt x="23780" y="91853"/>
                </a:cubicBezTo>
                <a:cubicBezTo>
                  <a:pt x="19940" y="91853"/>
                  <a:pt x="16100" y="91482"/>
                  <a:pt x="12137" y="90986"/>
                </a:cubicBezTo>
                <a:cubicBezTo>
                  <a:pt x="8173" y="90367"/>
                  <a:pt x="4211" y="89501"/>
                  <a:pt x="0" y="88139"/>
                </a:cubicBezTo>
                <a:lnTo>
                  <a:pt x="0" y="75885"/>
                </a:lnTo>
                <a:cubicBezTo>
                  <a:pt x="3592" y="77865"/>
                  <a:pt x="7306" y="79350"/>
                  <a:pt x="11270" y="80340"/>
                </a:cubicBezTo>
                <a:cubicBezTo>
                  <a:pt x="15110" y="81331"/>
                  <a:pt x="19197" y="81702"/>
                  <a:pt x="23532" y="81702"/>
                </a:cubicBezTo>
                <a:cubicBezTo>
                  <a:pt x="30468" y="81702"/>
                  <a:pt x="36042" y="79969"/>
                  <a:pt x="40130" y="76255"/>
                </a:cubicBezTo>
                <a:cubicBezTo>
                  <a:pt x="44093" y="72542"/>
                  <a:pt x="46199" y="67590"/>
                  <a:pt x="46199" y="61277"/>
                </a:cubicBezTo>
                <a:cubicBezTo>
                  <a:pt x="46199" y="55087"/>
                  <a:pt x="44093" y="50135"/>
                  <a:pt x="40130" y="46422"/>
                </a:cubicBezTo>
                <a:cubicBezTo>
                  <a:pt x="36042" y="42708"/>
                  <a:pt x="30468" y="40852"/>
                  <a:pt x="23532" y="40852"/>
                </a:cubicBezTo>
                <a:cubicBezTo>
                  <a:pt x="20312" y="40852"/>
                  <a:pt x="16967" y="41223"/>
                  <a:pt x="13747" y="41965"/>
                </a:cubicBezTo>
                <a:cubicBezTo>
                  <a:pt x="10527" y="42708"/>
                  <a:pt x="7182" y="43823"/>
                  <a:pt x="3840" y="45308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22B78-53B4-4D09-9C34-0C229C0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2983423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1DE7F-808C-42EA-94C3-8FCAE332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2983423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E0184-717F-451B-8EB9-0595B9B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2938573"/>
            <a:ext cx="57346" cy="91852"/>
          </a:xfrm>
          <a:custGeom xmlns:a="http://schemas.openxmlformats.org/drawingml/2006/main">
            <a:pathLst>
              <a:path w="57346" h="91852">
                <a:moveTo>
                  <a:pt x="14739" y="81578"/>
                </a:moveTo>
                <a:lnTo>
                  <a:pt x="57346" y="81578"/>
                </a:lnTo>
                <a:lnTo>
                  <a:pt x="57346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3"/>
                  <a:pt x="10900" y="70436"/>
                  <a:pt x="18951" y="62266"/>
                </a:cubicBezTo>
                <a:cubicBezTo>
                  <a:pt x="26878" y="54220"/>
                  <a:pt x="31955" y="49020"/>
                  <a:pt x="34060" y="46669"/>
                </a:cubicBezTo>
                <a:cubicBezTo>
                  <a:pt x="38024" y="42336"/>
                  <a:pt x="40749" y="38622"/>
                  <a:pt x="42235" y="35527"/>
                </a:cubicBezTo>
                <a:cubicBezTo>
                  <a:pt x="43722" y="32556"/>
                  <a:pt x="44589" y="29461"/>
                  <a:pt x="44589" y="26491"/>
                </a:cubicBezTo>
                <a:cubicBezTo>
                  <a:pt x="44589" y="21786"/>
                  <a:pt x="42854" y="17825"/>
                  <a:pt x="39510" y="14854"/>
                </a:cubicBezTo>
                <a:cubicBezTo>
                  <a:pt x="36166" y="11883"/>
                  <a:pt x="31831" y="10274"/>
                  <a:pt x="26382" y="10274"/>
                </a:cubicBezTo>
                <a:cubicBezTo>
                  <a:pt x="22543" y="10274"/>
                  <a:pt x="18455" y="11016"/>
                  <a:pt x="14244" y="12255"/>
                </a:cubicBezTo>
                <a:cubicBezTo>
                  <a:pt x="10033" y="13616"/>
                  <a:pt x="5450" y="15597"/>
                  <a:pt x="619" y="18321"/>
                </a:cubicBezTo>
                <a:lnTo>
                  <a:pt x="619" y="5941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4"/>
                  <a:pt x="22543" y="0"/>
                  <a:pt x="26135" y="0"/>
                </a:cubicBezTo>
                <a:cubicBezTo>
                  <a:pt x="35423" y="0"/>
                  <a:pt x="42854" y="2352"/>
                  <a:pt x="48428" y="7056"/>
                </a:cubicBezTo>
                <a:cubicBezTo>
                  <a:pt x="54002" y="11759"/>
                  <a:pt x="56851" y="17949"/>
                  <a:pt x="56851" y="25748"/>
                </a:cubicBezTo>
                <a:cubicBezTo>
                  <a:pt x="56851" y="29461"/>
                  <a:pt x="56108" y="33051"/>
                  <a:pt x="54745" y="36270"/>
                </a:cubicBezTo>
                <a:cubicBezTo>
                  <a:pt x="53383" y="39613"/>
                  <a:pt x="50905" y="43573"/>
                  <a:pt x="47190" y="48029"/>
                </a:cubicBezTo>
                <a:cubicBezTo>
                  <a:pt x="46199" y="49268"/>
                  <a:pt x="42978" y="52611"/>
                  <a:pt x="37528" y="58182"/>
                </a:cubicBezTo>
                <a:cubicBezTo>
                  <a:pt x="32079" y="63751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05888-7A30-4423-83AC-07BFDB6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3015075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6CA24-3F32-489C-9EA0-EC10C534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360" y="2940181"/>
            <a:ext cx="53756" cy="90243"/>
          </a:xfrm>
          <a:custGeom xmlns:a="http://schemas.openxmlformats.org/drawingml/2006/main">
            <a:pathLst>
              <a:path w="53756" h="90243">
                <a:moveTo>
                  <a:pt x="1734" y="79969"/>
                </a:moveTo>
                <a:lnTo>
                  <a:pt x="21676" y="79969"/>
                </a:lnTo>
                <a:lnTo>
                  <a:pt x="21676" y="11141"/>
                </a:lnTo>
                <a:lnTo>
                  <a:pt x="0" y="15474"/>
                </a:lnTo>
                <a:lnTo>
                  <a:pt x="0" y="4332"/>
                </a:lnTo>
                <a:lnTo>
                  <a:pt x="21552" y="0"/>
                </a:lnTo>
                <a:lnTo>
                  <a:pt x="33814" y="0"/>
                </a:lnTo>
                <a:lnTo>
                  <a:pt x="33814" y="79969"/>
                </a:lnTo>
                <a:lnTo>
                  <a:pt x="53756" y="79969"/>
                </a:lnTo>
                <a:lnTo>
                  <a:pt x="53756" y="90243"/>
                </a:lnTo>
                <a:lnTo>
                  <a:pt x="1734" y="90243"/>
                </a:lnTo>
                <a:lnTo>
                  <a:pt x="1734" y="79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D0305-4829-4C9A-8B07-08E220C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686" y="2938573"/>
            <a:ext cx="62425" cy="93461"/>
          </a:xfrm>
          <a:custGeom xmlns:a="http://schemas.openxmlformats.org/drawingml/2006/main">
            <a:pathLst>
              <a:path w="62425" h="93461">
                <a:moveTo>
                  <a:pt x="31212" y="9655"/>
                </a:moveTo>
                <a:cubicBezTo>
                  <a:pt x="24895" y="9655"/>
                  <a:pt x="20188" y="12750"/>
                  <a:pt x="16967" y="18939"/>
                </a:cubicBezTo>
                <a:cubicBezTo>
                  <a:pt x="13747" y="25129"/>
                  <a:pt x="12261" y="34414"/>
                  <a:pt x="12261" y="46792"/>
                </a:cubicBezTo>
                <a:cubicBezTo>
                  <a:pt x="12261" y="59171"/>
                  <a:pt x="13747" y="68456"/>
                  <a:pt x="16967" y="74645"/>
                </a:cubicBezTo>
                <a:cubicBezTo>
                  <a:pt x="20188" y="80835"/>
                  <a:pt x="24895" y="83930"/>
                  <a:pt x="31212" y="83930"/>
                </a:cubicBezTo>
                <a:cubicBezTo>
                  <a:pt x="37528" y="83930"/>
                  <a:pt x="42235" y="80835"/>
                  <a:pt x="45456" y="74645"/>
                </a:cubicBezTo>
                <a:cubicBezTo>
                  <a:pt x="48552" y="68456"/>
                  <a:pt x="50162" y="59171"/>
                  <a:pt x="50162" y="46792"/>
                </a:cubicBezTo>
                <a:cubicBezTo>
                  <a:pt x="50162" y="34414"/>
                  <a:pt x="48552" y="25129"/>
                  <a:pt x="45456" y="18939"/>
                </a:cubicBezTo>
                <a:cubicBezTo>
                  <a:pt x="42235" y="12750"/>
                  <a:pt x="37528" y="9655"/>
                  <a:pt x="31212" y="9655"/>
                </a:cubicBezTo>
                <a:close/>
                <a:moveTo>
                  <a:pt x="31212" y="0"/>
                </a:moveTo>
                <a:cubicBezTo>
                  <a:pt x="41244" y="0"/>
                  <a:pt x="48924" y="4084"/>
                  <a:pt x="54374" y="12007"/>
                </a:cubicBezTo>
                <a:cubicBezTo>
                  <a:pt x="59700" y="20053"/>
                  <a:pt x="62425" y="31690"/>
                  <a:pt x="62425" y="46792"/>
                </a:cubicBezTo>
                <a:cubicBezTo>
                  <a:pt x="62425" y="62018"/>
                  <a:pt x="59700" y="73655"/>
                  <a:pt x="54374" y="81578"/>
                </a:cubicBezTo>
                <a:cubicBezTo>
                  <a:pt x="48924" y="89500"/>
                  <a:pt x="41244" y="93461"/>
                  <a:pt x="31088" y="93461"/>
                </a:cubicBezTo>
                <a:cubicBezTo>
                  <a:pt x="20931" y="93461"/>
                  <a:pt x="13252" y="89500"/>
                  <a:pt x="7926" y="81578"/>
                </a:cubicBezTo>
                <a:cubicBezTo>
                  <a:pt x="2601" y="73655"/>
                  <a:pt x="0" y="62018"/>
                  <a:pt x="0" y="46792"/>
                </a:cubicBezTo>
                <a:cubicBezTo>
                  <a:pt x="0" y="31690"/>
                  <a:pt x="2601" y="20053"/>
                  <a:pt x="7926" y="12007"/>
                </a:cubicBezTo>
                <a:cubicBezTo>
                  <a:pt x="13252" y="4084"/>
                  <a:pt x="21055" y="0"/>
                  <a:pt x="3121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01DCE-9EA1-48BD-ADA6-A983B024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2267976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C935A-4181-4B33-BB1F-0244BB6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2267976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C1F1A-9A49-42C0-8328-277AA15B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2223125"/>
            <a:ext cx="57346" cy="91854"/>
          </a:xfrm>
          <a:custGeom xmlns:a="http://schemas.openxmlformats.org/drawingml/2006/main">
            <a:pathLst>
              <a:path w="57346" h="91854">
                <a:moveTo>
                  <a:pt x="14739" y="81578"/>
                </a:moveTo>
                <a:lnTo>
                  <a:pt x="57346" y="81578"/>
                </a:lnTo>
                <a:lnTo>
                  <a:pt x="57346" y="91854"/>
                </a:lnTo>
                <a:lnTo>
                  <a:pt x="0" y="91854"/>
                </a:lnTo>
                <a:lnTo>
                  <a:pt x="0" y="81578"/>
                </a:lnTo>
                <a:cubicBezTo>
                  <a:pt x="4583" y="76874"/>
                  <a:pt x="10900" y="70438"/>
                  <a:pt x="18951" y="62267"/>
                </a:cubicBezTo>
                <a:cubicBezTo>
                  <a:pt x="26878" y="54221"/>
                  <a:pt x="31955" y="49022"/>
                  <a:pt x="34060" y="46670"/>
                </a:cubicBezTo>
                <a:cubicBezTo>
                  <a:pt x="38024" y="42336"/>
                  <a:pt x="40749" y="38624"/>
                  <a:pt x="42235" y="35529"/>
                </a:cubicBezTo>
                <a:cubicBezTo>
                  <a:pt x="43722" y="32557"/>
                  <a:pt x="44589" y="29462"/>
                  <a:pt x="44589" y="26491"/>
                </a:cubicBezTo>
                <a:cubicBezTo>
                  <a:pt x="44589" y="21787"/>
                  <a:pt x="42854" y="17827"/>
                  <a:pt x="39510" y="14856"/>
                </a:cubicBezTo>
                <a:cubicBezTo>
                  <a:pt x="36166" y="11885"/>
                  <a:pt x="31831" y="10274"/>
                  <a:pt x="26382" y="10274"/>
                </a:cubicBezTo>
                <a:cubicBezTo>
                  <a:pt x="22543" y="10274"/>
                  <a:pt x="18455" y="11018"/>
                  <a:pt x="14244" y="12256"/>
                </a:cubicBezTo>
                <a:cubicBezTo>
                  <a:pt x="10033" y="13617"/>
                  <a:pt x="5450" y="15597"/>
                  <a:pt x="619" y="18321"/>
                </a:cubicBezTo>
                <a:lnTo>
                  <a:pt x="619" y="5942"/>
                </a:lnTo>
                <a:cubicBezTo>
                  <a:pt x="5574" y="3962"/>
                  <a:pt x="10157" y="2476"/>
                  <a:pt x="14368" y="1486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3" y="0"/>
                  <a:pt x="42854" y="2352"/>
                  <a:pt x="48428" y="7057"/>
                </a:cubicBezTo>
                <a:cubicBezTo>
                  <a:pt x="54002" y="11761"/>
                  <a:pt x="56851" y="17951"/>
                  <a:pt x="56851" y="25750"/>
                </a:cubicBezTo>
                <a:cubicBezTo>
                  <a:pt x="56851" y="29462"/>
                  <a:pt x="56108" y="33053"/>
                  <a:pt x="54745" y="36272"/>
                </a:cubicBezTo>
                <a:cubicBezTo>
                  <a:pt x="53383" y="39613"/>
                  <a:pt x="50905" y="43575"/>
                  <a:pt x="47190" y="48031"/>
                </a:cubicBezTo>
                <a:cubicBezTo>
                  <a:pt x="46199" y="49270"/>
                  <a:pt x="42978" y="52611"/>
                  <a:pt x="37528" y="58182"/>
                </a:cubicBezTo>
                <a:cubicBezTo>
                  <a:pt x="32079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9B1B1-BF53-4880-8934-A05C81E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2299628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04F67-6578-4413-95C6-E67BDA3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360" y="2224735"/>
            <a:ext cx="53756" cy="90243"/>
          </a:xfrm>
          <a:custGeom xmlns:a="http://schemas.openxmlformats.org/drawingml/2006/main">
            <a:pathLst>
              <a:path w="53756" h="90243">
                <a:moveTo>
                  <a:pt x="1734" y="79968"/>
                </a:moveTo>
                <a:lnTo>
                  <a:pt x="21676" y="79968"/>
                </a:lnTo>
                <a:lnTo>
                  <a:pt x="21676" y="11141"/>
                </a:lnTo>
                <a:lnTo>
                  <a:pt x="0" y="15474"/>
                </a:lnTo>
                <a:lnTo>
                  <a:pt x="0" y="4332"/>
                </a:lnTo>
                <a:lnTo>
                  <a:pt x="21552" y="0"/>
                </a:lnTo>
                <a:lnTo>
                  <a:pt x="33814" y="0"/>
                </a:lnTo>
                <a:lnTo>
                  <a:pt x="33814" y="79968"/>
                </a:lnTo>
                <a:lnTo>
                  <a:pt x="53756" y="79968"/>
                </a:lnTo>
                <a:lnTo>
                  <a:pt x="53756" y="90243"/>
                </a:lnTo>
                <a:lnTo>
                  <a:pt x="1734" y="90243"/>
                </a:lnTo>
                <a:lnTo>
                  <a:pt x="1734" y="79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4F271-5ADC-401F-8D54-CA60E705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049" y="2224735"/>
            <a:ext cx="58461" cy="91852"/>
          </a:xfrm>
          <a:custGeom xmlns:a="http://schemas.openxmlformats.org/drawingml/2006/main">
            <a:pathLst>
              <a:path w="58461" h="91852">
                <a:moveTo>
                  <a:pt x="3840" y="0"/>
                </a:moveTo>
                <a:lnTo>
                  <a:pt x="51772" y="0"/>
                </a:lnTo>
                <a:lnTo>
                  <a:pt x="51772" y="10274"/>
                </a:lnTo>
                <a:lnTo>
                  <a:pt x="14986" y="10274"/>
                </a:lnTo>
                <a:lnTo>
                  <a:pt x="14986" y="32432"/>
                </a:lnTo>
                <a:cubicBezTo>
                  <a:pt x="16720" y="31814"/>
                  <a:pt x="18578" y="31319"/>
                  <a:pt x="20312" y="31071"/>
                </a:cubicBezTo>
                <a:cubicBezTo>
                  <a:pt x="22046" y="30823"/>
                  <a:pt x="23904" y="30576"/>
                  <a:pt x="25638" y="30576"/>
                </a:cubicBezTo>
                <a:cubicBezTo>
                  <a:pt x="35671" y="30576"/>
                  <a:pt x="43598" y="33423"/>
                  <a:pt x="49543" y="38870"/>
                </a:cubicBezTo>
                <a:cubicBezTo>
                  <a:pt x="55488" y="44441"/>
                  <a:pt x="58461" y="51868"/>
                  <a:pt x="58461" y="61277"/>
                </a:cubicBezTo>
                <a:cubicBezTo>
                  <a:pt x="58461" y="71056"/>
                  <a:pt x="55364" y="78607"/>
                  <a:pt x="49295" y="83930"/>
                </a:cubicBezTo>
                <a:cubicBezTo>
                  <a:pt x="43226" y="89253"/>
                  <a:pt x="34680" y="91852"/>
                  <a:pt x="23780" y="91852"/>
                </a:cubicBezTo>
                <a:cubicBezTo>
                  <a:pt x="19940" y="91852"/>
                  <a:pt x="16100" y="91481"/>
                  <a:pt x="12137" y="90985"/>
                </a:cubicBezTo>
                <a:cubicBezTo>
                  <a:pt x="8173" y="90367"/>
                  <a:pt x="4211" y="89500"/>
                  <a:pt x="0" y="88138"/>
                </a:cubicBezTo>
                <a:lnTo>
                  <a:pt x="0" y="75883"/>
                </a:lnTo>
                <a:cubicBezTo>
                  <a:pt x="3592" y="77863"/>
                  <a:pt x="7306" y="79350"/>
                  <a:pt x="11270" y="80339"/>
                </a:cubicBezTo>
                <a:cubicBezTo>
                  <a:pt x="15110" y="81330"/>
                  <a:pt x="19197" y="81702"/>
                  <a:pt x="23532" y="81702"/>
                </a:cubicBezTo>
                <a:cubicBezTo>
                  <a:pt x="30468" y="81702"/>
                  <a:pt x="36042" y="79968"/>
                  <a:pt x="40130" y="76255"/>
                </a:cubicBezTo>
                <a:cubicBezTo>
                  <a:pt x="44093" y="72540"/>
                  <a:pt x="46199" y="67589"/>
                  <a:pt x="46199" y="61277"/>
                </a:cubicBezTo>
                <a:cubicBezTo>
                  <a:pt x="46199" y="55087"/>
                  <a:pt x="44093" y="50135"/>
                  <a:pt x="40130" y="46421"/>
                </a:cubicBezTo>
                <a:cubicBezTo>
                  <a:pt x="36042" y="42708"/>
                  <a:pt x="30468" y="40850"/>
                  <a:pt x="23532" y="40850"/>
                </a:cubicBezTo>
                <a:cubicBezTo>
                  <a:pt x="20312" y="40850"/>
                  <a:pt x="16967" y="41222"/>
                  <a:pt x="13747" y="41965"/>
                </a:cubicBezTo>
                <a:cubicBezTo>
                  <a:pt x="10527" y="42708"/>
                  <a:pt x="7182" y="43821"/>
                  <a:pt x="3840" y="45308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8D376-3CB5-49C9-989D-418CC980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1552528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338B4-49C3-4946-89AB-C67408D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1552528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FC69E-61AF-4C88-ACF3-65DE174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1507678"/>
            <a:ext cx="57346" cy="91852"/>
          </a:xfrm>
          <a:custGeom xmlns:a="http://schemas.openxmlformats.org/drawingml/2006/main">
            <a:pathLst>
              <a:path w="57346" h="91852">
                <a:moveTo>
                  <a:pt x="14739" y="81578"/>
                </a:moveTo>
                <a:lnTo>
                  <a:pt x="57346" y="81578"/>
                </a:lnTo>
                <a:lnTo>
                  <a:pt x="57346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6"/>
                  <a:pt x="18951" y="62266"/>
                </a:cubicBezTo>
                <a:cubicBezTo>
                  <a:pt x="26878" y="54221"/>
                  <a:pt x="31955" y="49022"/>
                  <a:pt x="34060" y="46669"/>
                </a:cubicBezTo>
                <a:cubicBezTo>
                  <a:pt x="38024" y="42336"/>
                  <a:pt x="40749" y="38622"/>
                  <a:pt x="42235" y="35529"/>
                </a:cubicBezTo>
                <a:cubicBezTo>
                  <a:pt x="43722" y="32557"/>
                  <a:pt x="44589" y="29462"/>
                  <a:pt x="44589" y="26491"/>
                </a:cubicBezTo>
                <a:cubicBezTo>
                  <a:pt x="44589" y="21787"/>
                  <a:pt x="42854" y="17825"/>
                  <a:pt x="39510" y="14854"/>
                </a:cubicBezTo>
                <a:cubicBezTo>
                  <a:pt x="36166" y="11885"/>
                  <a:pt x="31831" y="10274"/>
                  <a:pt x="26382" y="10274"/>
                </a:cubicBezTo>
                <a:cubicBezTo>
                  <a:pt x="22543" y="10274"/>
                  <a:pt x="18455" y="11018"/>
                  <a:pt x="14244" y="12255"/>
                </a:cubicBezTo>
                <a:cubicBezTo>
                  <a:pt x="10033" y="13617"/>
                  <a:pt x="5450" y="15597"/>
                  <a:pt x="619" y="18321"/>
                </a:cubicBezTo>
                <a:lnTo>
                  <a:pt x="619" y="5942"/>
                </a:lnTo>
                <a:cubicBezTo>
                  <a:pt x="5574" y="3962"/>
                  <a:pt x="10157" y="2476"/>
                  <a:pt x="14368" y="1486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3" y="0"/>
                  <a:pt x="42854" y="2352"/>
                  <a:pt x="48428" y="7056"/>
                </a:cubicBezTo>
                <a:cubicBezTo>
                  <a:pt x="54002" y="11761"/>
                  <a:pt x="56851" y="17949"/>
                  <a:pt x="56851" y="25748"/>
                </a:cubicBezTo>
                <a:cubicBezTo>
                  <a:pt x="56851" y="29462"/>
                  <a:pt x="56108" y="33053"/>
                  <a:pt x="54745" y="36270"/>
                </a:cubicBezTo>
                <a:cubicBezTo>
                  <a:pt x="53383" y="39613"/>
                  <a:pt x="50905" y="43575"/>
                  <a:pt x="47190" y="48031"/>
                </a:cubicBezTo>
                <a:cubicBezTo>
                  <a:pt x="46199" y="49268"/>
                  <a:pt x="42978" y="52611"/>
                  <a:pt x="37528" y="58182"/>
                </a:cubicBezTo>
                <a:cubicBezTo>
                  <a:pt x="32079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93EE3-A490-4EDD-B9F7-A76CE61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1584180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1E882-50FE-42B8-83A0-583C2BA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777" y="1507678"/>
            <a:ext cx="57348" cy="91852"/>
          </a:xfrm>
          <a:custGeom xmlns:a="http://schemas.openxmlformats.org/drawingml/2006/main">
            <a:pathLst>
              <a:path w="57348" h="91852">
                <a:moveTo>
                  <a:pt x="14739" y="81578"/>
                </a:moveTo>
                <a:lnTo>
                  <a:pt x="57348" y="81578"/>
                </a:lnTo>
                <a:lnTo>
                  <a:pt x="57348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6"/>
                  <a:pt x="18951" y="62266"/>
                </a:cubicBezTo>
                <a:cubicBezTo>
                  <a:pt x="26878" y="54221"/>
                  <a:pt x="31956" y="49022"/>
                  <a:pt x="34062" y="46669"/>
                </a:cubicBezTo>
                <a:cubicBezTo>
                  <a:pt x="38025" y="42336"/>
                  <a:pt x="40750" y="38622"/>
                  <a:pt x="42237" y="35529"/>
                </a:cubicBezTo>
                <a:cubicBezTo>
                  <a:pt x="43723" y="32557"/>
                  <a:pt x="44590" y="29462"/>
                  <a:pt x="44590" y="26491"/>
                </a:cubicBezTo>
                <a:cubicBezTo>
                  <a:pt x="44590" y="21787"/>
                  <a:pt x="42856" y="17825"/>
                  <a:pt x="39512" y="14854"/>
                </a:cubicBezTo>
                <a:cubicBezTo>
                  <a:pt x="36167" y="11885"/>
                  <a:pt x="31832" y="10274"/>
                  <a:pt x="26382" y="10274"/>
                </a:cubicBezTo>
                <a:cubicBezTo>
                  <a:pt x="22543" y="10274"/>
                  <a:pt x="18455" y="11018"/>
                  <a:pt x="14244" y="12255"/>
                </a:cubicBezTo>
                <a:cubicBezTo>
                  <a:pt x="10033" y="13617"/>
                  <a:pt x="5450" y="15597"/>
                  <a:pt x="619" y="18321"/>
                </a:cubicBezTo>
                <a:lnTo>
                  <a:pt x="619" y="5942"/>
                </a:lnTo>
                <a:cubicBezTo>
                  <a:pt x="5574" y="3962"/>
                  <a:pt x="10157" y="2476"/>
                  <a:pt x="14368" y="1486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4" y="0"/>
                  <a:pt x="42856" y="2352"/>
                  <a:pt x="48430" y="7056"/>
                </a:cubicBezTo>
                <a:cubicBezTo>
                  <a:pt x="54004" y="11761"/>
                  <a:pt x="56852" y="17949"/>
                  <a:pt x="56852" y="25748"/>
                </a:cubicBezTo>
                <a:cubicBezTo>
                  <a:pt x="56852" y="29462"/>
                  <a:pt x="56109" y="33053"/>
                  <a:pt x="54747" y="36270"/>
                </a:cubicBezTo>
                <a:cubicBezTo>
                  <a:pt x="53384" y="39613"/>
                  <a:pt x="50907" y="43575"/>
                  <a:pt x="47191" y="48031"/>
                </a:cubicBezTo>
                <a:cubicBezTo>
                  <a:pt x="46200" y="49268"/>
                  <a:pt x="42980" y="52611"/>
                  <a:pt x="37530" y="58182"/>
                </a:cubicBezTo>
                <a:cubicBezTo>
                  <a:pt x="32080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F56D2-E65C-4AA6-B0AA-8C3BFFF2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686" y="1507678"/>
            <a:ext cx="62425" cy="93462"/>
          </a:xfrm>
          <a:custGeom xmlns:a="http://schemas.openxmlformats.org/drawingml/2006/main">
            <a:pathLst>
              <a:path w="62425" h="93462">
                <a:moveTo>
                  <a:pt x="31212" y="9655"/>
                </a:moveTo>
                <a:cubicBezTo>
                  <a:pt x="24895" y="9655"/>
                  <a:pt x="20188" y="12750"/>
                  <a:pt x="16967" y="18940"/>
                </a:cubicBezTo>
                <a:cubicBezTo>
                  <a:pt x="13747" y="25130"/>
                  <a:pt x="12261" y="34414"/>
                  <a:pt x="12261" y="46792"/>
                </a:cubicBezTo>
                <a:cubicBezTo>
                  <a:pt x="12261" y="59172"/>
                  <a:pt x="13747" y="68456"/>
                  <a:pt x="16967" y="74646"/>
                </a:cubicBezTo>
                <a:cubicBezTo>
                  <a:pt x="20188" y="80835"/>
                  <a:pt x="24895" y="83930"/>
                  <a:pt x="31212" y="83930"/>
                </a:cubicBezTo>
                <a:cubicBezTo>
                  <a:pt x="37528" y="83930"/>
                  <a:pt x="42235" y="80835"/>
                  <a:pt x="45456" y="74646"/>
                </a:cubicBezTo>
                <a:cubicBezTo>
                  <a:pt x="48552" y="68456"/>
                  <a:pt x="50162" y="59172"/>
                  <a:pt x="50162" y="46792"/>
                </a:cubicBezTo>
                <a:cubicBezTo>
                  <a:pt x="50162" y="34414"/>
                  <a:pt x="48552" y="25130"/>
                  <a:pt x="45456" y="18940"/>
                </a:cubicBezTo>
                <a:cubicBezTo>
                  <a:pt x="42235" y="12750"/>
                  <a:pt x="37528" y="9655"/>
                  <a:pt x="31212" y="9655"/>
                </a:cubicBezTo>
                <a:close/>
                <a:moveTo>
                  <a:pt x="31212" y="0"/>
                </a:moveTo>
                <a:cubicBezTo>
                  <a:pt x="41244" y="0"/>
                  <a:pt x="48924" y="4086"/>
                  <a:pt x="54374" y="12008"/>
                </a:cubicBezTo>
                <a:cubicBezTo>
                  <a:pt x="59700" y="20053"/>
                  <a:pt x="62425" y="31690"/>
                  <a:pt x="62425" y="46792"/>
                </a:cubicBezTo>
                <a:cubicBezTo>
                  <a:pt x="62425" y="62020"/>
                  <a:pt x="59700" y="73655"/>
                  <a:pt x="54374" y="81578"/>
                </a:cubicBezTo>
                <a:cubicBezTo>
                  <a:pt x="48924" y="89500"/>
                  <a:pt x="41244" y="93462"/>
                  <a:pt x="31088" y="93462"/>
                </a:cubicBezTo>
                <a:cubicBezTo>
                  <a:pt x="20931" y="93462"/>
                  <a:pt x="13252" y="89500"/>
                  <a:pt x="7926" y="81578"/>
                </a:cubicBezTo>
                <a:cubicBezTo>
                  <a:pt x="2601" y="73655"/>
                  <a:pt x="0" y="62020"/>
                  <a:pt x="0" y="46792"/>
                </a:cubicBezTo>
                <a:cubicBezTo>
                  <a:pt x="0" y="31690"/>
                  <a:pt x="2601" y="20053"/>
                  <a:pt x="7926" y="12008"/>
                </a:cubicBezTo>
                <a:cubicBezTo>
                  <a:pt x="13252" y="4086"/>
                  <a:pt x="21055" y="0"/>
                  <a:pt x="3121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13ABC-A838-4CE7-946C-CA805BD3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837081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EF095-7290-42F8-8146-7078E3B2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837081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1A01D-C472-4B14-B772-ABDB4B96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792231"/>
            <a:ext cx="57346" cy="91852"/>
          </a:xfrm>
          <a:custGeom xmlns:a="http://schemas.openxmlformats.org/drawingml/2006/main">
            <a:pathLst>
              <a:path w="57346" h="91852">
                <a:moveTo>
                  <a:pt x="14739" y="81578"/>
                </a:moveTo>
                <a:lnTo>
                  <a:pt x="57346" y="81578"/>
                </a:lnTo>
                <a:lnTo>
                  <a:pt x="57346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6"/>
                  <a:pt x="18951" y="62266"/>
                </a:cubicBezTo>
                <a:cubicBezTo>
                  <a:pt x="26878" y="54220"/>
                  <a:pt x="31955" y="49020"/>
                  <a:pt x="34060" y="46669"/>
                </a:cubicBezTo>
                <a:cubicBezTo>
                  <a:pt x="38024" y="42336"/>
                  <a:pt x="40749" y="38622"/>
                  <a:pt x="42235" y="35527"/>
                </a:cubicBezTo>
                <a:cubicBezTo>
                  <a:pt x="43722" y="32556"/>
                  <a:pt x="44589" y="29462"/>
                  <a:pt x="44589" y="26491"/>
                </a:cubicBezTo>
                <a:cubicBezTo>
                  <a:pt x="44589" y="21787"/>
                  <a:pt x="42854" y="17825"/>
                  <a:pt x="39510" y="14854"/>
                </a:cubicBezTo>
                <a:cubicBezTo>
                  <a:pt x="36166" y="11883"/>
                  <a:pt x="31831" y="10274"/>
                  <a:pt x="26382" y="10274"/>
                </a:cubicBezTo>
                <a:cubicBezTo>
                  <a:pt x="22543" y="10274"/>
                  <a:pt x="18455" y="11018"/>
                  <a:pt x="14244" y="12255"/>
                </a:cubicBezTo>
                <a:cubicBezTo>
                  <a:pt x="10033" y="13617"/>
                  <a:pt x="5450" y="15597"/>
                  <a:pt x="619" y="18321"/>
                </a:cubicBezTo>
                <a:lnTo>
                  <a:pt x="619" y="5942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3" y="0"/>
                  <a:pt x="42854" y="2352"/>
                  <a:pt x="48428" y="7056"/>
                </a:cubicBezTo>
                <a:cubicBezTo>
                  <a:pt x="54002" y="11759"/>
                  <a:pt x="56851" y="17949"/>
                  <a:pt x="56851" y="25748"/>
                </a:cubicBezTo>
                <a:cubicBezTo>
                  <a:pt x="56851" y="29462"/>
                  <a:pt x="56108" y="33051"/>
                  <a:pt x="54745" y="36270"/>
                </a:cubicBezTo>
                <a:cubicBezTo>
                  <a:pt x="53383" y="39613"/>
                  <a:pt x="50905" y="43573"/>
                  <a:pt x="47190" y="48031"/>
                </a:cubicBezTo>
                <a:cubicBezTo>
                  <a:pt x="46199" y="49268"/>
                  <a:pt x="42978" y="52611"/>
                  <a:pt x="37528" y="58182"/>
                </a:cubicBezTo>
                <a:cubicBezTo>
                  <a:pt x="32079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29001-AD54-4F3A-B00C-8C2E0FF7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868733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90C30-F60A-4DAA-AEF3-2752BF0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777" y="792231"/>
            <a:ext cx="57348" cy="91852"/>
          </a:xfrm>
          <a:custGeom xmlns:a="http://schemas.openxmlformats.org/drawingml/2006/main">
            <a:pathLst>
              <a:path w="57348" h="91852">
                <a:moveTo>
                  <a:pt x="14739" y="81578"/>
                </a:moveTo>
                <a:lnTo>
                  <a:pt x="57348" y="81578"/>
                </a:lnTo>
                <a:lnTo>
                  <a:pt x="57348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4"/>
                  <a:pt x="10900" y="70436"/>
                  <a:pt x="18951" y="62266"/>
                </a:cubicBezTo>
                <a:cubicBezTo>
                  <a:pt x="26878" y="54220"/>
                  <a:pt x="31956" y="49020"/>
                  <a:pt x="34062" y="46669"/>
                </a:cubicBezTo>
                <a:cubicBezTo>
                  <a:pt x="38025" y="42336"/>
                  <a:pt x="40750" y="38622"/>
                  <a:pt x="42237" y="35527"/>
                </a:cubicBezTo>
                <a:cubicBezTo>
                  <a:pt x="43723" y="32556"/>
                  <a:pt x="44590" y="29462"/>
                  <a:pt x="44590" y="26491"/>
                </a:cubicBezTo>
                <a:cubicBezTo>
                  <a:pt x="44590" y="21787"/>
                  <a:pt x="42856" y="17825"/>
                  <a:pt x="39512" y="14854"/>
                </a:cubicBezTo>
                <a:cubicBezTo>
                  <a:pt x="36167" y="11883"/>
                  <a:pt x="31832" y="10274"/>
                  <a:pt x="26382" y="10274"/>
                </a:cubicBezTo>
                <a:cubicBezTo>
                  <a:pt x="22543" y="10274"/>
                  <a:pt x="18455" y="11018"/>
                  <a:pt x="14244" y="12255"/>
                </a:cubicBezTo>
                <a:cubicBezTo>
                  <a:pt x="10033" y="13617"/>
                  <a:pt x="5450" y="15597"/>
                  <a:pt x="619" y="18321"/>
                </a:cubicBezTo>
                <a:lnTo>
                  <a:pt x="619" y="5942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5"/>
                  <a:pt x="22543" y="0"/>
                  <a:pt x="26135" y="0"/>
                </a:cubicBezTo>
                <a:cubicBezTo>
                  <a:pt x="35424" y="0"/>
                  <a:pt x="42856" y="2352"/>
                  <a:pt x="48430" y="7056"/>
                </a:cubicBezTo>
                <a:cubicBezTo>
                  <a:pt x="54004" y="11759"/>
                  <a:pt x="56852" y="17949"/>
                  <a:pt x="56852" y="25748"/>
                </a:cubicBezTo>
                <a:cubicBezTo>
                  <a:pt x="56852" y="29462"/>
                  <a:pt x="56109" y="33051"/>
                  <a:pt x="54747" y="36270"/>
                </a:cubicBezTo>
                <a:cubicBezTo>
                  <a:pt x="53384" y="39613"/>
                  <a:pt x="50907" y="43573"/>
                  <a:pt x="47191" y="48031"/>
                </a:cubicBezTo>
                <a:cubicBezTo>
                  <a:pt x="46200" y="49268"/>
                  <a:pt x="42980" y="52611"/>
                  <a:pt x="37530" y="58182"/>
                </a:cubicBezTo>
                <a:cubicBezTo>
                  <a:pt x="32080" y="63752"/>
                  <a:pt x="24525" y="71551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67D79-1D25-43A2-8A14-F14E6DDA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049" y="793840"/>
            <a:ext cx="58461" cy="91852"/>
          </a:xfrm>
          <a:custGeom xmlns:a="http://schemas.openxmlformats.org/drawingml/2006/main">
            <a:pathLst>
              <a:path w="58461" h="91852">
                <a:moveTo>
                  <a:pt x="3840" y="0"/>
                </a:moveTo>
                <a:lnTo>
                  <a:pt x="51772" y="0"/>
                </a:lnTo>
                <a:lnTo>
                  <a:pt x="51772" y="10274"/>
                </a:lnTo>
                <a:lnTo>
                  <a:pt x="14986" y="10274"/>
                </a:lnTo>
                <a:lnTo>
                  <a:pt x="14986" y="32434"/>
                </a:lnTo>
                <a:cubicBezTo>
                  <a:pt x="16720" y="31814"/>
                  <a:pt x="18578" y="31319"/>
                  <a:pt x="20312" y="31071"/>
                </a:cubicBezTo>
                <a:cubicBezTo>
                  <a:pt x="22046" y="30825"/>
                  <a:pt x="23904" y="30577"/>
                  <a:pt x="25638" y="30577"/>
                </a:cubicBezTo>
                <a:cubicBezTo>
                  <a:pt x="35671" y="30577"/>
                  <a:pt x="43598" y="33424"/>
                  <a:pt x="49543" y="38870"/>
                </a:cubicBezTo>
                <a:cubicBezTo>
                  <a:pt x="55488" y="44441"/>
                  <a:pt x="58461" y="51869"/>
                  <a:pt x="58461" y="61277"/>
                </a:cubicBezTo>
                <a:cubicBezTo>
                  <a:pt x="58461" y="71056"/>
                  <a:pt x="55364" y="78607"/>
                  <a:pt x="49295" y="83930"/>
                </a:cubicBezTo>
                <a:cubicBezTo>
                  <a:pt x="43226" y="89253"/>
                  <a:pt x="34680" y="91852"/>
                  <a:pt x="23780" y="91852"/>
                </a:cubicBezTo>
                <a:cubicBezTo>
                  <a:pt x="19940" y="91852"/>
                  <a:pt x="16100" y="91482"/>
                  <a:pt x="12137" y="90987"/>
                </a:cubicBezTo>
                <a:cubicBezTo>
                  <a:pt x="8173" y="90367"/>
                  <a:pt x="4211" y="89500"/>
                  <a:pt x="0" y="88139"/>
                </a:cubicBezTo>
                <a:lnTo>
                  <a:pt x="0" y="75883"/>
                </a:lnTo>
                <a:cubicBezTo>
                  <a:pt x="3592" y="77865"/>
                  <a:pt x="7306" y="79350"/>
                  <a:pt x="11270" y="80341"/>
                </a:cubicBezTo>
                <a:cubicBezTo>
                  <a:pt x="15110" y="81330"/>
                  <a:pt x="19197" y="81702"/>
                  <a:pt x="23532" y="81702"/>
                </a:cubicBezTo>
                <a:cubicBezTo>
                  <a:pt x="30468" y="81702"/>
                  <a:pt x="36042" y="79969"/>
                  <a:pt x="40130" y="76255"/>
                </a:cubicBezTo>
                <a:cubicBezTo>
                  <a:pt x="44093" y="72542"/>
                  <a:pt x="46199" y="67590"/>
                  <a:pt x="46199" y="61277"/>
                </a:cubicBezTo>
                <a:cubicBezTo>
                  <a:pt x="46199" y="55087"/>
                  <a:pt x="44093" y="50135"/>
                  <a:pt x="40130" y="46422"/>
                </a:cubicBezTo>
                <a:cubicBezTo>
                  <a:pt x="36042" y="42708"/>
                  <a:pt x="30468" y="40852"/>
                  <a:pt x="23532" y="40852"/>
                </a:cubicBezTo>
                <a:cubicBezTo>
                  <a:pt x="20312" y="40852"/>
                  <a:pt x="16967" y="41223"/>
                  <a:pt x="13747" y="41965"/>
                </a:cubicBezTo>
                <a:cubicBezTo>
                  <a:pt x="10527" y="42708"/>
                  <a:pt x="7182" y="43823"/>
                  <a:pt x="3840" y="45308"/>
                </a:cubicBezTo>
                <a:lnTo>
                  <a:pt x="38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32236-57BC-4A1E-9588-976D9FBB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121634"/>
            <a:ext cx="28901" cy="10"/>
          </a:xfrm>
          <a:custGeom xmlns:a="http://schemas.openxmlformats.org/drawingml/2006/main">
            <a:pathLst>
              <a:path w="28901" h="1">
                <a:moveTo>
                  <a:pt x="28901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39B28-BC0B-4A25-9853-A8FA2DC5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20" y="121634"/>
            <a:ext cx="28901" cy="10"/>
          </a:xfrm>
          <a:custGeom xmlns:a="http://schemas.openxmlformats.org/drawingml/2006/main">
            <a:pathLst>
              <a:path w="28901" h="1" fill="none">
                <a:moveTo>
                  <a:pt x="289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flat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548F2-67E1-4700-9F7A-D732A75E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15" y="76784"/>
            <a:ext cx="57346" cy="91852"/>
          </a:xfrm>
          <a:custGeom xmlns:a="http://schemas.openxmlformats.org/drawingml/2006/main">
            <a:pathLst>
              <a:path w="57346" h="91852">
                <a:moveTo>
                  <a:pt x="14739" y="81578"/>
                </a:moveTo>
                <a:lnTo>
                  <a:pt x="57346" y="81578"/>
                </a:lnTo>
                <a:lnTo>
                  <a:pt x="57346" y="91852"/>
                </a:lnTo>
                <a:lnTo>
                  <a:pt x="0" y="91852"/>
                </a:lnTo>
                <a:lnTo>
                  <a:pt x="0" y="81578"/>
                </a:lnTo>
                <a:cubicBezTo>
                  <a:pt x="4583" y="76873"/>
                  <a:pt x="10900" y="70436"/>
                  <a:pt x="18951" y="62266"/>
                </a:cubicBezTo>
                <a:cubicBezTo>
                  <a:pt x="26878" y="54220"/>
                  <a:pt x="31955" y="49020"/>
                  <a:pt x="34060" y="46669"/>
                </a:cubicBezTo>
                <a:cubicBezTo>
                  <a:pt x="38024" y="42336"/>
                  <a:pt x="40749" y="38622"/>
                  <a:pt x="42235" y="35527"/>
                </a:cubicBezTo>
                <a:cubicBezTo>
                  <a:pt x="43722" y="32556"/>
                  <a:pt x="44589" y="29461"/>
                  <a:pt x="44589" y="26491"/>
                </a:cubicBezTo>
                <a:cubicBezTo>
                  <a:pt x="44589" y="21786"/>
                  <a:pt x="42854" y="17825"/>
                  <a:pt x="39510" y="14854"/>
                </a:cubicBezTo>
                <a:cubicBezTo>
                  <a:pt x="36166" y="11883"/>
                  <a:pt x="31831" y="10274"/>
                  <a:pt x="26382" y="10274"/>
                </a:cubicBezTo>
                <a:cubicBezTo>
                  <a:pt x="22543" y="10274"/>
                  <a:pt x="18455" y="11016"/>
                  <a:pt x="14244" y="12255"/>
                </a:cubicBezTo>
                <a:cubicBezTo>
                  <a:pt x="10033" y="13616"/>
                  <a:pt x="5450" y="15597"/>
                  <a:pt x="619" y="18321"/>
                </a:cubicBezTo>
                <a:lnTo>
                  <a:pt x="619" y="5941"/>
                </a:lnTo>
                <a:cubicBezTo>
                  <a:pt x="5574" y="3961"/>
                  <a:pt x="10157" y="2476"/>
                  <a:pt x="14368" y="1485"/>
                </a:cubicBezTo>
                <a:cubicBezTo>
                  <a:pt x="18579" y="494"/>
                  <a:pt x="22543" y="0"/>
                  <a:pt x="26135" y="0"/>
                </a:cubicBezTo>
                <a:cubicBezTo>
                  <a:pt x="35423" y="0"/>
                  <a:pt x="42854" y="2352"/>
                  <a:pt x="48428" y="7056"/>
                </a:cubicBezTo>
                <a:cubicBezTo>
                  <a:pt x="54002" y="11759"/>
                  <a:pt x="56851" y="17949"/>
                  <a:pt x="56851" y="25748"/>
                </a:cubicBezTo>
                <a:cubicBezTo>
                  <a:pt x="56851" y="29461"/>
                  <a:pt x="56108" y="33051"/>
                  <a:pt x="54745" y="36270"/>
                </a:cubicBezTo>
                <a:cubicBezTo>
                  <a:pt x="53383" y="39613"/>
                  <a:pt x="50905" y="43573"/>
                  <a:pt x="47190" y="48029"/>
                </a:cubicBezTo>
                <a:cubicBezTo>
                  <a:pt x="46199" y="49268"/>
                  <a:pt x="42978" y="52611"/>
                  <a:pt x="37528" y="58182"/>
                </a:cubicBezTo>
                <a:cubicBezTo>
                  <a:pt x="32079" y="63751"/>
                  <a:pt x="24525" y="71550"/>
                  <a:pt x="14739" y="81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EBEEB-B2AA-4195-9456-A47B598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1" y="153287"/>
            <a:ext cx="12758" cy="15350"/>
          </a:xfrm>
          <a:custGeom xmlns:a="http://schemas.openxmlformats.org/drawingml/2006/main">
            <a:pathLst>
              <a:path w="12758" h="15350">
                <a:moveTo>
                  <a:pt x="0" y="15350"/>
                </a:moveTo>
                <a:lnTo>
                  <a:pt x="12758" y="15350"/>
                </a:lnTo>
                <a:lnTo>
                  <a:pt x="12758" y="0"/>
                </a:lnTo>
                <a:lnTo>
                  <a:pt x="0" y="0"/>
                </a:lnTo>
                <a:lnTo>
                  <a:pt x="0" y="1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427E1-3242-4AEB-936A-90A0C55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149" y="76784"/>
            <a:ext cx="59453" cy="93461"/>
          </a:xfrm>
          <a:custGeom xmlns:a="http://schemas.openxmlformats.org/drawingml/2006/main">
            <a:pathLst>
              <a:path w="59453" h="93461">
                <a:moveTo>
                  <a:pt x="40874" y="43202"/>
                </a:moveTo>
                <a:cubicBezTo>
                  <a:pt x="46696" y="44441"/>
                  <a:pt x="51279" y="47040"/>
                  <a:pt x="54499" y="51001"/>
                </a:cubicBezTo>
                <a:cubicBezTo>
                  <a:pt x="57719" y="54963"/>
                  <a:pt x="59453" y="59914"/>
                  <a:pt x="59453" y="65609"/>
                </a:cubicBezTo>
                <a:cubicBezTo>
                  <a:pt x="59453" y="74521"/>
                  <a:pt x="56357" y="81454"/>
                  <a:pt x="50288" y="86281"/>
                </a:cubicBezTo>
                <a:cubicBezTo>
                  <a:pt x="44095" y="91109"/>
                  <a:pt x="35424" y="93461"/>
                  <a:pt x="24153" y="93461"/>
                </a:cubicBezTo>
                <a:cubicBezTo>
                  <a:pt x="20313" y="93461"/>
                  <a:pt x="16350" y="93089"/>
                  <a:pt x="12386" y="92348"/>
                </a:cubicBezTo>
                <a:cubicBezTo>
                  <a:pt x="8423" y="91728"/>
                  <a:pt x="4211" y="90614"/>
                  <a:pt x="0" y="89129"/>
                </a:cubicBezTo>
                <a:lnTo>
                  <a:pt x="0" y="77368"/>
                </a:lnTo>
                <a:cubicBezTo>
                  <a:pt x="3344" y="79350"/>
                  <a:pt x="7060" y="80835"/>
                  <a:pt x="11148" y="81825"/>
                </a:cubicBezTo>
                <a:cubicBezTo>
                  <a:pt x="15111" y="82815"/>
                  <a:pt x="19322" y="83310"/>
                  <a:pt x="23781" y="83310"/>
                </a:cubicBezTo>
                <a:cubicBezTo>
                  <a:pt x="31461" y="83310"/>
                  <a:pt x="37282" y="81825"/>
                  <a:pt x="41246" y="78854"/>
                </a:cubicBezTo>
                <a:cubicBezTo>
                  <a:pt x="45209" y="75883"/>
                  <a:pt x="47315" y="71427"/>
                  <a:pt x="47315" y="65609"/>
                </a:cubicBezTo>
                <a:cubicBezTo>
                  <a:pt x="47315" y="60410"/>
                  <a:pt x="45457" y="56200"/>
                  <a:pt x="41741" y="53229"/>
                </a:cubicBezTo>
                <a:cubicBezTo>
                  <a:pt x="38025" y="50259"/>
                  <a:pt x="32823" y="48649"/>
                  <a:pt x="26135" y="48649"/>
                </a:cubicBezTo>
                <a:lnTo>
                  <a:pt x="15607" y="48649"/>
                </a:lnTo>
                <a:lnTo>
                  <a:pt x="15607" y="38622"/>
                </a:lnTo>
                <a:lnTo>
                  <a:pt x="26630" y="38622"/>
                </a:lnTo>
                <a:cubicBezTo>
                  <a:pt x="32576" y="38622"/>
                  <a:pt x="37158" y="37507"/>
                  <a:pt x="40379" y="35032"/>
                </a:cubicBezTo>
                <a:cubicBezTo>
                  <a:pt x="43599" y="32680"/>
                  <a:pt x="45209" y="29213"/>
                  <a:pt x="45209" y="24633"/>
                </a:cubicBezTo>
                <a:cubicBezTo>
                  <a:pt x="45209" y="20053"/>
                  <a:pt x="43475" y="16463"/>
                  <a:pt x="40255" y="13987"/>
                </a:cubicBezTo>
                <a:cubicBezTo>
                  <a:pt x="36911" y="11512"/>
                  <a:pt x="32204" y="10274"/>
                  <a:pt x="26135" y="10274"/>
                </a:cubicBezTo>
                <a:cubicBezTo>
                  <a:pt x="22790" y="10274"/>
                  <a:pt x="19198" y="10646"/>
                  <a:pt x="15359" y="11388"/>
                </a:cubicBezTo>
                <a:cubicBezTo>
                  <a:pt x="11519" y="12131"/>
                  <a:pt x="7308" y="13246"/>
                  <a:pt x="2725" y="14730"/>
                </a:cubicBezTo>
                <a:lnTo>
                  <a:pt x="2725" y="3837"/>
                </a:lnTo>
                <a:cubicBezTo>
                  <a:pt x="7308" y="2600"/>
                  <a:pt x="11643" y="1609"/>
                  <a:pt x="15730" y="989"/>
                </a:cubicBezTo>
                <a:cubicBezTo>
                  <a:pt x="19694" y="370"/>
                  <a:pt x="23534" y="0"/>
                  <a:pt x="27249" y="0"/>
                </a:cubicBezTo>
                <a:cubicBezTo>
                  <a:pt x="36415" y="0"/>
                  <a:pt x="43723" y="2104"/>
                  <a:pt x="49173" y="6312"/>
                </a:cubicBezTo>
                <a:cubicBezTo>
                  <a:pt x="54623" y="10522"/>
                  <a:pt x="57348" y="16215"/>
                  <a:pt x="57348" y="23396"/>
                </a:cubicBezTo>
                <a:cubicBezTo>
                  <a:pt x="57348" y="28348"/>
                  <a:pt x="55861" y="32556"/>
                  <a:pt x="53013" y="36022"/>
                </a:cubicBezTo>
                <a:cubicBezTo>
                  <a:pt x="50164" y="39489"/>
                  <a:pt x="46076" y="41965"/>
                  <a:pt x="40874" y="43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4B4C5-2F30-4796-B55C-AB12DDA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686" y="76784"/>
            <a:ext cx="62425" cy="93461"/>
          </a:xfrm>
          <a:custGeom xmlns:a="http://schemas.openxmlformats.org/drawingml/2006/main">
            <a:pathLst>
              <a:path w="62425" h="93461">
                <a:moveTo>
                  <a:pt x="31212" y="9655"/>
                </a:moveTo>
                <a:cubicBezTo>
                  <a:pt x="24895" y="9655"/>
                  <a:pt x="20188" y="12750"/>
                  <a:pt x="16967" y="18939"/>
                </a:cubicBezTo>
                <a:cubicBezTo>
                  <a:pt x="13747" y="25129"/>
                  <a:pt x="12261" y="34414"/>
                  <a:pt x="12261" y="46792"/>
                </a:cubicBezTo>
                <a:cubicBezTo>
                  <a:pt x="12261" y="59171"/>
                  <a:pt x="13747" y="68456"/>
                  <a:pt x="16967" y="74645"/>
                </a:cubicBezTo>
                <a:cubicBezTo>
                  <a:pt x="20188" y="80835"/>
                  <a:pt x="24895" y="83930"/>
                  <a:pt x="31212" y="83930"/>
                </a:cubicBezTo>
                <a:cubicBezTo>
                  <a:pt x="37528" y="83930"/>
                  <a:pt x="42235" y="80835"/>
                  <a:pt x="45456" y="74645"/>
                </a:cubicBezTo>
                <a:cubicBezTo>
                  <a:pt x="48552" y="68456"/>
                  <a:pt x="50162" y="59171"/>
                  <a:pt x="50162" y="46792"/>
                </a:cubicBezTo>
                <a:cubicBezTo>
                  <a:pt x="50162" y="34414"/>
                  <a:pt x="48552" y="25129"/>
                  <a:pt x="45456" y="18939"/>
                </a:cubicBezTo>
                <a:cubicBezTo>
                  <a:pt x="42235" y="12750"/>
                  <a:pt x="37528" y="9655"/>
                  <a:pt x="31212" y="9655"/>
                </a:cubicBezTo>
                <a:close/>
                <a:moveTo>
                  <a:pt x="31212" y="0"/>
                </a:moveTo>
                <a:cubicBezTo>
                  <a:pt x="41244" y="0"/>
                  <a:pt x="48924" y="4084"/>
                  <a:pt x="54374" y="12007"/>
                </a:cubicBezTo>
                <a:cubicBezTo>
                  <a:pt x="59700" y="20053"/>
                  <a:pt x="62425" y="31690"/>
                  <a:pt x="62425" y="46792"/>
                </a:cubicBezTo>
                <a:cubicBezTo>
                  <a:pt x="62425" y="62018"/>
                  <a:pt x="59700" y="73655"/>
                  <a:pt x="54374" y="81578"/>
                </a:cubicBezTo>
                <a:cubicBezTo>
                  <a:pt x="48924" y="89500"/>
                  <a:pt x="41244" y="93461"/>
                  <a:pt x="31088" y="93461"/>
                </a:cubicBezTo>
                <a:cubicBezTo>
                  <a:pt x="20931" y="93461"/>
                  <a:pt x="13252" y="89500"/>
                  <a:pt x="7926" y="81578"/>
                </a:cubicBezTo>
                <a:cubicBezTo>
                  <a:pt x="2601" y="73655"/>
                  <a:pt x="0" y="62018"/>
                  <a:pt x="0" y="46792"/>
                </a:cubicBezTo>
                <a:cubicBezTo>
                  <a:pt x="0" y="31690"/>
                  <a:pt x="2601" y="20053"/>
                  <a:pt x="7926" y="12007"/>
                </a:cubicBezTo>
                <a:cubicBezTo>
                  <a:pt x="13252" y="4084"/>
                  <a:pt x="21055" y="0"/>
                  <a:pt x="3121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977CE-E7A3-489A-99F0-37D73BDB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446" y="2677129"/>
            <a:ext cx="90293" cy="56200"/>
          </a:xfrm>
          <a:custGeom xmlns:a="http://schemas.openxmlformats.org/drawingml/2006/main">
            <a:pathLst>
              <a:path w="90293" h="56200">
                <a:moveTo>
                  <a:pt x="0" y="56200"/>
                </a:moveTo>
                <a:lnTo>
                  <a:pt x="0" y="43945"/>
                </a:lnTo>
                <a:lnTo>
                  <a:pt x="80013" y="43945"/>
                </a:lnTo>
                <a:lnTo>
                  <a:pt x="80013" y="0"/>
                </a:lnTo>
                <a:lnTo>
                  <a:pt x="90293" y="0"/>
                </a:lnTo>
                <a:lnTo>
                  <a:pt x="90293" y="56200"/>
                </a:lnTo>
                <a:lnTo>
                  <a:pt x="0" y="5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635DC-2291-4317-A4A5-BF78773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446" y="2581810"/>
            <a:ext cx="90293" cy="82567"/>
          </a:xfrm>
          <a:custGeom xmlns:a="http://schemas.openxmlformats.org/drawingml/2006/main">
            <a:pathLst>
              <a:path w="90293" h="82567">
                <a:moveTo>
                  <a:pt x="0" y="82567"/>
                </a:moveTo>
                <a:lnTo>
                  <a:pt x="0" y="64370"/>
                </a:lnTo>
                <a:lnTo>
                  <a:pt x="61434" y="41345"/>
                </a:lnTo>
                <a:lnTo>
                  <a:pt x="0" y="18197"/>
                </a:lnTo>
                <a:lnTo>
                  <a:pt x="0" y="0"/>
                </a:lnTo>
                <a:lnTo>
                  <a:pt x="90293" y="0"/>
                </a:lnTo>
                <a:lnTo>
                  <a:pt x="90293" y="11883"/>
                </a:lnTo>
                <a:lnTo>
                  <a:pt x="11022" y="11883"/>
                </a:lnTo>
                <a:lnTo>
                  <a:pt x="72953" y="35155"/>
                </a:lnTo>
                <a:lnTo>
                  <a:pt x="72953" y="47412"/>
                </a:lnTo>
                <a:lnTo>
                  <a:pt x="11022" y="70684"/>
                </a:lnTo>
                <a:lnTo>
                  <a:pt x="90293" y="70684"/>
                </a:lnTo>
                <a:lnTo>
                  <a:pt x="90293" y="82567"/>
                </a:lnTo>
                <a:lnTo>
                  <a:pt x="0" y="82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28B70-1915-4BAA-BF69-4AFC6C7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83" y="2507536"/>
            <a:ext cx="94057" cy="11141"/>
          </a:xfrm>
          <a:custGeom xmlns:a="http://schemas.openxmlformats.org/drawingml/2006/main">
            <a:pathLst>
              <a:path w="94057" h="11141">
                <a:moveTo>
                  <a:pt x="94057" y="0"/>
                </a:moveTo>
                <a:lnTo>
                  <a:pt x="0" y="0"/>
                </a:lnTo>
                <a:lnTo>
                  <a:pt x="0" y="11141"/>
                </a:lnTo>
                <a:lnTo>
                  <a:pt x="94057" y="11141"/>
                </a:lnTo>
                <a:lnTo>
                  <a:pt x="940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8CE6B-BEB1-49F4-A73D-14A12897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377" y="2426947"/>
            <a:ext cx="70972" cy="62144"/>
          </a:xfrm>
          <a:custGeom xmlns:a="http://schemas.openxmlformats.org/drawingml/2006/main">
            <a:pathLst>
              <a:path w="70972" h="62144">
                <a:moveTo>
                  <a:pt x="9413" y="31071"/>
                </a:moveTo>
                <a:cubicBezTo>
                  <a:pt x="9413" y="37013"/>
                  <a:pt x="11767" y="41717"/>
                  <a:pt x="16474" y="45184"/>
                </a:cubicBezTo>
                <a:cubicBezTo>
                  <a:pt x="21180" y="48650"/>
                  <a:pt x="27497" y="50383"/>
                  <a:pt x="35548" y="50383"/>
                </a:cubicBezTo>
                <a:cubicBezTo>
                  <a:pt x="43723" y="50383"/>
                  <a:pt x="50040" y="48774"/>
                  <a:pt x="54747" y="45308"/>
                </a:cubicBezTo>
                <a:cubicBezTo>
                  <a:pt x="59453" y="41841"/>
                  <a:pt x="61683" y="37137"/>
                  <a:pt x="61683" y="31071"/>
                </a:cubicBezTo>
                <a:cubicBezTo>
                  <a:pt x="61683" y="25130"/>
                  <a:pt x="59453" y="20427"/>
                  <a:pt x="54747" y="16960"/>
                </a:cubicBezTo>
                <a:cubicBezTo>
                  <a:pt x="50040" y="13493"/>
                  <a:pt x="43723" y="11761"/>
                  <a:pt x="35548" y="11761"/>
                </a:cubicBezTo>
                <a:cubicBezTo>
                  <a:pt x="27621" y="11761"/>
                  <a:pt x="21180" y="13493"/>
                  <a:pt x="16474" y="16960"/>
                </a:cubicBezTo>
                <a:cubicBezTo>
                  <a:pt x="11767" y="20427"/>
                  <a:pt x="9413" y="25130"/>
                  <a:pt x="9413" y="31071"/>
                </a:cubicBezTo>
                <a:close/>
                <a:moveTo>
                  <a:pt x="0" y="31071"/>
                </a:moveTo>
                <a:cubicBezTo>
                  <a:pt x="0" y="21416"/>
                  <a:pt x="3220" y="13865"/>
                  <a:pt x="9413" y="8294"/>
                </a:cubicBezTo>
                <a:cubicBezTo>
                  <a:pt x="15730" y="2847"/>
                  <a:pt x="24401" y="0"/>
                  <a:pt x="35548" y="0"/>
                </a:cubicBezTo>
                <a:cubicBezTo>
                  <a:pt x="46696" y="0"/>
                  <a:pt x="55366" y="2847"/>
                  <a:pt x="61559" y="8294"/>
                </a:cubicBezTo>
                <a:cubicBezTo>
                  <a:pt x="67876" y="13865"/>
                  <a:pt x="70972" y="21416"/>
                  <a:pt x="70972" y="31071"/>
                </a:cubicBezTo>
                <a:cubicBezTo>
                  <a:pt x="70972" y="40852"/>
                  <a:pt x="67876" y="48526"/>
                  <a:pt x="61559" y="53973"/>
                </a:cubicBezTo>
                <a:cubicBezTo>
                  <a:pt x="55366" y="59420"/>
                  <a:pt x="46696" y="62144"/>
                  <a:pt x="35548" y="62144"/>
                </a:cubicBezTo>
                <a:cubicBezTo>
                  <a:pt x="24401" y="62144"/>
                  <a:pt x="15730" y="59420"/>
                  <a:pt x="9413" y="53973"/>
                </a:cubicBezTo>
                <a:cubicBezTo>
                  <a:pt x="3220" y="48526"/>
                  <a:pt x="0" y="40852"/>
                  <a:pt x="0" y="310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FEE47-0B22-4AA1-B022-387F2E3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377" y="2361710"/>
            <a:ext cx="70972" cy="51744"/>
          </a:xfrm>
          <a:custGeom xmlns:a="http://schemas.openxmlformats.org/drawingml/2006/main">
            <a:pathLst>
              <a:path w="70972" h="51744">
                <a:moveTo>
                  <a:pt x="3592" y="3590"/>
                </a:moveTo>
                <a:lnTo>
                  <a:pt x="14120" y="3590"/>
                </a:lnTo>
                <a:cubicBezTo>
                  <a:pt x="12634" y="6808"/>
                  <a:pt x="11395" y="10027"/>
                  <a:pt x="10528" y="13369"/>
                </a:cubicBezTo>
                <a:cubicBezTo>
                  <a:pt x="9785" y="16836"/>
                  <a:pt x="9290" y="20301"/>
                  <a:pt x="9290" y="23892"/>
                </a:cubicBezTo>
                <a:cubicBezTo>
                  <a:pt x="9290" y="29462"/>
                  <a:pt x="10157" y="33671"/>
                  <a:pt x="11891" y="36394"/>
                </a:cubicBezTo>
                <a:cubicBezTo>
                  <a:pt x="13625" y="39117"/>
                  <a:pt x="16102" y="40480"/>
                  <a:pt x="19446" y="40480"/>
                </a:cubicBezTo>
                <a:cubicBezTo>
                  <a:pt x="22047" y="40480"/>
                  <a:pt x="24029" y="39489"/>
                  <a:pt x="25515" y="37509"/>
                </a:cubicBezTo>
                <a:cubicBezTo>
                  <a:pt x="27002" y="35529"/>
                  <a:pt x="28488" y="31566"/>
                  <a:pt x="29727" y="25624"/>
                </a:cubicBezTo>
                <a:lnTo>
                  <a:pt x="30594" y="21787"/>
                </a:lnTo>
                <a:cubicBezTo>
                  <a:pt x="32328" y="13865"/>
                  <a:pt x="34805" y="8294"/>
                  <a:pt x="37778" y="4951"/>
                </a:cubicBezTo>
                <a:cubicBezTo>
                  <a:pt x="40874" y="1733"/>
                  <a:pt x="45209" y="0"/>
                  <a:pt x="50659" y="0"/>
                </a:cubicBezTo>
                <a:cubicBezTo>
                  <a:pt x="56976" y="0"/>
                  <a:pt x="61931" y="2476"/>
                  <a:pt x="65523" y="7427"/>
                </a:cubicBezTo>
                <a:cubicBezTo>
                  <a:pt x="69238" y="12379"/>
                  <a:pt x="70972" y="19312"/>
                  <a:pt x="70972" y="27976"/>
                </a:cubicBezTo>
                <a:cubicBezTo>
                  <a:pt x="70972" y="31690"/>
                  <a:pt x="70601" y="35405"/>
                  <a:pt x="69982" y="39365"/>
                </a:cubicBezTo>
                <a:cubicBezTo>
                  <a:pt x="69362" y="43327"/>
                  <a:pt x="68371" y="47412"/>
                  <a:pt x="66885" y="51744"/>
                </a:cubicBezTo>
                <a:lnTo>
                  <a:pt x="55366" y="51744"/>
                </a:lnTo>
                <a:cubicBezTo>
                  <a:pt x="57595" y="47659"/>
                  <a:pt x="59206" y="43573"/>
                  <a:pt x="60197" y="39613"/>
                </a:cubicBezTo>
                <a:cubicBezTo>
                  <a:pt x="61311" y="35651"/>
                  <a:pt x="61807" y="31690"/>
                  <a:pt x="61807" y="27728"/>
                </a:cubicBezTo>
                <a:cubicBezTo>
                  <a:pt x="61807" y="22529"/>
                  <a:pt x="60940" y="18445"/>
                  <a:pt x="59206" y="15597"/>
                </a:cubicBezTo>
                <a:cubicBezTo>
                  <a:pt x="57472" y="12874"/>
                  <a:pt x="54871" y="11389"/>
                  <a:pt x="51526" y="11389"/>
                </a:cubicBezTo>
                <a:cubicBezTo>
                  <a:pt x="48554" y="11389"/>
                  <a:pt x="46200" y="12502"/>
                  <a:pt x="44590" y="14483"/>
                </a:cubicBezTo>
                <a:cubicBezTo>
                  <a:pt x="42980" y="16464"/>
                  <a:pt x="41370" y="20920"/>
                  <a:pt x="39883" y="27852"/>
                </a:cubicBezTo>
                <a:lnTo>
                  <a:pt x="39016" y="31690"/>
                </a:lnTo>
                <a:cubicBezTo>
                  <a:pt x="37530" y="38622"/>
                  <a:pt x="35300" y="43697"/>
                  <a:pt x="32328" y="46669"/>
                </a:cubicBezTo>
                <a:cubicBezTo>
                  <a:pt x="29355" y="49764"/>
                  <a:pt x="25268" y="51250"/>
                  <a:pt x="19942" y="51250"/>
                </a:cubicBezTo>
                <a:cubicBezTo>
                  <a:pt x="13625" y="51250"/>
                  <a:pt x="8670" y="49020"/>
                  <a:pt x="5202" y="44564"/>
                </a:cubicBezTo>
                <a:cubicBezTo>
                  <a:pt x="1734" y="40108"/>
                  <a:pt x="0" y="33671"/>
                  <a:pt x="0" y="25253"/>
                </a:cubicBezTo>
                <a:cubicBezTo>
                  <a:pt x="0" y="21168"/>
                  <a:pt x="372" y="17330"/>
                  <a:pt x="991" y="13617"/>
                </a:cubicBezTo>
                <a:cubicBezTo>
                  <a:pt x="1610" y="10027"/>
                  <a:pt x="2477" y="6684"/>
                  <a:pt x="3592" y="3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440A9-BDD8-4844-889D-EF0AAC1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377" y="2297215"/>
            <a:ext cx="70972" cy="51745"/>
          </a:xfrm>
          <a:custGeom xmlns:a="http://schemas.openxmlformats.org/drawingml/2006/main">
            <a:pathLst>
              <a:path w="70972" h="51745">
                <a:moveTo>
                  <a:pt x="3592" y="3590"/>
                </a:moveTo>
                <a:lnTo>
                  <a:pt x="14120" y="3590"/>
                </a:lnTo>
                <a:cubicBezTo>
                  <a:pt x="12634" y="6809"/>
                  <a:pt x="11395" y="10028"/>
                  <a:pt x="10528" y="13369"/>
                </a:cubicBezTo>
                <a:cubicBezTo>
                  <a:pt x="9785" y="16836"/>
                  <a:pt x="9290" y="20303"/>
                  <a:pt x="9290" y="23892"/>
                </a:cubicBezTo>
                <a:cubicBezTo>
                  <a:pt x="9290" y="29462"/>
                  <a:pt x="10157" y="33672"/>
                  <a:pt x="11891" y="36396"/>
                </a:cubicBezTo>
                <a:cubicBezTo>
                  <a:pt x="13625" y="39119"/>
                  <a:pt x="16102" y="40480"/>
                  <a:pt x="19446" y="40480"/>
                </a:cubicBezTo>
                <a:cubicBezTo>
                  <a:pt x="22047" y="40480"/>
                  <a:pt x="24029" y="39489"/>
                  <a:pt x="25515" y="37509"/>
                </a:cubicBezTo>
                <a:cubicBezTo>
                  <a:pt x="27002" y="35529"/>
                  <a:pt x="28488" y="31566"/>
                  <a:pt x="29727" y="25626"/>
                </a:cubicBezTo>
                <a:lnTo>
                  <a:pt x="30594" y="21787"/>
                </a:lnTo>
                <a:cubicBezTo>
                  <a:pt x="32328" y="13865"/>
                  <a:pt x="34805" y="8294"/>
                  <a:pt x="37778" y="4953"/>
                </a:cubicBezTo>
                <a:cubicBezTo>
                  <a:pt x="40874" y="1734"/>
                  <a:pt x="45209" y="0"/>
                  <a:pt x="50659" y="0"/>
                </a:cubicBezTo>
                <a:cubicBezTo>
                  <a:pt x="56976" y="0"/>
                  <a:pt x="61931" y="2476"/>
                  <a:pt x="65523" y="7429"/>
                </a:cubicBezTo>
                <a:cubicBezTo>
                  <a:pt x="69238" y="12380"/>
                  <a:pt x="70972" y="19312"/>
                  <a:pt x="70972" y="27978"/>
                </a:cubicBezTo>
                <a:cubicBezTo>
                  <a:pt x="70972" y="31690"/>
                  <a:pt x="70601" y="35405"/>
                  <a:pt x="69982" y="39365"/>
                </a:cubicBezTo>
                <a:cubicBezTo>
                  <a:pt x="69362" y="43327"/>
                  <a:pt x="68371" y="47412"/>
                  <a:pt x="66885" y="51745"/>
                </a:cubicBezTo>
                <a:lnTo>
                  <a:pt x="55366" y="51745"/>
                </a:lnTo>
                <a:cubicBezTo>
                  <a:pt x="57595" y="47659"/>
                  <a:pt x="59206" y="43575"/>
                  <a:pt x="60197" y="39613"/>
                </a:cubicBezTo>
                <a:cubicBezTo>
                  <a:pt x="61311" y="35652"/>
                  <a:pt x="61807" y="31690"/>
                  <a:pt x="61807" y="27730"/>
                </a:cubicBezTo>
                <a:cubicBezTo>
                  <a:pt x="61807" y="22531"/>
                  <a:pt x="60940" y="18445"/>
                  <a:pt x="59206" y="15597"/>
                </a:cubicBezTo>
                <a:cubicBezTo>
                  <a:pt x="57472" y="12876"/>
                  <a:pt x="54871" y="11389"/>
                  <a:pt x="51526" y="11389"/>
                </a:cubicBezTo>
                <a:cubicBezTo>
                  <a:pt x="48554" y="11389"/>
                  <a:pt x="46200" y="12504"/>
                  <a:pt x="44590" y="14484"/>
                </a:cubicBezTo>
                <a:cubicBezTo>
                  <a:pt x="42980" y="16464"/>
                  <a:pt x="41370" y="20920"/>
                  <a:pt x="39883" y="27854"/>
                </a:cubicBezTo>
                <a:lnTo>
                  <a:pt x="39016" y="31690"/>
                </a:lnTo>
                <a:cubicBezTo>
                  <a:pt x="37530" y="38624"/>
                  <a:pt x="35300" y="43699"/>
                  <a:pt x="32328" y="46670"/>
                </a:cubicBezTo>
                <a:cubicBezTo>
                  <a:pt x="29355" y="49765"/>
                  <a:pt x="25268" y="51250"/>
                  <a:pt x="19942" y="51250"/>
                </a:cubicBezTo>
                <a:cubicBezTo>
                  <a:pt x="13625" y="51250"/>
                  <a:pt x="8670" y="49022"/>
                  <a:pt x="5202" y="44566"/>
                </a:cubicBezTo>
                <a:cubicBezTo>
                  <a:pt x="1734" y="40108"/>
                  <a:pt x="0" y="33672"/>
                  <a:pt x="0" y="25254"/>
                </a:cubicBezTo>
                <a:cubicBezTo>
                  <a:pt x="0" y="21168"/>
                  <a:pt x="372" y="17332"/>
                  <a:pt x="991" y="13617"/>
                </a:cubicBezTo>
                <a:cubicBezTo>
                  <a:pt x="1610" y="10028"/>
                  <a:pt x="2477" y="6685"/>
                  <a:pt x="3592" y="3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FE909-FC0D-42AE-8F56-BFE4204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648" y="121635"/>
            <a:ext cx="3132719" cy="4651771"/>
          </a:xfrm>
          <a:custGeom xmlns:a="http://schemas.openxmlformats.org/drawingml/2006/main">
            <a:pathLst>
              <a:path w="3132719" h="4651771" fill="none">
                <a:moveTo>
                  <a:pt x="0" y="0"/>
                </a:moveTo>
                <a:lnTo>
                  <a:pt x="3492" y="449566"/>
                </a:lnTo>
                <a:lnTo>
                  <a:pt x="6005" y="718407"/>
                </a:lnTo>
                <a:lnTo>
                  <a:pt x="6980" y="723570"/>
                </a:lnTo>
                <a:lnTo>
                  <a:pt x="8781" y="911089"/>
                </a:lnTo>
                <a:lnTo>
                  <a:pt x="9844" y="934665"/>
                </a:lnTo>
                <a:lnTo>
                  <a:pt x="11145" y="1029882"/>
                </a:lnTo>
                <a:lnTo>
                  <a:pt x="11927" y="1130638"/>
                </a:lnTo>
                <a:lnTo>
                  <a:pt x="15257" y="1198150"/>
                </a:lnTo>
                <a:lnTo>
                  <a:pt x="15889" y="1192774"/>
                </a:lnTo>
                <a:lnTo>
                  <a:pt x="19773" y="1462379"/>
                </a:lnTo>
                <a:lnTo>
                  <a:pt x="20098" y="1453519"/>
                </a:lnTo>
                <a:lnTo>
                  <a:pt x="20291" y="1458498"/>
                </a:lnTo>
                <a:lnTo>
                  <a:pt x="23884" y="1599535"/>
                </a:lnTo>
                <a:lnTo>
                  <a:pt x="24359" y="1636831"/>
                </a:lnTo>
                <a:lnTo>
                  <a:pt x="24833" y="1630406"/>
                </a:lnTo>
                <a:lnTo>
                  <a:pt x="27495" y="1685010"/>
                </a:lnTo>
                <a:lnTo>
                  <a:pt x="28383" y="1697117"/>
                </a:lnTo>
                <a:lnTo>
                  <a:pt x="29112" y="1717962"/>
                </a:lnTo>
                <a:lnTo>
                  <a:pt x="30342" y="1717090"/>
                </a:lnTo>
                <a:lnTo>
                  <a:pt x="30737" y="1711309"/>
                </a:lnTo>
                <a:lnTo>
                  <a:pt x="31115" y="1732573"/>
                </a:lnTo>
                <a:lnTo>
                  <a:pt x="31616" y="1714548"/>
                </a:lnTo>
                <a:lnTo>
                  <a:pt x="32108" y="1714044"/>
                </a:lnTo>
                <a:lnTo>
                  <a:pt x="32793" y="1811433"/>
                </a:lnTo>
                <a:lnTo>
                  <a:pt x="33347" y="1804991"/>
                </a:lnTo>
                <a:lnTo>
                  <a:pt x="33549" y="1817687"/>
                </a:lnTo>
                <a:lnTo>
                  <a:pt x="33892" y="1791962"/>
                </a:lnTo>
                <a:lnTo>
                  <a:pt x="34647" y="1804207"/>
                </a:lnTo>
                <a:lnTo>
                  <a:pt x="34972" y="1682665"/>
                </a:lnTo>
                <a:lnTo>
                  <a:pt x="35464" y="1702644"/>
                </a:lnTo>
                <a:lnTo>
                  <a:pt x="36360" y="1715688"/>
                </a:lnTo>
                <a:lnTo>
                  <a:pt x="36940" y="1734225"/>
                </a:lnTo>
                <a:lnTo>
                  <a:pt x="37564" y="1730267"/>
                </a:lnTo>
                <a:lnTo>
                  <a:pt x="39761" y="1795059"/>
                </a:lnTo>
                <a:lnTo>
                  <a:pt x="40217" y="1885685"/>
                </a:lnTo>
                <a:lnTo>
                  <a:pt x="42563" y="1928824"/>
                </a:lnTo>
                <a:lnTo>
                  <a:pt x="42598" y="1943550"/>
                </a:lnTo>
                <a:lnTo>
                  <a:pt x="42625" y="1903116"/>
                </a:lnTo>
                <a:lnTo>
                  <a:pt x="43582" y="1912250"/>
                </a:lnTo>
                <a:lnTo>
                  <a:pt x="43846" y="1934190"/>
                </a:lnTo>
                <a:lnTo>
                  <a:pt x="44294" y="1908073"/>
                </a:lnTo>
                <a:lnTo>
                  <a:pt x="44654" y="1914343"/>
                </a:lnTo>
                <a:lnTo>
                  <a:pt x="44874" y="1938945"/>
                </a:lnTo>
                <a:lnTo>
                  <a:pt x="47439" y="1938032"/>
                </a:lnTo>
                <a:lnTo>
                  <a:pt x="48388" y="1996010"/>
                </a:lnTo>
                <a:lnTo>
                  <a:pt x="48872" y="1997801"/>
                </a:lnTo>
                <a:lnTo>
                  <a:pt x="49961" y="1985827"/>
                </a:lnTo>
                <a:lnTo>
                  <a:pt x="50181" y="1991143"/>
                </a:lnTo>
                <a:lnTo>
                  <a:pt x="51507" y="2076593"/>
                </a:lnTo>
                <a:lnTo>
                  <a:pt x="52193" y="2074007"/>
                </a:lnTo>
                <a:lnTo>
                  <a:pt x="52729" y="2090730"/>
                </a:lnTo>
                <a:lnTo>
                  <a:pt x="53001" y="2108459"/>
                </a:lnTo>
                <a:lnTo>
                  <a:pt x="53730" y="2097755"/>
                </a:lnTo>
                <a:lnTo>
                  <a:pt x="54855" y="1994138"/>
                </a:lnTo>
                <a:lnTo>
                  <a:pt x="55110" y="1734974"/>
                </a:lnTo>
                <a:lnTo>
                  <a:pt x="55443" y="1820450"/>
                </a:lnTo>
                <a:lnTo>
                  <a:pt x="59933" y="2096415"/>
                </a:lnTo>
                <a:lnTo>
                  <a:pt x="60144" y="2095365"/>
                </a:lnTo>
                <a:lnTo>
                  <a:pt x="60838" y="2034658"/>
                </a:lnTo>
                <a:lnTo>
                  <a:pt x="61163" y="2071320"/>
                </a:lnTo>
                <a:lnTo>
                  <a:pt x="62156" y="2103364"/>
                </a:lnTo>
                <a:lnTo>
                  <a:pt x="62217" y="2141832"/>
                </a:lnTo>
                <a:lnTo>
                  <a:pt x="62569" y="2134863"/>
                </a:lnTo>
                <a:lnTo>
                  <a:pt x="63175" y="2147860"/>
                </a:lnTo>
                <a:lnTo>
                  <a:pt x="63280" y="2179897"/>
                </a:lnTo>
                <a:lnTo>
                  <a:pt x="64080" y="2166437"/>
                </a:lnTo>
                <a:lnTo>
                  <a:pt x="64423" y="2145903"/>
                </a:lnTo>
                <a:lnTo>
                  <a:pt x="64660" y="2158308"/>
                </a:lnTo>
                <a:lnTo>
                  <a:pt x="65345" y="2157332"/>
                </a:lnTo>
                <a:lnTo>
                  <a:pt x="65363" y="2157885"/>
                </a:lnTo>
                <a:lnTo>
                  <a:pt x="66329" y="2251270"/>
                </a:lnTo>
                <a:lnTo>
                  <a:pt x="66426" y="2234408"/>
                </a:lnTo>
                <a:lnTo>
                  <a:pt x="67050" y="2224207"/>
                </a:lnTo>
                <a:lnTo>
                  <a:pt x="67067" y="2234195"/>
                </a:lnTo>
                <a:lnTo>
                  <a:pt x="67779" y="2233169"/>
                </a:lnTo>
                <a:lnTo>
                  <a:pt x="67955" y="2214542"/>
                </a:lnTo>
                <a:lnTo>
                  <a:pt x="68649" y="2227763"/>
                </a:lnTo>
                <a:lnTo>
                  <a:pt x="69185" y="2260684"/>
                </a:lnTo>
                <a:lnTo>
                  <a:pt x="69914" y="2261637"/>
                </a:lnTo>
                <a:lnTo>
                  <a:pt x="71794" y="2352825"/>
                </a:lnTo>
                <a:lnTo>
                  <a:pt x="71873" y="2369607"/>
                </a:lnTo>
                <a:lnTo>
                  <a:pt x="73103" y="2365230"/>
                </a:lnTo>
                <a:lnTo>
                  <a:pt x="73955" y="2335623"/>
                </a:lnTo>
                <a:lnTo>
                  <a:pt x="73683" y="2368140"/>
                </a:lnTo>
                <a:lnTo>
                  <a:pt x="74201" y="2347869"/>
                </a:lnTo>
                <a:lnTo>
                  <a:pt x="74482" y="2338738"/>
                </a:lnTo>
                <a:lnTo>
                  <a:pt x="74562" y="2364147"/>
                </a:lnTo>
                <a:lnTo>
                  <a:pt x="75475" y="2361070"/>
                </a:lnTo>
                <a:lnTo>
                  <a:pt x="78173" y="2432885"/>
                </a:lnTo>
                <a:lnTo>
                  <a:pt x="78981" y="2387807"/>
                </a:lnTo>
                <a:lnTo>
                  <a:pt x="79578" y="2391135"/>
                </a:lnTo>
                <a:lnTo>
                  <a:pt x="79587" y="2402248"/>
                </a:lnTo>
                <a:lnTo>
                  <a:pt x="80439" y="2358708"/>
                </a:lnTo>
                <a:lnTo>
                  <a:pt x="81353" y="2348154"/>
                </a:lnTo>
                <a:lnTo>
                  <a:pt x="83831" y="2218220"/>
                </a:lnTo>
                <a:lnTo>
                  <a:pt x="85245" y="2296736"/>
                </a:lnTo>
                <a:lnTo>
                  <a:pt x="85737" y="2292739"/>
                </a:lnTo>
                <a:lnTo>
                  <a:pt x="86625" y="2342294"/>
                </a:lnTo>
                <a:lnTo>
                  <a:pt x="86783" y="2330029"/>
                </a:lnTo>
                <a:lnTo>
                  <a:pt x="87776" y="2327842"/>
                </a:lnTo>
                <a:lnTo>
                  <a:pt x="88443" y="2341328"/>
                </a:lnTo>
                <a:lnTo>
                  <a:pt x="88698" y="2338996"/>
                </a:lnTo>
                <a:lnTo>
                  <a:pt x="89928" y="2423178"/>
                </a:lnTo>
                <a:lnTo>
                  <a:pt x="90455" y="2433750"/>
                </a:lnTo>
                <a:lnTo>
                  <a:pt x="90736" y="2395938"/>
                </a:lnTo>
                <a:lnTo>
                  <a:pt x="91237" y="2442447"/>
                </a:lnTo>
                <a:lnTo>
                  <a:pt x="91852" y="2447792"/>
                </a:lnTo>
                <a:lnTo>
                  <a:pt x="93240" y="2406792"/>
                </a:lnTo>
                <a:lnTo>
                  <a:pt x="93785" y="2435752"/>
                </a:lnTo>
                <a:lnTo>
                  <a:pt x="93943" y="2435366"/>
                </a:lnTo>
                <a:lnTo>
                  <a:pt x="94233" y="2426911"/>
                </a:lnTo>
                <a:lnTo>
                  <a:pt x="95068" y="2471933"/>
                </a:lnTo>
                <a:lnTo>
                  <a:pt x="97897" y="2577346"/>
                </a:lnTo>
                <a:lnTo>
                  <a:pt x="98442" y="2535022"/>
                </a:lnTo>
                <a:lnTo>
                  <a:pt x="99092" y="2535976"/>
                </a:lnTo>
                <a:lnTo>
                  <a:pt x="100155" y="2515840"/>
                </a:lnTo>
                <a:lnTo>
                  <a:pt x="100682" y="2516400"/>
                </a:lnTo>
                <a:lnTo>
                  <a:pt x="100726" y="2538077"/>
                </a:lnTo>
                <a:lnTo>
                  <a:pt x="101262" y="2536992"/>
                </a:lnTo>
                <a:lnTo>
                  <a:pt x="102527" y="2586354"/>
                </a:lnTo>
                <a:lnTo>
                  <a:pt x="102843" y="2559968"/>
                </a:lnTo>
                <a:lnTo>
                  <a:pt x="105962" y="2624141"/>
                </a:lnTo>
                <a:lnTo>
                  <a:pt x="107825" y="2617085"/>
                </a:lnTo>
                <a:lnTo>
                  <a:pt x="108299" y="2712037"/>
                </a:lnTo>
                <a:lnTo>
                  <a:pt x="108660" y="2647769"/>
                </a:lnTo>
                <a:lnTo>
                  <a:pt x="109872" y="2636639"/>
                </a:lnTo>
                <a:lnTo>
                  <a:pt x="110065" y="2610546"/>
                </a:lnTo>
                <a:lnTo>
                  <a:pt x="110812" y="2614823"/>
                </a:lnTo>
                <a:lnTo>
                  <a:pt x="110865" y="2624559"/>
                </a:lnTo>
                <a:lnTo>
                  <a:pt x="111014" y="2608519"/>
                </a:lnTo>
                <a:lnTo>
                  <a:pt x="111594" y="2588184"/>
                </a:lnTo>
                <a:lnTo>
                  <a:pt x="113114" y="2602144"/>
                </a:lnTo>
                <a:lnTo>
                  <a:pt x="113615" y="2577287"/>
                </a:lnTo>
                <a:lnTo>
                  <a:pt x="113430" y="2602406"/>
                </a:lnTo>
                <a:lnTo>
                  <a:pt x="114687" y="2579519"/>
                </a:lnTo>
                <a:lnTo>
                  <a:pt x="114959" y="2578035"/>
                </a:lnTo>
                <a:lnTo>
                  <a:pt x="115776" y="2598766"/>
                </a:lnTo>
                <a:lnTo>
                  <a:pt x="116224" y="2584915"/>
                </a:lnTo>
                <a:lnTo>
                  <a:pt x="116646" y="2534544"/>
                </a:lnTo>
                <a:lnTo>
                  <a:pt x="116752" y="2554909"/>
                </a:lnTo>
                <a:lnTo>
                  <a:pt x="117164" y="2579008"/>
                </a:lnTo>
                <a:lnTo>
                  <a:pt x="118597" y="2590644"/>
                </a:lnTo>
                <a:lnTo>
                  <a:pt x="120846" y="2725527"/>
                </a:lnTo>
                <a:lnTo>
                  <a:pt x="121390" y="2731290"/>
                </a:lnTo>
                <a:lnTo>
                  <a:pt x="121540" y="2763371"/>
                </a:lnTo>
                <a:lnTo>
                  <a:pt x="123947" y="2687275"/>
                </a:lnTo>
                <a:lnTo>
                  <a:pt x="124501" y="2722285"/>
                </a:lnTo>
                <a:lnTo>
                  <a:pt x="125186" y="2708929"/>
                </a:lnTo>
                <a:lnTo>
                  <a:pt x="126768" y="2671179"/>
                </a:lnTo>
                <a:lnTo>
                  <a:pt x="125502" y="2711394"/>
                </a:lnTo>
                <a:lnTo>
                  <a:pt x="127189" y="2673686"/>
                </a:lnTo>
                <a:lnTo>
                  <a:pt x="128410" y="2741190"/>
                </a:lnTo>
                <a:lnTo>
                  <a:pt x="129008" y="2714582"/>
                </a:lnTo>
                <a:lnTo>
                  <a:pt x="129219" y="2701000"/>
                </a:lnTo>
                <a:lnTo>
                  <a:pt x="129377" y="2702663"/>
                </a:lnTo>
                <a:lnTo>
                  <a:pt x="129974" y="2711455"/>
                </a:lnTo>
                <a:lnTo>
                  <a:pt x="130089" y="2746009"/>
                </a:lnTo>
                <a:lnTo>
                  <a:pt x="130370" y="2717413"/>
                </a:lnTo>
                <a:lnTo>
                  <a:pt x="131099" y="2719340"/>
                </a:lnTo>
                <a:lnTo>
                  <a:pt x="132505" y="2733437"/>
                </a:lnTo>
                <a:lnTo>
                  <a:pt x="132557" y="2733329"/>
                </a:lnTo>
                <a:lnTo>
                  <a:pt x="132636" y="2746046"/>
                </a:lnTo>
                <a:lnTo>
                  <a:pt x="133199" y="2723252"/>
                </a:lnTo>
                <a:lnTo>
                  <a:pt x="133902" y="2744040"/>
                </a:lnTo>
                <a:lnTo>
                  <a:pt x="133928" y="2742191"/>
                </a:lnTo>
                <a:lnTo>
                  <a:pt x="134534" y="2706654"/>
                </a:lnTo>
                <a:lnTo>
                  <a:pt x="135791" y="2709573"/>
                </a:lnTo>
                <a:lnTo>
                  <a:pt x="136001" y="2693685"/>
                </a:lnTo>
                <a:lnTo>
                  <a:pt x="136186" y="2722586"/>
                </a:lnTo>
                <a:lnTo>
                  <a:pt x="136485" y="2711409"/>
                </a:lnTo>
                <a:lnTo>
                  <a:pt x="138778" y="2730054"/>
                </a:lnTo>
                <a:lnTo>
                  <a:pt x="139331" y="2685551"/>
                </a:lnTo>
                <a:lnTo>
                  <a:pt x="139692" y="2696461"/>
                </a:lnTo>
                <a:lnTo>
                  <a:pt x="140069" y="2700771"/>
                </a:lnTo>
                <a:lnTo>
                  <a:pt x="140105" y="2696680"/>
                </a:lnTo>
                <a:lnTo>
                  <a:pt x="140148" y="2721574"/>
                </a:lnTo>
                <a:lnTo>
                  <a:pt x="140746" y="2719308"/>
                </a:lnTo>
                <a:lnTo>
                  <a:pt x="141343" y="2715374"/>
                </a:lnTo>
                <a:lnTo>
                  <a:pt x="141624" y="2717631"/>
                </a:lnTo>
                <a:lnTo>
                  <a:pt x="142204" y="1511737"/>
                </a:lnTo>
                <a:lnTo>
                  <a:pt x="143689" y="1725802"/>
                </a:lnTo>
                <a:lnTo>
                  <a:pt x="144796" y="2282168"/>
                </a:lnTo>
                <a:lnTo>
                  <a:pt x="145701" y="2463864"/>
                </a:lnTo>
                <a:lnTo>
                  <a:pt x="145736" y="2455677"/>
                </a:lnTo>
                <a:lnTo>
                  <a:pt x="146676" y="2535215"/>
                </a:lnTo>
                <a:lnTo>
                  <a:pt x="148170" y="2619186"/>
                </a:lnTo>
                <a:lnTo>
                  <a:pt x="148978" y="2650888"/>
                </a:lnTo>
                <a:lnTo>
                  <a:pt x="149664" y="2629937"/>
                </a:lnTo>
                <a:lnTo>
                  <a:pt x="149813" y="2636989"/>
                </a:lnTo>
                <a:lnTo>
                  <a:pt x="150489" y="2696450"/>
                </a:lnTo>
                <a:lnTo>
                  <a:pt x="150762" y="2691946"/>
                </a:lnTo>
                <a:lnTo>
                  <a:pt x="151412" y="2703253"/>
                </a:lnTo>
                <a:lnTo>
                  <a:pt x="151447" y="2755404"/>
                </a:lnTo>
                <a:lnTo>
                  <a:pt x="151728" y="2743030"/>
                </a:lnTo>
                <a:lnTo>
                  <a:pt x="153705" y="2687045"/>
                </a:lnTo>
                <a:lnTo>
                  <a:pt x="153828" y="2703566"/>
                </a:lnTo>
                <a:lnTo>
                  <a:pt x="155488" y="2810613"/>
                </a:lnTo>
                <a:lnTo>
                  <a:pt x="156200" y="2810883"/>
                </a:lnTo>
                <a:lnTo>
                  <a:pt x="156745" y="2777252"/>
                </a:lnTo>
                <a:lnTo>
                  <a:pt x="158283" y="2797509"/>
                </a:lnTo>
                <a:lnTo>
                  <a:pt x="158529" y="2792114"/>
                </a:lnTo>
                <a:lnTo>
                  <a:pt x="158898" y="2792884"/>
                </a:lnTo>
                <a:lnTo>
                  <a:pt x="159794" y="2828924"/>
                </a:lnTo>
                <a:lnTo>
                  <a:pt x="161032" y="2827239"/>
                </a:lnTo>
                <a:lnTo>
                  <a:pt x="161612" y="2873290"/>
                </a:lnTo>
                <a:lnTo>
                  <a:pt x="161648" y="2865520"/>
                </a:lnTo>
                <a:lnTo>
                  <a:pt x="161823" y="2809287"/>
                </a:lnTo>
                <a:lnTo>
                  <a:pt x="162719" y="2813232"/>
                </a:lnTo>
                <a:lnTo>
                  <a:pt x="163352" y="2817864"/>
                </a:lnTo>
                <a:lnTo>
                  <a:pt x="163818" y="2816004"/>
                </a:lnTo>
                <a:lnTo>
                  <a:pt x="164397" y="2584368"/>
                </a:lnTo>
                <a:lnTo>
                  <a:pt x="165101" y="2657226"/>
                </a:lnTo>
                <a:lnTo>
                  <a:pt x="166269" y="2677682"/>
                </a:lnTo>
                <a:lnTo>
                  <a:pt x="166673" y="2777963"/>
                </a:lnTo>
                <a:lnTo>
                  <a:pt x="167253" y="2758711"/>
                </a:lnTo>
                <a:lnTo>
                  <a:pt x="167455" y="2745930"/>
                </a:lnTo>
                <a:lnTo>
                  <a:pt x="167561" y="2772971"/>
                </a:lnTo>
                <a:lnTo>
                  <a:pt x="168343" y="2815208"/>
                </a:lnTo>
                <a:lnTo>
                  <a:pt x="170574" y="2921498"/>
                </a:lnTo>
                <a:lnTo>
                  <a:pt x="171620" y="2874642"/>
                </a:lnTo>
                <a:lnTo>
                  <a:pt x="172164" y="2894749"/>
                </a:lnTo>
                <a:lnTo>
                  <a:pt x="172586" y="2878117"/>
                </a:lnTo>
                <a:lnTo>
                  <a:pt x="173948" y="2834735"/>
                </a:lnTo>
                <a:lnTo>
                  <a:pt x="173385" y="2879444"/>
                </a:lnTo>
                <a:lnTo>
                  <a:pt x="174343" y="2849755"/>
                </a:lnTo>
                <a:lnTo>
                  <a:pt x="175661" y="2892558"/>
                </a:lnTo>
                <a:lnTo>
                  <a:pt x="176988" y="2832693"/>
                </a:lnTo>
                <a:lnTo>
                  <a:pt x="177049" y="2773769"/>
                </a:lnTo>
                <a:lnTo>
                  <a:pt x="177814" y="2815801"/>
                </a:lnTo>
                <a:lnTo>
                  <a:pt x="178710" y="2789591"/>
                </a:lnTo>
                <a:lnTo>
                  <a:pt x="178763" y="2803548"/>
                </a:lnTo>
                <a:lnTo>
                  <a:pt x="179439" y="2834457"/>
                </a:lnTo>
                <a:lnTo>
                  <a:pt x="180827" y="2001421"/>
                </a:lnTo>
                <a:lnTo>
                  <a:pt x="181363" y="2050584"/>
                </a:lnTo>
                <a:lnTo>
                  <a:pt x="183638" y="2215181"/>
                </a:lnTo>
                <a:lnTo>
                  <a:pt x="185229" y="2431097"/>
                </a:lnTo>
                <a:lnTo>
                  <a:pt x="185791" y="2432637"/>
                </a:lnTo>
                <a:lnTo>
                  <a:pt x="188076" y="2608379"/>
                </a:lnTo>
                <a:lnTo>
                  <a:pt x="190193" y="2811298"/>
                </a:lnTo>
                <a:lnTo>
                  <a:pt x="190351" y="2798158"/>
                </a:lnTo>
                <a:lnTo>
                  <a:pt x="190712" y="2748098"/>
                </a:lnTo>
                <a:lnTo>
                  <a:pt x="190966" y="2809809"/>
                </a:lnTo>
                <a:lnTo>
                  <a:pt x="191625" y="2861020"/>
                </a:lnTo>
                <a:lnTo>
                  <a:pt x="192178" y="2816308"/>
                </a:lnTo>
                <a:lnTo>
                  <a:pt x="192337" y="2839207"/>
                </a:lnTo>
                <a:lnTo>
                  <a:pt x="192662" y="2862398"/>
                </a:lnTo>
                <a:lnTo>
                  <a:pt x="192750" y="2850699"/>
                </a:lnTo>
                <a:lnTo>
                  <a:pt x="193251" y="2821751"/>
                </a:lnTo>
                <a:lnTo>
                  <a:pt x="193725" y="2553865"/>
                </a:lnTo>
                <a:lnTo>
                  <a:pt x="194129" y="2677539"/>
                </a:lnTo>
                <a:lnTo>
                  <a:pt x="195781" y="2789021"/>
                </a:lnTo>
                <a:lnTo>
                  <a:pt x="195904" y="2788188"/>
                </a:lnTo>
                <a:lnTo>
                  <a:pt x="195948" y="2773927"/>
                </a:lnTo>
                <a:lnTo>
                  <a:pt x="196141" y="2805493"/>
                </a:lnTo>
                <a:lnTo>
                  <a:pt x="196158" y="2799350"/>
                </a:lnTo>
                <a:lnTo>
                  <a:pt x="197046" y="2796473"/>
                </a:lnTo>
                <a:lnTo>
                  <a:pt x="197239" y="2781933"/>
                </a:lnTo>
                <a:lnTo>
                  <a:pt x="197301" y="2797614"/>
                </a:lnTo>
                <a:lnTo>
                  <a:pt x="199339" y="2930816"/>
                </a:lnTo>
                <a:lnTo>
                  <a:pt x="200253" y="2920894"/>
                </a:lnTo>
                <a:lnTo>
                  <a:pt x="200350" y="2933944"/>
                </a:lnTo>
                <a:lnTo>
                  <a:pt x="200771" y="2913092"/>
                </a:lnTo>
                <a:lnTo>
                  <a:pt x="200920" y="2916756"/>
                </a:lnTo>
                <a:lnTo>
                  <a:pt x="203205" y="2893925"/>
                </a:lnTo>
                <a:lnTo>
                  <a:pt x="203530" y="2899253"/>
                </a:lnTo>
                <a:lnTo>
                  <a:pt x="203758" y="2867870"/>
                </a:lnTo>
                <a:lnTo>
                  <a:pt x="204075" y="2881320"/>
                </a:lnTo>
                <a:lnTo>
                  <a:pt x="205340" y="2870911"/>
                </a:lnTo>
                <a:lnTo>
                  <a:pt x="205656" y="2852502"/>
                </a:lnTo>
                <a:lnTo>
                  <a:pt x="205709" y="2874121"/>
                </a:lnTo>
                <a:lnTo>
                  <a:pt x="206245" y="2874012"/>
                </a:lnTo>
                <a:lnTo>
                  <a:pt x="206939" y="2897582"/>
                </a:lnTo>
                <a:lnTo>
                  <a:pt x="209364" y="2960728"/>
                </a:lnTo>
                <a:lnTo>
                  <a:pt x="210067" y="2942186"/>
                </a:lnTo>
                <a:lnTo>
                  <a:pt x="210128" y="2961444"/>
                </a:lnTo>
                <a:lnTo>
                  <a:pt x="210919" y="2975436"/>
                </a:lnTo>
                <a:lnTo>
                  <a:pt x="211358" y="2975681"/>
                </a:lnTo>
                <a:lnTo>
                  <a:pt x="211841" y="3005611"/>
                </a:lnTo>
                <a:lnTo>
                  <a:pt x="212316" y="2995928"/>
                </a:lnTo>
                <a:lnTo>
                  <a:pt x="213836" y="2977261"/>
                </a:lnTo>
                <a:lnTo>
                  <a:pt x="214170" y="2990516"/>
                </a:lnTo>
                <a:lnTo>
                  <a:pt x="214301" y="2971849"/>
                </a:lnTo>
                <a:lnTo>
                  <a:pt x="214547" y="2968477"/>
                </a:lnTo>
                <a:lnTo>
                  <a:pt x="214697" y="2970476"/>
                </a:lnTo>
                <a:lnTo>
                  <a:pt x="215365" y="2976158"/>
                </a:lnTo>
                <a:lnTo>
                  <a:pt x="215865" y="3015309"/>
                </a:lnTo>
                <a:lnTo>
                  <a:pt x="216393" y="3009844"/>
                </a:lnTo>
                <a:lnTo>
                  <a:pt x="216621" y="3004720"/>
                </a:lnTo>
                <a:lnTo>
                  <a:pt x="217552" y="3054931"/>
                </a:lnTo>
                <a:lnTo>
                  <a:pt x="217605" y="3039024"/>
                </a:lnTo>
                <a:lnTo>
                  <a:pt x="218105" y="3016532"/>
                </a:lnTo>
                <a:lnTo>
                  <a:pt x="218229" y="2954733"/>
                </a:lnTo>
                <a:lnTo>
                  <a:pt x="219037" y="3008937"/>
                </a:lnTo>
                <a:lnTo>
                  <a:pt x="219371" y="2989072"/>
                </a:lnTo>
                <a:lnTo>
                  <a:pt x="219925" y="3019720"/>
                </a:lnTo>
                <a:lnTo>
                  <a:pt x="220707" y="2951952"/>
                </a:lnTo>
                <a:lnTo>
                  <a:pt x="222068" y="2933966"/>
                </a:lnTo>
                <a:lnTo>
                  <a:pt x="222182" y="2937681"/>
                </a:lnTo>
                <a:lnTo>
                  <a:pt x="222736" y="2927282"/>
                </a:lnTo>
                <a:lnTo>
                  <a:pt x="223755" y="2961257"/>
                </a:lnTo>
                <a:lnTo>
                  <a:pt x="224361" y="2971237"/>
                </a:lnTo>
                <a:lnTo>
                  <a:pt x="224511" y="2960837"/>
                </a:lnTo>
                <a:lnTo>
                  <a:pt x="225135" y="2971185"/>
                </a:lnTo>
                <a:lnTo>
                  <a:pt x="225293" y="2956832"/>
                </a:lnTo>
                <a:lnTo>
                  <a:pt x="226900" y="2981308"/>
                </a:lnTo>
                <a:lnTo>
                  <a:pt x="226989" y="2964813"/>
                </a:lnTo>
                <a:lnTo>
                  <a:pt x="228034" y="2997276"/>
                </a:lnTo>
                <a:lnTo>
                  <a:pt x="228517" y="2988564"/>
                </a:lnTo>
                <a:lnTo>
                  <a:pt x="229879" y="2992868"/>
                </a:lnTo>
                <a:lnTo>
                  <a:pt x="230678" y="3056895"/>
                </a:lnTo>
                <a:lnTo>
                  <a:pt x="230801" y="3042093"/>
                </a:lnTo>
                <a:lnTo>
                  <a:pt x="231320" y="3042138"/>
                </a:lnTo>
                <a:lnTo>
                  <a:pt x="232172" y="3011700"/>
                </a:lnTo>
                <a:lnTo>
                  <a:pt x="232198" y="3006212"/>
                </a:lnTo>
                <a:lnTo>
                  <a:pt x="232410" y="3023830"/>
                </a:lnTo>
                <a:lnTo>
                  <a:pt x="232989" y="3020007"/>
                </a:lnTo>
                <a:lnTo>
                  <a:pt x="233938" y="2995893"/>
                </a:lnTo>
                <a:lnTo>
                  <a:pt x="234474" y="3000114"/>
                </a:lnTo>
                <a:lnTo>
                  <a:pt x="236047" y="3002503"/>
                </a:lnTo>
                <a:lnTo>
                  <a:pt x="236214" y="2989301"/>
                </a:lnTo>
                <a:lnTo>
                  <a:pt x="236513" y="3004349"/>
                </a:lnTo>
                <a:lnTo>
                  <a:pt x="236521" y="2990239"/>
                </a:lnTo>
                <a:lnTo>
                  <a:pt x="236547" y="3039143"/>
                </a:lnTo>
                <a:lnTo>
                  <a:pt x="239130" y="2976580"/>
                </a:lnTo>
                <a:lnTo>
                  <a:pt x="239649" y="2983765"/>
                </a:lnTo>
                <a:lnTo>
                  <a:pt x="240027" y="2990437"/>
                </a:lnTo>
                <a:lnTo>
                  <a:pt x="240475" y="2984433"/>
                </a:lnTo>
                <a:lnTo>
                  <a:pt x="240651" y="2978532"/>
                </a:lnTo>
                <a:lnTo>
                  <a:pt x="242417" y="3020105"/>
                </a:lnTo>
                <a:lnTo>
                  <a:pt x="243497" y="3014964"/>
                </a:lnTo>
                <a:lnTo>
                  <a:pt x="244156" y="3046538"/>
                </a:lnTo>
                <a:lnTo>
                  <a:pt x="244437" y="3039793"/>
                </a:lnTo>
                <a:lnTo>
                  <a:pt x="245193" y="3048546"/>
                </a:lnTo>
                <a:lnTo>
                  <a:pt x="245228" y="3022630"/>
                </a:lnTo>
                <a:lnTo>
                  <a:pt x="245413" y="3052154"/>
                </a:lnTo>
                <a:lnTo>
                  <a:pt x="246019" y="3037594"/>
                </a:lnTo>
                <a:lnTo>
                  <a:pt x="246783" y="3013740"/>
                </a:lnTo>
                <a:lnTo>
                  <a:pt x="246344" y="3039537"/>
                </a:lnTo>
                <a:lnTo>
                  <a:pt x="246863" y="3036072"/>
                </a:lnTo>
                <a:lnTo>
                  <a:pt x="246880" y="3062038"/>
                </a:lnTo>
                <a:lnTo>
                  <a:pt x="247565" y="3022200"/>
                </a:lnTo>
                <a:lnTo>
                  <a:pt x="247679" y="3025002"/>
                </a:lnTo>
                <a:lnTo>
                  <a:pt x="248251" y="3049741"/>
                </a:lnTo>
                <a:lnTo>
                  <a:pt x="249252" y="3046519"/>
                </a:lnTo>
                <a:lnTo>
                  <a:pt x="249867" y="3035108"/>
                </a:lnTo>
                <a:lnTo>
                  <a:pt x="250122" y="3045323"/>
                </a:lnTo>
                <a:lnTo>
                  <a:pt x="250649" y="3115197"/>
                </a:lnTo>
                <a:lnTo>
                  <a:pt x="250745" y="3083747"/>
                </a:lnTo>
                <a:lnTo>
                  <a:pt x="251114" y="2607929"/>
                </a:lnTo>
                <a:lnTo>
                  <a:pt x="251852" y="2724757"/>
                </a:lnTo>
                <a:lnTo>
                  <a:pt x="253197" y="2799458"/>
                </a:lnTo>
                <a:lnTo>
                  <a:pt x="254111" y="2785468"/>
                </a:lnTo>
                <a:lnTo>
                  <a:pt x="254629" y="2799729"/>
                </a:lnTo>
                <a:lnTo>
                  <a:pt x="254778" y="2827225"/>
                </a:lnTo>
                <a:lnTo>
                  <a:pt x="256254" y="2869194"/>
                </a:lnTo>
                <a:lnTo>
                  <a:pt x="257256" y="2916234"/>
                </a:lnTo>
                <a:lnTo>
                  <a:pt x="257976" y="2886835"/>
                </a:lnTo>
                <a:lnTo>
                  <a:pt x="258135" y="2902729"/>
                </a:lnTo>
                <a:lnTo>
                  <a:pt x="258917" y="2932943"/>
                </a:lnTo>
                <a:lnTo>
                  <a:pt x="259751" y="2923029"/>
                </a:lnTo>
                <a:lnTo>
                  <a:pt x="260016" y="0"/>
                </a:lnTo>
                <a:moveTo>
                  <a:pt x="266199" y="0"/>
                </a:moveTo>
                <a:lnTo>
                  <a:pt x="268361" y="1467850"/>
                </a:lnTo>
                <a:lnTo>
                  <a:pt x="272684" y="2431649"/>
                </a:lnTo>
                <a:lnTo>
                  <a:pt x="273773" y="2611189"/>
                </a:lnTo>
                <a:lnTo>
                  <a:pt x="276787" y="2939872"/>
                </a:lnTo>
                <a:lnTo>
                  <a:pt x="277024" y="2910871"/>
                </a:lnTo>
                <a:lnTo>
                  <a:pt x="277806" y="2909842"/>
                </a:lnTo>
                <a:lnTo>
                  <a:pt x="279080" y="2920836"/>
                </a:lnTo>
                <a:lnTo>
                  <a:pt x="282568" y="2986814"/>
                </a:lnTo>
                <a:lnTo>
                  <a:pt x="283605" y="2941654"/>
                </a:lnTo>
                <a:lnTo>
                  <a:pt x="283727" y="2966042"/>
                </a:lnTo>
                <a:lnTo>
                  <a:pt x="284246" y="3002060"/>
                </a:lnTo>
                <a:lnTo>
                  <a:pt x="284958" y="2985775"/>
                </a:lnTo>
                <a:lnTo>
                  <a:pt x="285116" y="2971706"/>
                </a:lnTo>
                <a:lnTo>
                  <a:pt x="285230" y="2981043"/>
                </a:lnTo>
                <a:lnTo>
                  <a:pt x="286609" y="2986481"/>
                </a:lnTo>
                <a:lnTo>
                  <a:pt x="289008" y="3083054"/>
                </a:lnTo>
                <a:lnTo>
                  <a:pt x="289131" y="3064672"/>
                </a:lnTo>
                <a:lnTo>
                  <a:pt x="289342" y="3060758"/>
                </a:lnTo>
                <a:lnTo>
                  <a:pt x="289930" y="3078156"/>
                </a:lnTo>
                <a:lnTo>
                  <a:pt x="290519" y="3076923"/>
                </a:lnTo>
                <a:lnTo>
                  <a:pt x="291196" y="3064231"/>
                </a:lnTo>
                <a:lnTo>
                  <a:pt x="292408" y="3086590"/>
                </a:lnTo>
                <a:lnTo>
                  <a:pt x="293190" y="3078509"/>
                </a:lnTo>
                <a:lnTo>
                  <a:pt x="293357" y="3092780"/>
                </a:lnTo>
                <a:lnTo>
                  <a:pt x="293867" y="3059486"/>
                </a:lnTo>
                <a:lnTo>
                  <a:pt x="294376" y="3067748"/>
                </a:lnTo>
                <a:lnTo>
                  <a:pt x="295659" y="3092825"/>
                </a:lnTo>
                <a:lnTo>
                  <a:pt x="296634" y="3101710"/>
                </a:lnTo>
                <a:lnTo>
                  <a:pt x="297118" y="3099507"/>
                </a:lnTo>
                <a:lnTo>
                  <a:pt x="298049" y="3149229"/>
                </a:lnTo>
                <a:lnTo>
                  <a:pt x="298260" y="3120964"/>
                </a:lnTo>
                <a:lnTo>
                  <a:pt x="298734" y="3108718"/>
                </a:lnTo>
                <a:lnTo>
                  <a:pt x="298814" y="3132091"/>
                </a:lnTo>
                <a:lnTo>
                  <a:pt x="299596" y="3119820"/>
                </a:lnTo>
                <a:lnTo>
                  <a:pt x="300035" y="3135129"/>
                </a:lnTo>
                <a:lnTo>
                  <a:pt x="301264" y="3134191"/>
                </a:lnTo>
                <a:lnTo>
                  <a:pt x="301291" y="3135503"/>
                </a:lnTo>
                <a:lnTo>
                  <a:pt x="301827" y="3109907"/>
                </a:lnTo>
                <a:lnTo>
                  <a:pt x="302187" y="3123524"/>
                </a:lnTo>
                <a:lnTo>
                  <a:pt x="302837" y="3179749"/>
                </a:lnTo>
                <a:lnTo>
                  <a:pt x="303145" y="3159577"/>
                </a:lnTo>
                <a:lnTo>
                  <a:pt x="304243" y="3103546"/>
                </a:lnTo>
                <a:lnTo>
                  <a:pt x="304506" y="3096792"/>
                </a:lnTo>
                <a:lnTo>
                  <a:pt x="305051" y="3107716"/>
                </a:lnTo>
                <a:lnTo>
                  <a:pt x="306668" y="3056549"/>
                </a:lnTo>
                <a:lnTo>
                  <a:pt x="307327" y="3142963"/>
                </a:lnTo>
                <a:lnTo>
                  <a:pt x="307757" y="3132890"/>
                </a:lnTo>
                <a:lnTo>
                  <a:pt x="308276" y="3113646"/>
                </a:lnTo>
                <a:lnTo>
                  <a:pt x="308285" y="3124220"/>
                </a:lnTo>
                <a:lnTo>
                  <a:pt x="309154" y="3163436"/>
                </a:lnTo>
                <a:lnTo>
                  <a:pt x="309787" y="3155927"/>
                </a:lnTo>
                <a:lnTo>
                  <a:pt x="309849" y="3165728"/>
                </a:lnTo>
                <a:lnTo>
                  <a:pt x="311087" y="3066262"/>
                </a:lnTo>
                <a:lnTo>
                  <a:pt x="311298" y="3082328"/>
                </a:lnTo>
                <a:lnTo>
                  <a:pt x="312282" y="3070684"/>
                </a:lnTo>
                <a:lnTo>
                  <a:pt x="311922" y="3083883"/>
                </a:lnTo>
                <a:lnTo>
                  <a:pt x="312678" y="3073129"/>
                </a:lnTo>
                <a:lnTo>
                  <a:pt x="313038" y="3076440"/>
                </a:lnTo>
                <a:lnTo>
                  <a:pt x="313195" y="3075855"/>
                </a:lnTo>
                <a:lnTo>
                  <a:pt x="313214" y="3095720"/>
                </a:lnTo>
                <a:lnTo>
                  <a:pt x="314039" y="3088137"/>
                </a:lnTo>
                <a:lnTo>
                  <a:pt x="315410" y="3048767"/>
                </a:lnTo>
                <a:lnTo>
                  <a:pt x="316262" y="3114311"/>
                </a:lnTo>
                <a:lnTo>
                  <a:pt x="316807" y="3188505"/>
                </a:lnTo>
                <a:lnTo>
                  <a:pt x="317158" y="3188108"/>
                </a:lnTo>
                <a:lnTo>
                  <a:pt x="318836" y="3127289"/>
                </a:lnTo>
                <a:lnTo>
                  <a:pt x="319663" y="3149299"/>
                </a:lnTo>
                <a:lnTo>
                  <a:pt x="320295" y="3141624"/>
                </a:lnTo>
                <a:lnTo>
                  <a:pt x="320400" y="3129445"/>
                </a:lnTo>
                <a:lnTo>
                  <a:pt x="320945" y="3150034"/>
                </a:lnTo>
                <a:lnTo>
                  <a:pt x="321340" y="3146698"/>
                </a:lnTo>
                <a:lnTo>
                  <a:pt x="321666" y="3180868"/>
                </a:lnTo>
                <a:lnTo>
                  <a:pt x="321999" y="3157905"/>
                </a:lnTo>
                <a:lnTo>
                  <a:pt x="322526" y="3145321"/>
                </a:lnTo>
                <a:lnTo>
                  <a:pt x="323511" y="3161597"/>
                </a:lnTo>
                <a:lnTo>
                  <a:pt x="323624" y="3150104"/>
                </a:lnTo>
                <a:lnTo>
                  <a:pt x="323888" y="3104622"/>
                </a:lnTo>
                <a:lnTo>
                  <a:pt x="324644" y="3128399"/>
                </a:lnTo>
                <a:lnTo>
                  <a:pt x="325188" y="3122808"/>
                </a:lnTo>
                <a:lnTo>
                  <a:pt x="325250" y="3124738"/>
                </a:lnTo>
                <a:lnTo>
                  <a:pt x="327385" y="3190662"/>
                </a:lnTo>
                <a:lnTo>
                  <a:pt x="327491" y="3168039"/>
                </a:lnTo>
                <a:lnTo>
                  <a:pt x="328466" y="2920904"/>
                </a:lnTo>
                <a:lnTo>
                  <a:pt x="328799" y="2932130"/>
                </a:lnTo>
                <a:lnTo>
                  <a:pt x="331198" y="3014342"/>
                </a:lnTo>
                <a:lnTo>
                  <a:pt x="331207" y="3001791"/>
                </a:lnTo>
                <a:lnTo>
                  <a:pt x="331312" y="2957842"/>
                </a:lnTo>
                <a:lnTo>
                  <a:pt x="331778" y="3038488"/>
                </a:lnTo>
                <a:lnTo>
                  <a:pt x="332120" y="3055298"/>
                </a:lnTo>
                <a:lnTo>
                  <a:pt x="333491" y="3035403"/>
                </a:lnTo>
                <a:lnTo>
                  <a:pt x="333623" y="3041845"/>
                </a:lnTo>
                <a:lnTo>
                  <a:pt x="333930" y="3043255"/>
                </a:lnTo>
                <a:lnTo>
                  <a:pt x="334756" y="3042501"/>
                </a:lnTo>
                <a:lnTo>
                  <a:pt x="334994" y="3035362"/>
                </a:lnTo>
                <a:lnTo>
                  <a:pt x="335134" y="3051047"/>
                </a:lnTo>
                <a:lnTo>
                  <a:pt x="336390" y="3082655"/>
                </a:lnTo>
                <a:lnTo>
                  <a:pt x="336408" y="3068203"/>
                </a:lnTo>
                <a:lnTo>
                  <a:pt x="336979" y="3067679"/>
                </a:lnTo>
                <a:lnTo>
                  <a:pt x="339387" y="3155873"/>
                </a:lnTo>
                <a:lnTo>
                  <a:pt x="340247" y="3153369"/>
                </a:lnTo>
                <a:lnTo>
                  <a:pt x="340327" y="3120507"/>
                </a:lnTo>
                <a:lnTo>
                  <a:pt x="341513" y="2110636"/>
                </a:lnTo>
                <a:lnTo>
                  <a:pt x="341524" y="0"/>
                </a:lnTo>
                <a:moveTo>
                  <a:pt x="342321" y="0"/>
                </a:moveTo>
                <a:lnTo>
                  <a:pt x="342593" y="228278"/>
                </a:lnTo>
                <a:lnTo>
                  <a:pt x="343516" y="723991"/>
                </a:lnTo>
                <a:lnTo>
                  <a:pt x="344816" y="1343267"/>
                </a:lnTo>
                <a:lnTo>
                  <a:pt x="346187" y="1989636"/>
                </a:lnTo>
                <a:lnTo>
                  <a:pt x="347031" y="2374020"/>
                </a:lnTo>
                <a:lnTo>
                  <a:pt x="348419" y="2628437"/>
                </a:lnTo>
                <a:lnTo>
                  <a:pt x="349156" y="2736943"/>
                </a:lnTo>
                <a:lnTo>
                  <a:pt x="351502" y="2917955"/>
                </a:lnTo>
                <a:lnTo>
                  <a:pt x="351941" y="2927075"/>
                </a:lnTo>
                <a:lnTo>
                  <a:pt x="354727" y="3109535"/>
                </a:lnTo>
                <a:lnTo>
                  <a:pt x="354806" y="3109075"/>
                </a:lnTo>
                <a:lnTo>
                  <a:pt x="355035" y="3134656"/>
                </a:lnTo>
                <a:lnTo>
                  <a:pt x="355324" y="3112318"/>
                </a:lnTo>
                <a:lnTo>
                  <a:pt x="356097" y="3118143"/>
                </a:lnTo>
                <a:lnTo>
                  <a:pt x="356528" y="3109380"/>
                </a:lnTo>
                <a:lnTo>
                  <a:pt x="356739" y="3156064"/>
                </a:lnTo>
                <a:lnTo>
                  <a:pt x="357222" y="3128149"/>
                </a:lnTo>
                <a:lnTo>
                  <a:pt x="358513" y="3184880"/>
                </a:lnTo>
                <a:lnTo>
                  <a:pt x="358848" y="3173274"/>
                </a:lnTo>
                <a:lnTo>
                  <a:pt x="359638" y="3182598"/>
                </a:lnTo>
                <a:lnTo>
                  <a:pt x="360069" y="3202570"/>
                </a:lnTo>
                <a:lnTo>
                  <a:pt x="360736" y="3192269"/>
                </a:lnTo>
                <a:lnTo>
                  <a:pt x="361369" y="3192934"/>
                </a:lnTo>
                <a:lnTo>
                  <a:pt x="361632" y="3228894"/>
                </a:lnTo>
                <a:lnTo>
                  <a:pt x="361685" y="3222529"/>
                </a:lnTo>
                <a:lnTo>
                  <a:pt x="362722" y="3229794"/>
                </a:lnTo>
                <a:lnTo>
                  <a:pt x="363293" y="3203831"/>
                </a:lnTo>
                <a:lnTo>
                  <a:pt x="363680" y="3222752"/>
                </a:lnTo>
                <a:lnTo>
                  <a:pt x="363952" y="3220800"/>
                </a:lnTo>
                <a:lnTo>
                  <a:pt x="364629" y="3219041"/>
                </a:lnTo>
                <a:lnTo>
                  <a:pt x="364998" y="3252629"/>
                </a:lnTo>
                <a:lnTo>
                  <a:pt x="366483" y="3227248"/>
                </a:lnTo>
                <a:lnTo>
                  <a:pt x="366702" y="3232329"/>
                </a:lnTo>
                <a:lnTo>
                  <a:pt x="366905" y="3258520"/>
                </a:lnTo>
                <a:lnTo>
                  <a:pt x="366992" y="3234111"/>
                </a:lnTo>
                <a:lnTo>
                  <a:pt x="368231" y="3239697"/>
                </a:lnTo>
                <a:lnTo>
                  <a:pt x="369039" y="3240417"/>
                </a:lnTo>
                <a:lnTo>
                  <a:pt x="369312" y="3205299"/>
                </a:lnTo>
                <a:lnTo>
                  <a:pt x="369838" y="3211448"/>
                </a:lnTo>
                <a:lnTo>
                  <a:pt x="370041" y="3207053"/>
                </a:lnTo>
                <a:lnTo>
                  <a:pt x="371192" y="3254345"/>
                </a:lnTo>
                <a:lnTo>
                  <a:pt x="371332" y="3247383"/>
                </a:lnTo>
                <a:lnTo>
                  <a:pt x="372316" y="3290451"/>
                </a:lnTo>
                <a:lnTo>
                  <a:pt x="372817" y="3286971"/>
                </a:lnTo>
                <a:lnTo>
                  <a:pt x="373125" y="3259561"/>
                </a:lnTo>
                <a:lnTo>
                  <a:pt x="373977" y="3261591"/>
                </a:lnTo>
                <a:lnTo>
                  <a:pt x="374258" y="3290084"/>
                </a:lnTo>
                <a:lnTo>
                  <a:pt x="374935" y="3273635"/>
                </a:lnTo>
                <a:lnTo>
                  <a:pt x="375901" y="3294856"/>
                </a:lnTo>
                <a:lnTo>
                  <a:pt x="376024" y="3281500"/>
                </a:lnTo>
                <a:lnTo>
                  <a:pt x="376428" y="3271524"/>
                </a:lnTo>
                <a:lnTo>
                  <a:pt x="376446" y="3281448"/>
                </a:lnTo>
                <a:lnTo>
                  <a:pt x="376569" y="3152146"/>
                </a:lnTo>
                <a:lnTo>
                  <a:pt x="377597" y="3228916"/>
                </a:lnTo>
                <a:lnTo>
                  <a:pt x="377992" y="3202150"/>
                </a:lnTo>
                <a:lnTo>
                  <a:pt x="379011" y="3149618"/>
                </a:lnTo>
                <a:lnTo>
                  <a:pt x="379995" y="3192972"/>
                </a:lnTo>
                <a:lnTo>
                  <a:pt x="380575" y="3226746"/>
                </a:lnTo>
                <a:lnTo>
                  <a:pt x="380856" y="3201123"/>
                </a:lnTo>
                <a:lnTo>
                  <a:pt x="381831" y="3003945"/>
                </a:lnTo>
                <a:lnTo>
                  <a:pt x="383896" y="3018852"/>
                </a:lnTo>
                <a:lnTo>
                  <a:pt x="384037" y="3011588"/>
                </a:lnTo>
                <a:lnTo>
                  <a:pt x="384397" y="3033866"/>
                </a:lnTo>
                <a:lnTo>
                  <a:pt x="386163" y="3018455"/>
                </a:lnTo>
                <a:lnTo>
                  <a:pt x="386550" y="3018014"/>
                </a:lnTo>
                <a:lnTo>
                  <a:pt x="392401" y="3213754"/>
                </a:lnTo>
                <a:lnTo>
                  <a:pt x="393710" y="3209893"/>
                </a:lnTo>
                <a:lnTo>
                  <a:pt x="393904" y="3222809"/>
                </a:lnTo>
                <a:lnTo>
                  <a:pt x="395300" y="3214569"/>
                </a:lnTo>
                <a:lnTo>
                  <a:pt x="396240" y="3240721"/>
                </a:lnTo>
                <a:lnTo>
                  <a:pt x="396398" y="3231936"/>
                </a:lnTo>
                <a:lnTo>
                  <a:pt x="397988" y="2996856"/>
                </a:lnTo>
                <a:lnTo>
                  <a:pt x="398103" y="2866341"/>
                </a:lnTo>
                <a:lnTo>
                  <a:pt x="398744" y="2932184"/>
                </a:lnTo>
                <a:lnTo>
                  <a:pt x="399429" y="2986732"/>
                </a:lnTo>
                <a:lnTo>
                  <a:pt x="401978" y="3032723"/>
                </a:lnTo>
                <a:lnTo>
                  <a:pt x="402883" y="3065268"/>
                </a:lnTo>
                <a:lnTo>
                  <a:pt x="403383" y="3070619"/>
                </a:lnTo>
                <a:lnTo>
                  <a:pt x="404227" y="3166780"/>
                </a:lnTo>
                <a:lnTo>
                  <a:pt x="404262" y="3156495"/>
                </a:lnTo>
                <a:lnTo>
                  <a:pt x="405167" y="3142736"/>
                </a:lnTo>
                <a:lnTo>
                  <a:pt x="405808" y="3177368"/>
                </a:lnTo>
                <a:lnTo>
                  <a:pt x="405992" y="3176541"/>
                </a:lnTo>
                <a:lnTo>
                  <a:pt x="406617" y="3194615"/>
                </a:lnTo>
                <a:lnTo>
                  <a:pt x="407372" y="3139347"/>
                </a:lnTo>
                <a:lnTo>
                  <a:pt x="407715" y="3171500"/>
                </a:lnTo>
                <a:lnTo>
                  <a:pt x="407882" y="3202386"/>
                </a:lnTo>
                <a:lnTo>
                  <a:pt x="407987" y="3191256"/>
                </a:lnTo>
                <a:lnTo>
                  <a:pt x="409006" y="3191080"/>
                </a:lnTo>
                <a:lnTo>
                  <a:pt x="410491" y="3236346"/>
                </a:lnTo>
                <a:lnTo>
                  <a:pt x="410508" y="3228995"/>
                </a:lnTo>
                <a:lnTo>
                  <a:pt x="411133" y="3259904"/>
                </a:lnTo>
                <a:lnTo>
                  <a:pt x="411343" y="3247761"/>
                </a:lnTo>
                <a:lnTo>
                  <a:pt x="411721" y="3268221"/>
                </a:lnTo>
                <a:lnTo>
                  <a:pt x="411905" y="3155025"/>
                </a:lnTo>
                <a:lnTo>
                  <a:pt x="412530" y="3176160"/>
                </a:lnTo>
                <a:lnTo>
                  <a:pt x="414876" y="3234464"/>
                </a:lnTo>
                <a:lnTo>
                  <a:pt x="415051" y="3232532"/>
                </a:lnTo>
                <a:lnTo>
                  <a:pt x="415438" y="3234670"/>
                </a:lnTo>
                <a:lnTo>
                  <a:pt x="416000" y="3242569"/>
                </a:lnTo>
                <a:lnTo>
                  <a:pt x="416387" y="3235424"/>
                </a:lnTo>
                <a:lnTo>
                  <a:pt x="416940" y="3262941"/>
                </a:lnTo>
                <a:lnTo>
                  <a:pt x="417661" y="3214978"/>
                </a:lnTo>
                <a:lnTo>
                  <a:pt x="418012" y="3137516"/>
                </a:lnTo>
                <a:lnTo>
                  <a:pt x="418837" y="3147539"/>
                </a:lnTo>
                <a:lnTo>
                  <a:pt x="418987" y="3146087"/>
                </a:lnTo>
                <a:lnTo>
                  <a:pt x="419646" y="3100054"/>
                </a:lnTo>
                <a:lnTo>
                  <a:pt x="420331" y="2786295"/>
                </a:lnTo>
                <a:lnTo>
                  <a:pt x="421017" y="2804606"/>
                </a:lnTo>
                <a:lnTo>
                  <a:pt x="422537" y="2983235"/>
                </a:lnTo>
                <a:lnTo>
                  <a:pt x="423406" y="3044036"/>
                </a:lnTo>
                <a:lnTo>
                  <a:pt x="424012" y="3060434"/>
                </a:lnTo>
                <a:lnTo>
                  <a:pt x="424082" y="3045744"/>
                </a:lnTo>
                <a:lnTo>
                  <a:pt x="424470" y="3027624"/>
                </a:lnTo>
                <a:lnTo>
                  <a:pt x="424637" y="3045241"/>
                </a:lnTo>
                <a:lnTo>
                  <a:pt x="425673" y="3117468"/>
                </a:lnTo>
                <a:lnTo>
                  <a:pt x="426324" y="3019721"/>
                </a:lnTo>
                <a:lnTo>
                  <a:pt x="427034" y="3026111"/>
                </a:lnTo>
                <a:lnTo>
                  <a:pt x="428731" y="3208455"/>
                </a:lnTo>
                <a:lnTo>
                  <a:pt x="430031" y="2921981"/>
                </a:lnTo>
                <a:lnTo>
                  <a:pt x="432455" y="3056687"/>
                </a:lnTo>
                <a:lnTo>
                  <a:pt x="433607" y="3072033"/>
                </a:lnTo>
                <a:lnTo>
                  <a:pt x="434924" y="3128206"/>
                </a:lnTo>
                <a:lnTo>
                  <a:pt x="435654" y="2872804"/>
                </a:lnTo>
                <a:lnTo>
                  <a:pt x="436146" y="2925603"/>
                </a:lnTo>
                <a:lnTo>
                  <a:pt x="436814" y="2997850"/>
                </a:lnTo>
                <a:lnTo>
                  <a:pt x="436928" y="3036331"/>
                </a:lnTo>
                <a:lnTo>
                  <a:pt x="437077" y="0"/>
                </a:lnTo>
                <a:moveTo>
                  <a:pt x="445209" y="0"/>
                </a:moveTo>
                <a:lnTo>
                  <a:pt x="445670" y="430328"/>
                </a:lnTo>
                <a:lnTo>
                  <a:pt x="447480" y="1117206"/>
                </a:lnTo>
                <a:lnTo>
                  <a:pt x="448472" y="1758782"/>
                </a:lnTo>
                <a:lnTo>
                  <a:pt x="454368" y="3009176"/>
                </a:lnTo>
                <a:lnTo>
                  <a:pt x="455299" y="3020474"/>
                </a:lnTo>
                <a:lnTo>
                  <a:pt x="458146" y="3120775"/>
                </a:lnTo>
                <a:lnTo>
                  <a:pt x="458313" y="3117044"/>
                </a:lnTo>
                <a:lnTo>
                  <a:pt x="458602" y="3149615"/>
                </a:lnTo>
                <a:lnTo>
                  <a:pt x="459543" y="3150942"/>
                </a:lnTo>
                <a:lnTo>
                  <a:pt x="460026" y="3202160"/>
                </a:lnTo>
                <a:lnTo>
                  <a:pt x="460483" y="3182398"/>
                </a:lnTo>
                <a:lnTo>
                  <a:pt x="461898" y="3256139"/>
                </a:lnTo>
                <a:lnTo>
                  <a:pt x="461141" y="3176512"/>
                </a:lnTo>
                <a:lnTo>
                  <a:pt x="462724" y="3252925"/>
                </a:lnTo>
                <a:lnTo>
                  <a:pt x="464146" y="3284908"/>
                </a:lnTo>
                <a:lnTo>
                  <a:pt x="464217" y="3297881"/>
                </a:lnTo>
                <a:lnTo>
                  <a:pt x="464727" y="3265065"/>
                </a:lnTo>
                <a:lnTo>
                  <a:pt x="466291" y="3279355"/>
                </a:lnTo>
                <a:lnTo>
                  <a:pt x="466695" y="3287293"/>
                </a:lnTo>
                <a:lnTo>
                  <a:pt x="467661" y="3278533"/>
                </a:lnTo>
                <a:lnTo>
                  <a:pt x="467696" y="3301662"/>
                </a:lnTo>
                <a:lnTo>
                  <a:pt x="468495" y="3276487"/>
                </a:lnTo>
                <a:lnTo>
                  <a:pt x="471413" y="3358726"/>
                </a:lnTo>
                <a:lnTo>
                  <a:pt x="471896" y="3323874"/>
                </a:lnTo>
                <a:lnTo>
                  <a:pt x="472063" y="3355287"/>
                </a:lnTo>
                <a:lnTo>
                  <a:pt x="473161" y="3370614"/>
                </a:lnTo>
                <a:lnTo>
                  <a:pt x="474259" y="3339301"/>
                </a:lnTo>
                <a:lnTo>
                  <a:pt x="474435" y="3331966"/>
                </a:lnTo>
                <a:lnTo>
                  <a:pt x="474725" y="3344953"/>
                </a:lnTo>
                <a:lnTo>
                  <a:pt x="474988" y="3343229"/>
                </a:lnTo>
                <a:lnTo>
                  <a:pt x="475489" y="3348951"/>
                </a:lnTo>
                <a:lnTo>
                  <a:pt x="476482" y="3354484"/>
                </a:lnTo>
                <a:lnTo>
                  <a:pt x="476491" y="3361070"/>
                </a:lnTo>
                <a:lnTo>
                  <a:pt x="476631" y="3332489"/>
                </a:lnTo>
                <a:lnTo>
                  <a:pt x="476895" y="3344122"/>
                </a:lnTo>
                <a:lnTo>
                  <a:pt x="478029" y="3305815"/>
                </a:lnTo>
                <a:lnTo>
                  <a:pt x="478063" y="3330474"/>
                </a:lnTo>
                <a:lnTo>
                  <a:pt x="478784" y="3371570"/>
                </a:lnTo>
                <a:lnTo>
                  <a:pt x="479548" y="3373073"/>
                </a:lnTo>
                <a:lnTo>
                  <a:pt x="479716" y="3400484"/>
                </a:lnTo>
                <a:lnTo>
                  <a:pt x="479935" y="3380666"/>
                </a:lnTo>
                <a:lnTo>
                  <a:pt x="481526" y="3301269"/>
                </a:lnTo>
                <a:lnTo>
                  <a:pt x="482088" y="3282736"/>
                </a:lnTo>
                <a:lnTo>
                  <a:pt x="483476" y="3220297"/>
                </a:lnTo>
                <a:lnTo>
                  <a:pt x="483616" y="3225879"/>
                </a:lnTo>
                <a:lnTo>
                  <a:pt x="484090" y="3211586"/>
                </a:lnTo>
                <a:lnTo>
                  <a:pt x="484961" y="3201550"/>
                </a:lnTo>
                <a:lnTo>
                  <a:pt x="485733" y="3244313"/>
                </a:lnTo>
                <a:lnTo>
                  <a:pt x="485883" y="3241777"/>
                </a:lnTo>
                <a:lnTo>
                  <a:pt x="486349" y="3239350"/>
                </a:lnTo>
                <a:lnTo>
                  <a:pt x="486375" y="3240868"/>
                </a:lnTo>
                <a:lnTo>
                  <a:pt x="486946" y="3297560"/>
                </a:lnTo>
                <a:lnTo>
                  <a:pt x="487254" y="3245445"/>
                </a:lnTo>
                <a:lnTo>
                  <a:pt x="487464" y="3253295"/>
                </a:lnTo>
                <a:lnTo>
                  <a:pt x="488677" y="3198703"/>
                </a:lnTo>
                <a:lnTo>
                  <a:pt x="489125" y="3191676"/>
                </a:lnTo>
                <a:lnTo>
                  <a:pt x="491014" y="3284158"/>
                </a:lnTo>
                <a:lnTo>
                  <a:pt x="491629" y="3272237"/>
                </a:lnTo>
                <a:lnTo>
                  <a:pt x="492631" y="3286490"/>
                </a:lnTo>
                <a:lnTo>
                  <a:pt x="493983" y="3271202"/>
                </a:lnTo>
                <a:lnTo>
                  <a:pt x="494370" y="3185837"/>
                </a:lnTo>
                <a:lnTo>
                  <a:pt x="494739" y="2451325"/>
                </a:lnTo>
                <a:lnTo>
                  <a:pt x="495926" y="2519244"/>
                </a:lnTo>
                <a:lnTo>
                  <a:pt x="498245" y="2932510"/>
                </a:lnTo>
                <a:lnTo>
                  <a:pt x="499027" y="2971354"/>
                </a:lnTo>
                <a:lnTo>
                  <a:pt x="501750" y="3187489"/>
                </a:lnTo>
                <a:lnTo>
                  <a:pt x="502251" y="3184732"/>
                </a:lnTo>
                <a:lnTo>
                  <a:pt x="503007" y="3196520"/>
                </a:lnTo>
                <a:lnTo>
                  <a:pt x="503393" y="3191134"/>
                </a:lnTo>
                <a:lnTo>
                  <a:pt x="504342" y="3287160"/>
                </a:lnTo>
                <a:lnTo>
                  <a:pt x="504562" y="3261735"/>
                </a:lnTo>
                <a:lnTo>
                  <a:pt x="504931" y="3113170"/>
                </a:lnTo>
                <a:lnTo>
                  <a:pt x="505379" y="3153701"/>
                </a:lnTo>
                <a:lnTo>
                  <a:pt x="505818" y="3171733"/>
                </a:lnTo>
                <a:lnTo>
                  <a:pt x="506785" y="3143756"/>
                </a:lnTo>
                <a:lnTo>
                  <a:pt x="507075" y="3146836"/>
                </a:lnTo>
                <a:lnTo>
                  <a:pt x="508243" y="3195175"/>
                </a:lnTo>
                <a:lnTo>
                  <a:pt x="509508" y="3211808"/>
                </a:lnTo>
                <a:lnTo>
                  <a:pt x="511924" y="3327547"/>
                </a:lnTo>
                <a:lnTo>
                  <a:pt x="512021" y="3322213"/>
                </a:lnTo>
                <a:lnTo>
                  <a:pt x="512935" y="3280143"/>
                </a:lnTo>
                <a:lnTo>
                  <a:pt x="513041" y="3309603"/>
                </a:lnTo>
                <a:lnTo>
                  <a:pt x="513111" y="3319399"/>
                </a:lnTo>
                <a:lnTo>
                  <a:pt x="513594" y="3266932"/>
                </a:lnTo>
                <a:lnTo>
                  <a:pt x="514631" y="3254704"/>
                </a:lnTo>
                <a:lnTo>
                  <a:pt x="516853" y="2803988"/>
                </a:lnTo>
                <a:lnTo>
                  <a:pt x="517135" y="2595222"/>
                </a:lnTo>
                <a:lnTo>
                  <a:pt x="517680" y="2673940"/>
                </a:lnTo>
                <a:lnTo>
                  <a:pt x="517943" y="2769285"/>
                </a:lnTo>
                <a:lnTo>
                  <a:pt x="518409" y="2442887"/>
                </a:lnTo>
                <a:lnTo>
                  <a:pt x="520043" y="2596313"/>
                </a:lnTo>
                <a:lnTo>
                  <a:pt x="521202" y="2921291"/>
                </a:lnTo>
                <a:lnTo>
                  <a:pt x="523944" y="3063512"/>
                </a:lnTo>
                <a:lnTo>
                  <a:pt x="524304" y="3067476"/>
                </a:lnTo>
                <a:lnTo>
                  <a:pt x="524646" y="3053040"/>
                </a:lnTo>
                <a:lnTo>
                  <a:pt x="525384" y="3129639"/>
                </a:lnTo>
                <a:lnTo>
                  <a:pt x="525886" y="3158598"/>
                </a:lnTo>
                <a:lnTo>
                  <a:pt x="528776" y="3251714"/>
                </a:lnTo>
                <a:lnTo>
                  <a:pt x="529400" y="3239930"/>
                </a:lnTo>
                <a:lnTo>
                  <a:pt x="529408" y="3267699"/>
                </a:lnTo>
                <a:lnTo>
                  <a:pt x="530841" y="3281431"/>
                </a:lnTo>
                <a:lnTo>
                  <a:pt x="531411" y="3211048"/>
                </a:lnTo>
                <a:lnTo>
                  <a:pt x="532044" y="3217454"/>
                </a:lnTo>
                <a:lnTo>
                  <a:pt x="533986" y="3196700"/>
                </a:lnTo>
                <a:lnTo>
                  <a:pt x="535242" y="3273985"/>
                </a:lnTo>
                <a:lnTo>
                  <a:pt x="535409" y="3271885"/>
                </a:lnTo>
                <a:lnTo>
                  <a:pt x="536279" y="3230087"/>
                </a:lnTo>
                <a:lnTo>
                  <a:pt x="536429" y="3259337"/>
                </a:lnTo>
                <a:lnTo>
                  <a:pt x="536771" y="3241927"/>
                </a:lnTo>
                <a:lnTo>
                  <a:pt x="537711" y="3223300"/>
                </a:lnTo>
                <a:lnTo>
                  <a:pt x="537948" y="3231612"/>
                </a:lnTo>
                <a:lnTo>
                  <a:pt x="538652" y="3244823"/>
                </a:lnTo>
                <a:lnTo>
                  <a:pt x="538800" y="3243655"/>
                </a:lnTo>
                <a:lnTo>
                  <a:pt x="539002" y="3237508"/>
                </a:lnTo>
                <a:lnTo>
                  <a:pt x="540373" y="3297725"/>
                </a:lnTo>
                <a:lnTo>
                  <a:pt x="541191" y="3302549"/>
                </a:lnTo>
                <a:lnTo>
                  <a:pt x="542456" y="3293491"/>
                </a:lnTo>
                <a:lnTo>
                  <a:pt x="544098" y="3383357"/>
                </a:lnTo>
                <a:lnTo>
                  <a:pt x="545908" y="3364828"/>
                </a:lnTo>
                <a:lnTo>
                  <a:pt x="547015" y="3282651"/>
                </a:lnTo>
                <a:lnTo>
                  <a:pt x="547394" y="3306428"/>
                </a:lnTo>
                <a:lnTo>
                  <a:pt x="547657" y="3344202"/>
                </a:lnTo>
                <a:lnTo>
                  <a:pt x="548246" y="3331795"/>
                </a:lnTo>
                <a:lnTo>
                  <a:pt x="548447" y="3302750"/>
                </a:lnTo>
                <a:lnTo>
                  <a:pt x="548957" y="3309607"/>
                </a:lnTo>
                <a:lnTo>
                  <a:pt x="549950" y="3320127"/>
                </a:lnTo>
                <a:lnTo>
                  <a:pt x="550284" y="3315063"/>
                </a:lnTo>
                <a:lnTo>
                  <a:pt x="551663" y="2856441"/>
                </a:lnTo>
                <a:lnTo>
                  <a:pt x="552972" y="2926993"/>
                </a:lnTo>
                <a:lnTo>
                  <a:pt x="554307" y="3104379"/>
                </a:lnTo>
                <a:lnTo>
                  <a:pt x="554843" y="2996037"/>
                </a:lnTo>
                <a:lnTo>
                  <a:pt x="556074" y="3017254"/>
                </a:lnTo>
                <a:lnTo>
                  <a:pt x="556768" y="3023207"/>
                </a:lnTo>
                <a:lnTo>
                  <a:pt x="558147" y="3142306"/>
                </a:lnTo>
                <a:lnTo>
                  <a:pt x="558446" y="3106417"/>
                </a:lnTo>
                <a:lnTo>
                  <a:pt x="559728" y="3144551"/>
                </a:lnTo>
                <a:lnTo>
                  <a:pt x="560704" y="3126069"/>
                </a:lnTo>
                <a:lnTo>
                  <a:pt x="561213" y="3249774"/>
                </a:lnTo>
                <a:lnTo>
                  <a:pt x="562250" y="3239551"/>
                </a:lnTo>
                <a:lnTo>
                  <a:pt x="562277" y="3253618"/>
                </a:lnTo>
                <a:lnTo>
                  <a:pt x="562505" y="3235784"/>
                </a:lnTo>
                <a:lnTo>
                  <a:pt x="563814" y="3238447"/>
                </a:lnTo>
                <a:lnTo>
                  <a:pt x="564420" y="3244226"/>
                </a:lnTo>
                <a:lnTo>
                  <a:pt x="565641" y="3291321"/>
                </a:lnTo>
                <a:lnTo>
                  <a:pt x="566291" y="3298551"/>
                </a:lnTo>
                <a:lnTo>
                  <a:pt x="566696" y="3324054"/>
                </a:lnTo>
                <a:lnTo>
                  <a:pt x="567179" y="3302102"/>
                </a:lnTo>
                <a:lnTo>
                  <a:pt x="567504" y="3290494"/>
                </a:lnTo>
                <a:lnTo>
                  <a:pt x="568207" y="3290684"/>
                </a:lnTo>
                <a:lnTo>
                  <a:pt x="569419" y="3326977"/>
                </a:lnTo>
                <a:lnTo>
                  <a:pt x="570887" y="3371799"/>
                </a:lnTo>
                <a:lnTo>
                  <a:pt x="571370" y="3423394"/>
                </a:lnTo>
                <a:lnTo>
                  <a:pt x="572882" y="3176520"/>
                </a:lnTo>
                <a:lnTo>
                  <a:pt x="573355" y="3229497"/>
                </a:lnTo>
                <a:lnTo>
                  <a:pt x="574577" y="3291125"/>
                </a:lnTo>
                <a:lnTo>
                  <a:pt x="575359" y="3279409"/>
                </a:lnTo>
                <a:lnTo>
                  <a:pt x="575851" y="3300339"/>
                </a:lnTo>
                <a:lnTo>
                  <a:pt x="576176" y="3294863"/>
                </a:lnTo>
                <a:lnTo>
                  <a:pt x="576483" y="3271292"/>
                </a:lnTo>
                <a:lnTo>
                  <a:pt x="576501" y="3289967"/>
                </a:lnTo>
                <a:lnTo>
                  <a:pt x="577775" y="3283608"/>
                </a:lnTo>
                <a:lnTo>
                  <a:pt x="577942" y="3293174"/>
                </a:lnTo>
                <a:lnTo>
                  <a:pt x="578882" y="3172489"/>
                </a:lnTo>
                <a:lnTo>
                  <a:pt x="580165" y="3234217"/>
                </a:lnTo>
                <a:lnTo>
                  <a:pt x="581245" y="3250547"/>
                </a:lnTo>
                <a:lnTo>
                  <a:pt x="581439" y="3284622"/>
                </a:lnTo>
                <a:lnTo>
                  <a:pt x="582633" y="3293998"/>
                </a:lnTo>
                <a:lnTo>
                  <a:pt x="583548" y="3325186"/>
                </a:lnTo>
                <a:lnTo>
                  <a:pt x="583749" y="3313225"/>
                </a:lnTo>
                <a:lnTo>
                  <a:pt x="584215" y="2967690"/>
                </a:lnTo>
                <a:lnTo>
                  <a:pt x="584909" y="3031167"/>
                </a:lnTo>
                <a:lnTo>
                  <a:pt x="585287" y="2826592"/>
                </a:lnTo>
                <a:lnTo>
                  <a:pt x="586060" y="2877324"/>
                </a:lnTo>
                <a:lnTo>
                  <a:pt x="586324" y="2927613"/>
                </a:lnTo>
                <a:lnTo>
                  <a:pt x="586930" y="2638503"/>
                </a:lnTo>
                <a:lnTo>
                  <a:pt x="587334" y="2711999"/>
                </a:lnTo>
                <a:lnTo>
                  <a:pt x="588599" y="2846922"/>
                </a:lnTo>
                <a:lnTo>
                  <a:pt x="589802" y="2882866"/>
                </a:lnTo>
                <a:lnTo>
                  <a:pt x="590673" y="3059479"/>
                </a:lnTo>
                <a:lnTo>
                  <a:pt x="592781" y="3156496"/>
                </a:lnTo>
                <a:lnTo>
                  <a:pt x="592939" y="3118228"/>
                </a:lnTo>
                <a:lnTo>
                  <a:pt x="593133" y="3037507"/>
                </a:lnTo>
                <a:lnTo>
                  <a:pt x="593783" y="3086527"/>
                </a:lnTo>
                <a:lnTo>
                  <a:pt x="594854" y="3174184"/>
                </a:lnTo>
                <a:lnTo>
                  <a:pt x="595171" y="3151631"/>
                </a:lnTo>
                <a:lnTo>
                  <a:pt x="595795" y="3161342"/>
                </a:lnTo>
                <a:lnTo>
                  <a:pt x="596102" y="3202117"/>
                </a:lnTo>
                <a:lnTo>
                  <a:pt x="595891" y="3160920"/>
                </a:lnTo>
                <a:lnTo>
                  <a:pt x="596348" y="3182465"/>
                </a:lnTo>
                <a:lnTo>
                  <a:pt x="597974" y="3211323"/>
                </a:lnTo>
                <a:lnTo>
                  <a:pt x="599775" y="3288748"/>
                </a:lnTo>
                <a:lnTo>
                  <a:pt x="600372" y="3286666"/>
                </a:lnTo>
                <a:lnTo>
                  <a:pt x="601084" y="3309341"/>
                </a:lnTo>
                <a:lnTo>
                  <a:pt x="602437" y="3312269"/>
                </a:lnTo>
                <a:lnTo>
                  <a:pt x="603219" y="3297174"/>
                </a:lnTo>
                <a:lnTo>
                  <a:pt x="604106" y="3299521"/>
                </a:lnTo>
                <a:lnTo>
                  <a:pt x="604132" y="3294121"/>
                </a:lnTo>
                <a:lnTo>
                  <a:pt x="604624" y="3330830"/>
                </a:lnTo>
                <a:lnTo>
                  <a:pt x="605231" y="3372790"/>
                </a:lnTo>
                <a:lnTo>
                  <a:pt x="605758" y="3399576"/>
                </a:lnTo>
                <a:lnTo>
                  <a:pt x="605415" y="3366814"/>
                </a:lnTo>
                <a:lnTo>
                  <a:pt x="605925" y="3376257"/>
                </a:lnTo>
                <a:lnTo>
                  <a:pt x="606944" y="3369704"/>
                </a:lnTo>
                <a:lnTo>
                  <a:pt x="607752" y="3352289"/>
                </a:lnTo>
                <a:lnTo>
                  <a:pt x="607788" y="3369584"/>
                </a:lnTo>
                <a:lnTo>
                  <a:pt x="609386" y="3388706"/>
                </a:lnTo>
                <a:lnTo>
                  <a:pt x="610766" y="3310478"/>
                </a:lnTo>
                <a:lnTo>
                  <a:pt x="611284" y="3318585"/>
                </a:lnTo>
                <a:lnTo>
                  <a:pt x="612101" y="3304766"/>
                </a:lnTo>
                <a:lnTo>
                  <a:pt x="612145" y="3338237"/>
                </a:lnTo>
                <a:lnTo>
                  <a:pt x="612488" y="3236218"/>
                </a:lnTo>
                <a:lnTo>
                  <a:pt x="612690" y="3242803"/>
                </a:lnTo>
                <a:lnTo>
                  <a:pt x="614069" y="3344943"/>
                </a:lnTo>
                <a:lnTo>
                  <a:pt x="614131" y="3342528"/>
                </a:lnTo>
                <a:lnTo>
                  <a:pt x="614641" y="3319442"/>
                </a:lnTo>
                <a:lnTo>
                  <a:pt x="614746" y="3337966"/>
                </a:lnTo>
                <a:lnTo>
                  <a:pt x="616029" y="3406805"/>
                </a:lnTo>
                <a:lnTo>
                  <a:pt x="617171" y="3364844"/>
                </a:lnTo>
                <a:lnTo>
                  <a:pt x="617935" y="3381481"/>
                </a:lnTo>
                <a:lnTo>
                  <a:pt x="618445" y="3375804"/>
                </a:lnTo>
                <a:lnTo>
                  <a:pt x="618471" y="3410885"/>
                </a:lnTo>
                <a:lnTo>
                  <a:pt x="618998" y="3159125"/>
                </a:lnTo>
                <a:lnTo>
                  <a:pt x="619253" y="3057552"/>
                </a:lnTo>
                <a:lnTo>
                  <a:pt x="620009" y="3130638"/>
                </a:lnTo>
                <a:lnTo>
                  <a:pt x="621142" y="3182237"/>
                </a:lnTo>
                <a:lnTo>
                  <a:pt x="621309" y="3201201"/>
                </a:lnTo>
                <a:lnTo>
                  <a:pt x="622249" y="2999859"/>
                </a:lnTo>
                <a:lnTo>
                  <a:pt x="622425" y="3015209"/>
                </a:lnTo>
                <a:lnTo>
                  <a:pt x="623189" y="3146782"/>
                </a:lnTo>
                <a:lnTo>
                  <a:pt x="623646" y="3142984"/>
                </a:lnTo>
                <a:lnTo>
                  <a:pt x="625482" y="3256714"/>
                </a:lnTo>
                <a:lnTo>
                  <a:pt x="626414" y="3291559"/>
                </a:lnTo>
                <a:lnTo>
                  <a:pt x="626818" y="3254232"/>
                </a:lnTo>
                <a:lnTo>
                  <a:pt x="627310" y="3289905"/>
                </a:lnTo>
                <a:lnTo>
                  <a:pt x="627951" y="3300873"/>
                </a:lnTo>
                <a:lnTo>
                  <a:pt x="628540" y="3358175"/>
                </a:lnTo>
                <a:lnTo>
                  <a:pt x="628830" y="3349130"/>
                </a:lnTo>
                <a:lnTo>
                  <a:pt x="629752" y="2727817"/>
                </a:lnTo>
                <a:lnTo>
                  <a:pt x="630376" y="2792959"/>
                </a:lnTo>
                <a:lnTo>
                  <a:pt x="632301" y="3102370"/>
                </a:lnTo>
                <a:lnTo>
                  <a:pt x="633390" y="3122861"/>
                </a:lnTo>
                <a:lnTo>
                  <a:pt x="637106" y="3307366"/>
                </a:lnTo>
                <a:lnTo>
                  <a:pt x="637309" y="3306759"/>
                </a:lnTo>
                <a:lnTo>
                  <a:pt x="637607" y="3265522"/>
                </a:lnTo>
                <a:lnTo>
                  <a:pt x="638072" y="3296850"/>
                </a:lnTo>
                <a:lnTo>
                  <a:pt x="638977" y="3255172"/>
                </a:lnTo>
                <a:lnTo>
                  <a:pt x="640164" y="3291478"/>
                </a:lnTo>
                <a:lnTo>
                  <a:pt x="640603" y="3285294"/>
                </a:lnTo>
                <a:lnTo>
                  <a:pt x="643898" y="3307629"/>
                </a:lnTo>
                <a:lnTo>
                  <a:pt x="644925" y="3397771"/>
                </a:lnTo>
                <a:lnTo>
                  <a:pt x="646341" y="3444240"/>
                </a:lnTo>
                <a:lnTo>
                  <a:pt x="646534" y="3428553"/>
                </a:lnTo>
                <a:lnTo>
                  <a:pt x="647324" y="3434790"/>
                </a:lnTo>
                <a:lnTo>
                  <a:pt x="648853" y="3450727"/>
                </a:lnTo>
                <a:lnTo>
                  <a:pt x="648985" y="3447684"/>
                </a:lnTo>
                <a:lnTo>
                  <a:pt x="652420" y="3356134"/>
                </a:lnTo>
                <a:lnTo>
                  <a:pt x="652912" y="3319230"/>
                </a:lnTo>
                <a:lnTo>
                  <a:pt x="654529" y="3366755"/>
                </a:lnTo>
                <a:lnTo>
                  <a:pt x="656348" y="3374827"/>
                </a:lnTo>
                <a:lnTo>
                  <a:pt x="656655" y="3348083"/>
                </a:lnTo>
                <a:lnTo>
                  <a:pt x="657208" y="3367369"/>
                </a:lnTo>
                <a:lnTo>
                  <a:pt x="657419" y="3366146"/>
                </a:lnTo>
                <a:lnTo>
                  <a:pt x="658272" y="3253172"/>
                </a:lnTo>
                <a:lnTo>
                  <a:pt x="658764" y="3285817"/>
                </a:lnTo>
                <a:lnTo>
                  <a:pt x="659423" y="3323817"/>
                </a:lnTo>
                <a:lnTo>
                  <a:pt x="659853" y="3050066"/>
                </a:lnTo>
                <a:lnTo>
                  <a:pt x="660380" y="3101730"/>
                </a:lnTo>
                <a:lnTo>
                  <a:pt x="661390" y="3131289"/>
                </a:lnTo>
                <a:lnTo>
                  <a:pt x="662348" y="3251827"/>
                </a:lnTo>
                <a:lnTo>
                  <a:pt x="662893" y="3269438"/>
                </a:lnTo>
                <a:lnTo>
                  <a:pt x="663675" y="3257192"/>
                </a:lnTo>
                <a:lnTo>
                  <a:pt x="663877" y="3281300"/>
                </a:lnTo>
                <a:lnTo>
                  <a:pt x="664668" y="3266740"/>
                </a:lnTo>
                <a:lnTo>
                  <a:pt x="665379" y="3268342"/>
                </a:lnTo>
                <a:lnTo>
                  <a:pt x="666416" y="3062189"/>
                </a:lnTo>
                <a:lnTo>
                  <a:pt x="666574" y="3111197"/>
                </a:lnTo>
                <a:lnTo>
                  <a:pt x="666811" y="3113138"/>
                </a:lnTo>
                <a:lnTo>
                  <a:pt x="666925" y="3109871"/>
                </a:lnTo>
                <a:lnTo>
                  <a:pt x="668402" y="3234291"/>
                </a:lnTo>
                <a:lnTo>
                  <a:pt x="668797" y="3113343"/>
                </a:lnTo>
                <a:lnTo>
                  <a:pt x="669869" y="2555041"/>
                </a:lnTo>
                <a:lnTo>
                  <a:pt x="670282" y="2707961"/>
                </a:lnTo>
                <a:lnTo>
                  <a:pt x="672083" y="2853695"/>
                </a:lnTo>
                <a:lnTo>
                  <a:pt x="672136" y="2893618"/>
                </a:lnTo>
                <a:lnTo>
                  <a:pt x="673260" y="2928951"/>
                </a:lnTo>
                <a:lnTo>
                  <a:pt x="673629" y="3074943"/>
                </a:lnTo>
                <a:lnTo>
                  <a:pt x="676212" y="3128835"/>
                </a:lnTo>
                <a:lnTo>
                  <a:pt x="678206" y="3221896"/>
                </a:lnTo>
                <a:lnTo>
                  <a:pt x="679164" y="2897212"/>
                </a:lnTo>
                <a:lnTo>
                  <a:pt x="679841" y="3040315"/>
                </a:lnTo>
                <a:lnTo>
                  <a:pt x="681203" y="3213991"/>
                </a:lnTo>
                <a:lnTo>
                  <a:pt x="681247" y="3206538"/>
                </a:lnTo>
                <a:lnTo>
                  <a:pt x="681888" y="3251737"/>
                </a:lnTo>
                <a:lnTo>
                  <a:pt x="681914" y="3302675"/>
                </a:lnTo>
                <a:lnTo>
                  <a:pt x="682415" y="3258062"/>
                </a:lnTo>
                <a:lnTo>
                  <a:pt x="683180" y="3287424"/>
                </a:lnTo>
                <a:lnTo>
                  <a:pt x="684207" y="3247690"/>
                </a:lnTo>
                <a:lnTo>
                  <a:pt x="684822" y="3258190"/>
                </a:lnTo>
                <a:lnTo>
                  <a:pt x="685288" y="3270966"/>
                </a:lnTo>
                <a:lnTo>
                  <a:pt x="686439" y="3172548"/>
                </a:lnTo>
                <a:lnTo>
                  <a:pt x="686624" y="3210624"/>
                </a:lnTo>
                <a:lnTo>
                  <a:pt x="687353" y="3230712"/>
                </a:lnTo>
                <a:lnTo>
                  <a:pt x="687643" y="3295245"/>
                </a:lnTo>
                <a:lnTo>
                  <a:pt x="688090" y="3274999"/>
                </a:lnTo>
                <a:lnTo>
                  <a:pt x="688574" y="3264958"/>
                </a:lnTo>
                <a:lnTo>
                  <a:pt x="688995" y="3269913"/>
                </a:lnTo>
                <a:lnTo>
                  <a:pt x="690261" y="3310706"/>
                </a:lnTo>
                <a:lnTo>
                  <a:pt x="690525" y="3296956"/>
                </a:lnTo>
                <a:lnTo>
                  <a:pt x="690569" y="3315346"/>
                </a:lnTo>
                <a:lnTo>
                  <a:pt x="691781" y="3368220"/>
                </a:lnTo>
                <a:lnTo>
                  <a:pt x="691834" y="3335460"/>
                </a:lnTo>
                <a:lnTo>
                  <a:pt x="693345" y="3349842"/>
                </a:lnTo>
                <a:lnTo>
                  <a:pt x="693617" y="3312269"/>
                </a:lnTo>
                <a:lnTo>
                  <a:pt x="693661" y="3335512"/>
                </a:lnTo>
                <a:lnTo>
                  <a:pt x="694619" y="3332943"/>
                </a:lnTo>
                <a:lnTo>
                  <a:pt x="694698" y="3295143"/>
                </a:lnTo>
                <a:lnTo>
                  <a:pt x="694768" y="3306850"/>
                </a:lnTo>
                <a:lnTo>
                  <a:pt x="696192" y="3319132"/>
                </a:lnTo>
                <a:lnTo>
                  <a:pt x="697202" y="3315646"/>
                </a:lnTo>
                <a:lnTo>
                  <a:pt x="697334" y="3279746"/>
                </a:lnTo>
                <a:lnTo>
                  <a:pt x="697870" y="3319885"/>
                </a:lnTo>
                <a:lnTo>
                  <a:pt x="699222" y="3394853"/>
                </a:lnTo>
                <a:lnTo>
                  <a:pt x="699442" y="3375375"/>
                </a:lnTo>
                <a:lnTo>
                  <a:pt x="700268" y="3388210"/>
                </a:lnTo>
                <a:lnTo>
                  <a:pt x="701340" y="3389341"/>
                </a:lnTo>
                <a:lnTo>
                  <a:pt x="701638" y="3381766"/>
                </a:lnTo>
                <a:lnTo>
                  <a:pt x="701937" y="3384777"/>
                </a:lnTo>
                <a:lnTo>
                  <a:pt x="702192" y="3392874"/>
                </a:lnTo>
                <a:lnTo>
                  <a:pt x="702359" y="3380067"/>
                </a:lnTo>
                <a:lnTo>
                  <a:pt x="702570" y="3363524"/>
                </a:lnTo>
                <a:lnTo>
                  <a:pt x="702746" y="3380703"/>
                </a:lnTo>
                <a:lnTo>
                  <a:pt x="705434" y="3466096"/>
                </a:lnTo>
                <a:lnTo>
                  <a:pt x="705548" y="3449011"/>
                </a:lnTo>
                <a:lnTo>
                  <a:pt x="706497" y="3442732"/>
                </a:lnTo>
                <a:lnTo>
                  <a:pt x="706673" y="3460181"/>
                </a:lnTo>
                <a:lnTo>
                  <a:pt x="706805" y="3427124"/>
                </a:lnTo>
                <a:lnTo>
                  <a:pt x="707350" y="2499315"/>
                </a:lnTo>
                <a:lnTo>
                  <a:pt x="708123" y="2678494"/>
                </a:lnTo>
                <a:lnTo>
                  <a:pt x="710143" y="3169095"/>
                </a:lnTo>
                <a:lnTo>
                  <a:pt x="710969" y="3200802"/>
                </a:lnTo>
                <a:lnTo>
                  <a:pt x="711312" y="3293271"/>
                </a:lnTo>
                <a:lnTo>
                  <a:pt x="713886" y="3326285"/>
                </a:lnTo>
                <a:lnTo>
                  <a:pt x="714949" y="3372130"/>
                </a:lnTo>
                <a:lnTo>
                  <a:pt x="715898" y="3359288"/>
                </a:lnTo>
                <a:lnTo>
                  <a:pt x="715943" y="3367761"/>
                </a:lnTo>
                <a:lnTo>
                  <a:pt x="716636" y="3417229"/>
                </a:lnTo>
                <a:lnTo>
                  <a:pt x="717198" y="3390522"/>
                </a:lnTo>
                <a:lnTo>
                  <a:pt x="718270" y="3406214"/>
                </a:lnTo>
                <a:lnTo>
                  <a:pt x="719035" y="3151919"/>
                </a:lnTo>
                <a:lnTo>
                  <a:pt x="719307" y="3187097"/>
                </a:lnTo>
                <a:lnTo>
                  <a:pt x="724183" y="3368559"/>
                </a:lnTo>
                <a:lnTo>
                  <a:pt x="724526" y="3359108"/>
                </a:lnTo>
                <a:lnTo>
                  <a:pt x="725149" y="3389013"/>
                </a:lnTo>
                <a:lnTo>
                  <a:pt x="725492" y="3382502"/>
                </a:lnTo>
                <a:lnTo>
                  <a:pt x="725765" y="3373372"/>
                </a:lnTo>
                <a:lnTo>
                  <a:pt x="726942" y="3409919"/>
                </a:lnTo>
                <a:lnTo>
                  <a:pt x="726978" y="3415798"/>
                </a:lnTo>
                <a:lnTo>
                  <a:pt x="727144" y="3390931"/>
                </a:lnTo>
                <a:lnTo>
                  <a:pt x="727346" y="3404613"/>
                </a:lnTo>
                <a:lnTo>
                  <a:pt x="727777" y="3378709"/>
                </a:lnTo>
                <a:lnTo>
                  <a:pt x="727944" y="3392114"/>
                </a:lnTo>
                <a:lnTo>
                  <a:pt x="728779" y="3453099"/>
                </a:lnTo>
                <a:lnTo>
                  <a:pt x="729561" y="3447043"/>
                </a:lnTo>
                <a:lnTo>
                  <a:pt x="730447" y="3421198"/>
                </a:lnTo>
                <a:lnTo>
                  <a:pt x="731282" y="3497649"/>
                </a:lnTo>
                <a:lnTo>
                  <a:pt x="731344" y="3493072"/>
                </a:lnTo>
                <a:lnTo>
                  <a:pt x="732196" y="3458886"/>
                </a:lnTo>
                <a:lnTo>
                  <a:pt x="732574" y="3476189"/>
                </a:lnTo>
                <a:lnTo>
                  <a:pt x="733233" y="3519415"/>
                </a:lnTo>
                <a:lnTo>
                  <a:pt x="733321" y="3511172"/>
                </a:lnTo>
                <a:lnTo>
                  <a:pt x="735728" y="3417568"/>
                </a:lnTo>
                <a:lnTo>
                  <a:pt x="735913" y="3425098"/>
                </a:lnTo>
                <a:lnTo>
                  <a:pt x="737265" y="3435599"/>
                </a:lnTo>
                <a:lnTo>
                  <a:pt x="737292" y="3420991"/>
                </a:lnTo>
                <a:lnTo>
                  <a:pt x="738601" y="3444033"/>
                </a:lnTo>
                <a:lnTo>
                  <a:pt x="740104" y="3342916"/>
                </a:lnTo>
                <a:lnTo>
                  <a:pt x="740236" y="3303703"/>
                </a:lnTo>
                <a:lnTo>
                  <a:pt x="740420" y="3333620"/>
                </a:lnTo>
                <a:lnTo>
                  <a:pt x="741554" y="3345779"/>
                </a:lnTo>
                <a:lnTo>
                  <a:pt x="741843" y="3370476"/>
                </a:lnTo>
                <a:lnTo>
                  <a:pt x="743407" y="3368078"/>
                </a:lnTo>
                <a:lnTo>
                  <a:pt x="743512" y="3382280"/>
                </a:lnTo>
                <a:lnTo>
                  <a:pt x="743750" y="3423885"/>
                </a:lnTo>
                <a:lnTo>
                  <a:pt x="745252" y="3441668"/>
                </a:lnTo>
                <a:lnTo>
                  <a:pt x="745507" y="3434483"/>
                </a:lnTo>
                <a:lnTo>
                  <a:pt x="745656" y="3432945"/>
                </a:lnTo>
                <a:lnTo>
                  <a:pt x="745955" y="3409436"/>
                </a:lnTo>
                <a:lnTo>
                  <a:pt x="746148" y="3447633"/>
                </a:lnTo>
                <a:lnTo>
                  <a:pt x="746192" y="3430917"/>
                </a:lnTo>
                <a:lnTo>
                  <a:pt x="746842" y="3432883"/>
                </a:lnTo>
                <a:lnTo>
                  <a:pt x="748784" y="3535629"/>
                </a:lnTo>
                <a:lnTo>
                  <a:pt x="750383" y="3554143"/>
                </a:lnTo>
                <a:lnTo>
                  <a:pt x="750770" y="3548482"/>
                </a:lnTo>
                <a:lnTo>
                  <a:pt x="751675" y="3574444"/>
                </a:lnTo>
                <a:lnTo>
                  <a:pt x="752061" y="3568771"/>
                </a:lnTo>
                <a:lnTo>
                  <a:pt x="753502" y="3528086"/>
                </a:lnTo>
                <a:lnTo>
                  <a:pt x="754249" y="3495970"/>
                </a:lnTo>
                <a:lnTo>
                  <a:pt x="754319" y="3506251"/>
                </a:lnTo>
                <a:lnTo>
                  <a:pt x="754583" y="3505938"/>
                </a:lnTo>
                <a:lnTo>
                  <a:pt x="754811" y="3553347"/>
                </a:lnTo>
                <a:lnTo>
                  <a:pt x="755005" y="3550042"/>
                </a:lnTo>
                <a:lnTo>
                  <a:pt x="755804" y="3530274"/>
                </a:lnTo>
                <a:lnTo>
                  <a:pt x="755944" y="3531697"/>
                </a:lnTo>
                <a:lnTo>
                  <a:pt x="756982" y="3568109"/>
                </a:lnTo>
                <a:lnTo>
                  <a:pt x="758835" y="3553763"/>
                </a:lnTo>
                <a:lnTo>
                  <a:pt x="759485" y="3568798"/>
                </a:lnTo>
                <a:lnTo>
                  <a:pt x="760706" y="3551938"/>
                </a:lnTo>
                <a:lnTo>
                  <a:pt x="762393" y="3553968"/>
                </a:lnTo>
                <a:lnTo>
                  <a:pt x="762534" y="3558358"/>
                </a:lnTo>
                <a:lnTo>
                  <a:pt x="763096" y="3551060"/>
                </a:lnTo>
                <a:lnTo>
                  <a:pt x="763914" y="3553378"/>
                </a:lnTo>
                <a:lnTo>
                  <a:pt x="763922" y="3549567"/>
                </a:lnTo>
                <a:lnTo>
                  <a:pt x="764976" y="3527328"/>
                </a:lnTo>
                <a:lnTo>
                  <a:pt x="765099" y="3528511"/>
                </a:lnTo>
                <a:lnTo>
                  <a:pt x="765266" y="3501543"/>
                </a:lnTo>
                <a:lnTo>
                  <a:pt x="765846" y="3532210"/>
                </a:lnTo>
                <a:lnTo>
                  <a:pt x="765951" y="3518895"/>
                </a:lnTo>
                <a:lnTo>
                  <a:pt x="766294" y="3551631"/>
                </a:lnTo>
                <a:lnTo>
                  <a:pt x="766962" y="3542636"/>
                </a:lnTo>
                <a:lnTo>
                  <a:pt x="767805" y="3550035"/>
                </a:lnTo>
                <a:lnTo>
                  <a:pt x="768078" y="3590788"/>
                </a:lnTo>
                <a:lnTo>
                  <a:pt x="768719" y="3577784"/>
                </a:lnTo>
                <a:lnTo>
                  <a:pt x="771215" y="3491040"/>
                </a:lnTo>
                <a:lnTo>
                  <a:pt x="771829" y="3478950"/>
                </a:lnTo>
                <a:lnTo>
                  <a:pt x="772954" y="3596501"/>
                </a:lnTo>
                <a:lnTo>
                  <a:pt x="772972" y="3576930"/>
                </a:lnTo>
                <a:lnTo>
                  <a:pt x="773376" y="3447636"/>
                </a:lnTo>
                <a:lnTo>
                  <a:pt x="774220" y="3453672"/>
                </a:lnTo>
                <a:lnTo>
                  <a:pt x="774632" y="3445111"/>
                </a:lnTo>
                <a:lnTo>
                  <a:pt x="775704" y="3346063"/>
                </a:lnTo>
                <a:lnTo>
                  <a:pt x="776477" y="3372700"/>
                </a:lnTo>
                <a:lnTo>
                  <a:pt x="777180" y="3298487"/>
                </a:lnTo>
                <a:lnTo>
                  <a:pt x="777215" y="3119571"/>
                </a:lnTo>
                <a:lnTo>
                  <a:pt x="777611" y="3201248"/>
                </a:lnTo>
                <a:lnTo>
                  <a:pt x="778348" y="3277163"/>
                </a:lnTo>
                <a:lnTo>
                  <a:pt x="778814" y="3237062"/>
                </a:lnTo>
                <a:lnTo>
                  <a:pt x="778981" y="3202411"/>
                </a:lnTo>
                <a:lnTo>
                  <a:pt x="780563" y="3272391"/>
                </a:lnTo>
                <a:lnTo>
                  <a:pt x="780896" y="3242057"/>
                </a:lnTo>
                <a:lnTo>
                  <a:pt x="781230" y="3258605"/>
                </a:lnTo>
                <a:lnTo>
                  <a:pt x="782285" y="3327345"/>
                </a:lnTo>
                <a:lnTo>
                  <a:pt x="782909" y="3309909"/>
                </a:lnTo>
                <a:lnTo>
                  <a:pt x="783400" y="3363740"/>
                </a:lnTo>
                <a:lnTo>
                  <a:pt x="783743" y="3353062"/>
                </a:lnTo>
                <a:lnTo>
                  <a:pt x="785237" y="3345794"/>
                </a:lnTo>
                <a:lnTo>
                  <a:pt x="785272" y="3348850"/>
                </a:lnTo>
                <a:lnTo>
                  <a:pt x="786001" y="3289536"/>
                </a:lnTo>
                <a:lnTo>
                  <a:pt x="786255" y="3338299"/>
                </a:lnTo>
                <a:lnTo>
                  <a:pt x="787187" y="3424867"/>
                </a:lnTo>
                <a:lnTo>
                  <a:pt x="788039" y="3401572"/>
                </a:lnTo>
                <a:lnTo>
                  <a:pt x="788601" y="3436532"/>
                </a:lnTo>
                <a:lnTo>
                  <a:pt x="788795" y="3381552"/>
                </a:lnTo>
                <a:lnTo>
                  <a:pt x="789498" y="3400454"/>
                </a:lnTo>
                <a:lnTo>
                  <a:pt x="790245" y="3389648"/>
                </a:lnTo>
                <a:lnTo>
                  <a:pt x="790974" y="3439844"/>
                </a:lnTo>
                <a:lnTo>
                  <a:pt x="791150" y="3425326"/>
                </a:lnTo>
                <a:lnTo>
                  <a:pt x="791290" y="3457801"/>
                </a:lnTo>
                <a:lnTo>
                  <a:pt x="792871" y="3459645"/>
                </a:lnTo>
                <a:lnTo>
                  <a:pt x="792889" y="3445187"/>
                </a:lnTo>
                <a:lnTo>
                  <a:pt x="793609" y="3474725"/>
                </a:lnTo>
                <a:lnTo>
                  <a:pt x="793653" y="3468344"/>
                </a:lnTo>
                <a:lnTo>
                  <a:pt x="794435" y="3438204"/>
                </a:lnTo>
                <a:lnTo>
                  <a:pt x="794647" y="3419271"/>
                </a:lnTo>
                <a:lnTo>
                  <a:pt x="795007" y="3441120"/>
                </a:lnTo>
                <a:lnTo>
                  <a:pt x="795323" y="3199308"/>
                </a:lnTo>
                <a:lnTo>
                  <a:pt x="795613" y="3218627"/>
                </a:lnTo>
                <a:lnTo>
                  <a:pt x="796808" y="3252806"/>
                </a:lnTo>
                <a:lnTo>
                  <a:pt x="797801" y="3395330"/>
                </a:lnTo>
                <a:lnTo>
                  <a:pt x="798214" y="3390714"/>
                </a:lnTo>
                <a:lnTo>
                  <a:pt x="800779" y="3506568"/>
                </a:lnTo>
                <a:lnTo>
                  <a:pt x="801763" y="3444592"/>
                </a:lnTo>
                <a:lnTo>
                  <a:pt x="802176" y="3426904"/>
                </a:lnTo>
                <a:lnTo>
                  <a:pt x="802194" y="3365358"/>
                </a:lnTo>
                <a:lnTo>
                  <a:pt x="802501" y="3432587"/>
                </a:lnTo>
                <a:lnTo>
                  <a:pt x="802993" y="3411262"/>
                </a:lnTo>
                <a:lnTo>
                  <a:pt x="803503" y="3453437"/>
                </a:lnTo>
                <a:lnTo>
                  <a:pt x="803802" y="3428024"/>
                </a:lnTo>
                <a:lnTo>
                  <a:pt x="804074" y="3276098"/>
                </a:lnTo>
                <a:lnTo>
                  <a:pt x="804171" y="3199308"/>
                </a:lnTo>
                <a:lnTo>
                  <a:pt x="804908" y="3285501"/>
                </a:lnTo>
                <a:lnTo>
                  <a:pt x="805690" y="3342252"/>
                </a:lnTo>
                <a:lnTo>
                  <a:pt x="805831" y="3392409"/>
                </a:lnTo>
                <a:lnTo>
                  <a:pt x="806630" y="3381461"/>
                </a:lnTo>
                <a:lnTo>
                  <a:pt x="807202" y="3359324"/>
                </a:lnTo>
                <a:lnTo>
                  <a:pt x="809986" y="3453278"/>
                </a:lnTo>
                <a:lnTo>
                  <a:pt x="810066" y="3472605"/>
                </a:lnTo>
                <a:lnTo>
                  <a:pt x="810768" y="3468545"/>
                </a:lnTo>
                <a:lnTo>
                  <a:pt x="811463" y="3471704"/>
                </a:lnTo>
                <a:lnTo>
                  <a:pt x="811832" y="3460612"/>
                </a:lnTo>
                <a:lnTo>
                  <a:pt x="812201" y="3336377"/>
                </a:lnTo>
                <a:lnTo>
                  <a:pt x="812675" y="3388660"/>
                </a:lnTo>
                <a:lnTo>
                  <a:pt x="814239" y="3459096"/>
                </a:lnTo>
                <a:lnTo>
                  <a:pt x="815478" y="3478303"/>
                </a:lnTo>
                <a:lnTo>
                  <a:pt x="816049" y="3547906"/>
                </a:lnTo>
                <a:lnTo>
                  <a:pt x="816409" y="3541566"/>
                </a:lnTo>
                <a:lnTo>
                  <a:pt x="816778" y="3510004"/>
                </a:lnTo>
                <a:lnTo>
                  <a:pt x="817016" y="3545184"/>
                </a:lnTo>
                <a:lnTo>
                  <a:pt x="817253" y="3543670"/>
                </a:lnTo>
                <a:lnTo>
                  <a:pt x="818817" y="3521304"/>
                </a:lnTo>
                <a:lnTo>
                  <a:pt x="819335" y="3568417"/>
                </a:lnTo>
                <a:lnTo>
                  <a:pt x="819414" y="3542237"/>
                </a:lnTo>
                <a:lnTo>
                  <a:pt x="819871" y="3543819"/>
                </a:lnTo>
                <a:lnTo>
                  <a:pt x="820934" y="3488230"/>
                </a:lnTo>
                <a:lnTo>
                  <a:pt x="821803" y="3502284"/>
                </a:lnTo>
                <a:lnTo>
                  <a:pt x="821883" y="3522892"/>
                </a:lnTo>
                <a:lnTo>
                  <a:pt x="822612" y="3498508"/>
                </a:lnTo>
                <a:lnTo>
                  <a:pt x="823244" y="3482138"/>
                </a:lnTo>
                <a:lnTo>
                  <a:pt x="825001" y="3516085"/>
                </a:lnTo>
                <a:lnTo>
                  <a:pt x="825389" y="3510932"/>
                </a:lnTo>
                <a:lnTo>
                  <a:pt x="826381" y="3571831"/>
                </a:lnTo>
                <a:lnTo>
                  <a:pt x="827110" y="3555207"/>
                </a:lnTo>
                <a:lnTo>
                  <a:pt x="828121" y="3490322"/>
                </a:lnTo>
                <a:lnTo>
                  <a:pt x="828788" y="3506748"/>
                </a:lnTo>
                <a:lnTo>
                  <a:pt x="829377" y="3345651"/>
                </a:lnTo>
                <a:lnTo>
                  <a:pt x="829640" y="2700220"/>
                </a:lnTo>
                <a:lnTo>
                  <a:pt x="830256" y="2906743"/>
                </a:lnTo>
                <a:lnTo>
                  <a:pt x="831090" y="3019944"/>
                </a:lnTo>
                <a:lnTo>
                  <a:pt x="832039" y="3067806"/>
                </a:lnTo>
                <a:lnTo>
                  <a:pt x="832382" y="3196907"/>
                </a:lnTo>
                <a:lnTo>
                  <a:pt x="832734" y="3193998"/>
                </a:lnTo>
                <a:lnTo>
                  <a:pt x="833480" y="3209485"/>
                </a:lnTo>
                <a:lnTo>
                  <a:pt x="834473" y="3361999"/>
                </a:lnTo>
                <a:lnTo>
                  <a:pt x="835000" y="3389032"/>
                </a:lnTo>
                <a:lnTo>
                  <a:pt x="836002" y="3453326"/>
                </a:lnTo>
                <a:lnTo>
                  <a:pt x="836863" y="3465784"/>
                </a:lnTo>
                <a:lnTo>
                  <a:pt x="837425" y="3495898"/>
                </a:lnTo>
                <a:lnTo>
                  <a:pt x="837513" y="3455688"/>
                </a:lnTo>
                <a:lnTo>
                  <a:pt x="838453" y="3442683"/>
                </a:lnTo>
                <a:lnTo>
                  <a:pt x="838892" y="3464049"/>
                </a:lnTo>
                <a:lnTo>
                  <a:pt x="839938" y="3504261"/>
                </a:lnTo>
                <a:lnTo>
                  <a:pt x="841133" y="3498980"/>
                </a:lnTo>
                <a:lnTo>
                  <a:pt x="841159" y="3525104"/>
                </a:lnTo>
                <a:lnTo>
                  <a:pt x="841993" y="3479435"/>
                </a:lnTo>
                <a:lnTo>
                  <a:pt x="842020" y="3461963"/>
                </a:lnTo>
                <a:lnTo>
                  <a:pt x="842618" y="3509621"/>
                </a:lnTo>
                <a:lnTo>
                  <a:pt x="842758" y="3509378"/>
                </a:lnTo>
                <a:lnTo>
                  <a:pt x="843391" y="3522180"/>
                </a:lnTo>
                <a:lnTo>
                  <a:pt x="844243" y="3550357"/>
                </a:lnTo>
                <a:lnTo>
                  <a:pt x="844409" y="3546084"/>
                </a:lnTo>
                <a:lnTo>
                  <a:pt x="844515" y="3536942"/>
                </a:lnTo>
                <a:lnTo>
                  <a:pt x="845007" y="3546950"/>
                </a:lnTo>
                <a:lnTo>
                  <a:pt x="845649" y="3551671"/>
                </a:lnTo>
                <a:lnTo>
                  <a:pt x="845816" y="3394296"/>
                </a:lnTo>
                <a:lnTo>
                  <a:pt x="846562" y="3479358"/>
                </a:lnTo>
                <a:lnTo>
                  <a:pt x="847476" y="3572896"/>
                </a:lnTo>
                <a:lnTo>
                  <a:pt x="847986" y="3546691"/>
                </a:lnTo>
                <a:lnTo>
                  <a:pt x="848671" y="3593820"/>
                </a:lnTo>
                <a:lnTo>
                  <a:pt x="848741" y="3553888"/>
                </a:lnTo>
                <a:lnTo>
                  <a:pt x="849119" y="3409725"/>
                </a:lnTo>
                <a:lnTo>
                  <a:pt x="849506" y="3210839"/>
                </a:lnTo>
                <a:lnTo>
                  <a:pt x="850059" y="3249325"/>
                </a:lnTo>
                <a:lnTo>
                  <a:pt x="851720" y="3336789"/>
                </a:lnTo>
                <a:lnTo>
                  <a:pt x="851763" y="3358808"/>
                </a:lnTo>
                <a:lnTo>
                  <a:pt x="853530" y="3405517"/>
                </a:lnTo>
                <a:lnTo>
                  <a:pt x="853767" y="3401604"/>
                </a:lnTo>
                <a:lnTo>
                  <a:pt x="854303" y="3401794"/>
                </a:lnTo>
                <a:lnTo>
                  <a:pt x="854505" y="3400485"/>
                </a:lnTo>
                <a:lnTo>
                  <a:pt x="855331" y="3406498"/>
                </a:lnTo>
                <a:lnTo>
                  <a:pt x="855796" y="3445221"/>
                </a:lnTo>
                <a:lnTo>
                  <a:pt x="856807" y="3235733"/>
                </a:lnTo>
                <a:lnTo>
                  <a:pt x="857641" y="3245613"/>
                </a:lnTo>
                <a:lnTo>
                  <a:pt x="859662" y="3375672"/>
                </a:lnTo>
                <a:lnTo>
                  <a:pt x="859970" y="3366933"/>
                </a:lnTo>
                <a:lnTo>
                  <a:pt x="860831" y="3388093"/>
                </a:lnTo>
                <a:lnTo>
                  <a:pt x="861393" y="3384044"/>
                </a:lnTo>
                <a:lnTo>
                  <a:pt x="861850" y="3468135"/>
                </a:lnTo>
                <a:lnTo>
                  <a:pt x="862263" y="3406548"/>
                </a:lnTo>
                <a:lnTo>
                  <a:pt x="862641" y="3414157"/>
                </a:lnTo>
                <a:lnTo>
                  <a:pt x="863221" y="3465639"/>
                </a:lnTo>
                <a:lnTo>
                  <a:pt x="863598" y="3444947"/>
                </a:lnTo>
                <a:lnTo>
                  <a:pt x="864548" y="3446936"/>
                </a:lnTo>
                <a:lnTo>
                  <a:pt x="865496" y="3442081"/>
                </a:lnTo>
                <a:lnTo>
                  <a:pt x="865847" y="3492293"/>
                </a:lnTo>
                <a:lnTo>
                  <a:pt x="866419" y="3465346"/>
                </a:lnTo>
                <a:lnTo>
                  <a:pt x="867112" y="3486857"/>
                </a:lnTo>
                <a:lnTo>
                  <a:pt x="867121" y="3461876"/>
                </a:lnTo>
                <a:lnTo>
                  <a:pt x="867596" y="3455658"/>
                </a:lnTo>
                <a:lnTo>
                  <a:pt x="867780" y="3462058"/>
                </a:lnTo>
                <a:lnTo>
                  <a:pt x="868861" y="3516172"/>
                </a:lnTo>
                <a:lnTo>
                  <a:pt x="869125" y="3358308"/>
                </a:lnTo>
                <a:lnTo>
                  <a:pt x="870170" y="3378165"/>
                </a:lnTo>
                <a:lnTo>
                  <a:pt x="870899" y="3442660"/>
                </a:lnTo>
                <a:lnTo>
                  <a:pt x="870978" y="3426099"/>
                </a:lnTo>
                <a:lnTo>
                  <a:pt x="871603" y="3424270"/>
                </a:lnTo>
                <a:lnTo>
                  <a:pt x="871681" y="3438977"/>
                </a:lnTo>
                <a:lnTo>
                  <a:pt x="871980" y="3421393"/>
                </a:lnTo>
                <a:lnTo>
                  <a:pt x="872551" y="3417476"/>
                </a:lnTo>
                <a:lnTo>
                  <a:pt x="873105" y="3454592"/>
                </a:lnTo>
                <a:lnTo>
                  <a:pt x="875389" y="3245665"/>
                </a:lnTo>
                <a:lnTo>
                  <a:pt x="875740" y="3287863"/>
                </a:lnTo>
                <a:lnTo>
                  <a:pt x="877128" y="3328969"/>
                </a:lnTo>
                <a:lnTo>
                  <a:pt x="878464" y="3392125"/>
                </a:lnTo>
                <a:lnTo>
                  <a:pt x="878877" y="3424084"/>
                </a:lnTo>
                <a:lnTo>
                  <a:pt x="878974" y="3410089"/>
                </a:lnTo>
                <a:lnTo>
                  <a:pt x="879624" y="3357533"/>
                </a:lnTo>
                <a:lnTo>
                  <a:pt x="879966" y="3390843"/>
                </a:lnTo>
                <a:lnTo>
                  <a:pt x="880564" y="3424143"/>
                </a:lnTo>
                <a:lnTo>
                  <a:pt x="881926" y="3499242"/>
                </a:lnTo>
                <a:lnTo>
                  <a:pt x="882260" y="3478225"/>
                </a:lnTo>
                <a:lnTo>
                  <a:pt x="882761" y="3500945"/>
                </a:lnTo>
                <a:lnTo>
                  <a:pt x="883200" y="3505928"/>
                </a:lnTo>
                <a:lnTo>
                  <a:pt x="883920" y="3467863"/>
                </a:lnTo>
                <a:lnTo>
                  <a:pt x="884140" y="3500032"/>
                </a:lnTo>
                <a:lnTo>
                  <a:pt x="884808" y="3476181"/>
                </a:lnTo>
                <a:lnTo>
                  <a:pt x="885352" y="3485455"/>
                </a:lnTo>
                <a:lnTo>
                  <a:pt x="886345" y="3534463"/>
                </a:lnTo>
                <a:lnTo>
                  <a:pt x="886442" y="3503795"/>
                </a:lnTo>
                <a:lnTo>
                  <a:pt x="886652" y="3496728"/>
                </a:lnTo>
                <a:lnTo>
                  <a:pt x="886758" y="3520653"/>
                </a:lnTo>
                <a:lnTo>
                  <a:pt x="887180" y="3549668"/>
                </a:lnTo>
                <a:lnTo>
                  <a:pt x="887716" y="3529552"/>
                </a:lnTo>
                <a:lnTo>
                  <a:pt x="889130" y="3539394"/>
                </a:lnTo>
                <a:lnTo>
                  <a:pt x="891335" y="3573387"/>
                </a:lnTo>
                <a:lnTo>
                  <a:pt x="892249" y="3570821"/>
                </a:lnTo>
                <a:lnTo>
                  <a:pt x="892820" y="3551679"/>
                </a:lnTo>
                <a:lnTo>
                  <a:pt x="894086" y="3545190"/>
                </a:lnTo>
                <a:lnTo>
                  <a:pt x="894779" y="3553813"/>
                </a:lnTo>
                <a:lnTo>
                  <a:pt x="894964" y="3553201"/>
                </a:lnTo>
                <a:lnTo>
                  <a:pt x="895061" y="3541913"/>
                </a:lnTo>
                <a:lnTo>
                  <a:pt x="895219" y="3579455"/>
                </a:lnTo>
                <a:lnTo>
                  <a:pt x="896379" y="3588432"/>
                </a:lnTo>
                <a:lnTo>
                  <a:pt x="896466" y="3552716"/>
                </a:lnTo>
                <a:lnTo>
                  <a:pt x="897143" y="3572821"/>
                </a:lnTo>
                <a:lnTo>
                  <a:pt x="897547" y="3593379"/>
                </a:lnTo>
                <a:lnTo>
                  <a:pt x="897837" y="3571234"/>
                </a:lnTo>
                <a:lnTo>
                  <a:pt x="898698" y="3556846"/>
                </a:lnTo>
                <a:lnTo>
                  <a:pt x="898900" y="3582006"/>
                </a:lnTo>
                <a:lnTo>
                  <a:pt x="899357" y="3581082"/>
                </a:lnTo>
                <a:lnTo>
                  <a:pt x="900649" y="3519335"/>
                </a:lnTo>
                <a:lnTo>
                  <a:pt x="901378" y="3567321"/>
                </a:lnTo>
                <a:lnTo>
                  <a:pt x="901465" y="3548933"/>
                </a:lnTo>
                <a:lnTo>
                  <a:pt x="901843" y="3561509"/>
                </a:lnTo>
                <a:lnTo>
                  <a:pt x="903118" y="3522160"/>
                </a:lnTo>
                <a:lnTo>
                  <a:pt x="903345" y="3538301"/>
                </a:lnTo>
                <a:lnTo>
                  <a:pt x="903574" y="3505060"/>
                </a:lnTo>
                <a:lnTo>
                  <a:pt x="903829" y="3509989"/>
                </a:lnTo>
                <a:lnTo>
                  <a:pt x="904602" y="3514772"/>
                </a:lnTo>
                <a:lnTo>
                  <a:pt x="905604" y="3502205"/>
                </a:lnTo>
                <a:lnTo>
                  <a:pt x="906693" y="3556307"/>
                </a:lnTo>
                <a:lnTo>
                  <a:pt x="907791" y="3477913"/>
                </a:lnTo>
                <a:lnTo>
                  <a:pt x="908099" y="3281118"/>
                </a:lnTo>
                <a:lnTo>
                  <a:pt x="908397" y="3328384"/>
                </a:lnTo>
                <a:lnTo>
                  <a:pt x="908855" y="3350333"/>
                </a:lnTo>
                <a:lnTo>
                  <a:pt x="910981" y="3387782"/>
                </a:lnTo>
                <a:lnTo>
                  <a:pt x="911288" y="3416812"/>
                </a:lnTo>
                <a:lnTo>
                  <a:pt x="911402" y="3416107"/>
                </a:lnTo>
                <a:lnTo>
                  <a:pt x="912167" y="3409502"/>
                </a:lnTo>
                <a:lnTo>
                  <a:pt x="913177" y="3489611"/>
                </a:lnTo>
                <a:lnTo>
                  <a:pt x="913599" y="3389275"/>
                </a:lnTo>
                <a:lnTo>
                  <a:pt x="914302" y="3398764"/>
                </a:lnTo>
                <a:lnTo>
                  <a:pt x="914433" y="3416844"/>
                </a:lnTo>
                <a:lnTo>
                  <a:pt x="914768" y="3389673"/>
                </a:lnTo>
                <a:lnTo>
                  <a:pt x="914952" y="3413687"/>
                </a:lnTo>
                <a:lnTo>
                  <a:pt x="917025" y="3483146"/>
                </a:lnTo>
                <a:lnTo>
                  <a:pt x="917500" y="3522184"/>
                </a:lnTo>
                <a:lnTo>
                  <a:pt x="917860" y="3514248"/>
                </a:lnTo>
                <a:lnTo>
                  <a:pt x="918589" y="2472888"/>
                </a:lnTo>
                <a:lnTo>
                  <a:pt x="919775" y="2612102"/>
                </a:lnTo>
                <a:lnTo>
                  <a:pt x="921875" y="2915283"/>
                </a:lnTo>
                <a:lnTo>
                  <a:pt x="922833" y="3053398"/>
                </a:lnTo>
                <a:lnTo>
                  <a:pt x="924071" y="3242155"/>
                </a:lnTo>
                <a:lnTo>
                  <a:pt x="924950" y="3377720"/>
                </a:lnTo>
                <a:lnTo>
                  <a:pt x="925539" y="3200931"/>
                </a:lnTo>
                <a:lnTo>
                  <a:pt x="926004" y="3255372"/>
                </a:lnTo>
                <a:lnTo>
                  <a:pt x="928975" y="3412937"/>
                </a:lnTo>
                <a:lnTo>
                  <a:pt x="930221" y="3473546"/>
                </a:lnTo>
                <a:lnTo>
                  <a:pt x="931294" y="3490357"/>
                </a:lnTo>
                <a:lnTo>
                  <a:pt x="931373" y="3479885"/>
                </a:lnTo>
                <a:lnTo>
                  <a:pt x="931461" y="3466327"/>
                </a:lnTo>
                <a:lnTo>
                  <a:pt x="932278" y="3474518"/>
                </a:lnTo>
                <a:lnTo>
                  <a:pt x="933508" y="3466316"/>
                </a:lnTo>
                <a:lnTo>
                  <a:pt x="934360" y="3502187"/>
                </a:lnTo>
                <a:lnTo>
                  <a:pt x="934527" y="3251525"/>
                </a:lnTo>
                <a:lnTo>
                  <a:pt x="935265" y="3339871"/>
                </a:lnTo>
                <a:lnTo>
                  <a:pt x="935599" y="3326562"/>
                </a:lnTo>
                <a:lnTo>
                  <a:pt x="936003" y="3329125"/>
                </a:lnTo>
                <a:lnTo>
                  <a:pt x="936547" y="3385538"/>
                </a:lnTo>
                <a:lnTo>
                  <a:pt x="937971" y="3375319"/>
                </a:lnTo>
                <a:lnTo>
                  <a:pt x="939139" y="3472863"/>
                </a:lnTo>
                <a:lnTo>
                  <a:pt x="939228" y="3463845"/>
                </a:lnTo>
                <a:lnTo>
                  <a:pt x="940018" y="3453139"/>
                </a:lnTo>
                <a:lnTo>
                  <a:pt x="940106" y="3478889"/>
                </a:lnTo>
                <a:lnTo>
                  <a:pt x="940906" y="3463344"/>
                </a:lnTo>
                <a:lnTo>
                  <a:pt x="941186" y="3306501"/>
                </a:lnTo>
                <a:lnTo>
                  <a:pt x="943085" y="3355375"/>
                </a:lnTo>
                <a:lnTo>
                  <a:pt x="944455" y="3415122"/>
                </a:lnTo>
                <a:lnTo>
                  <a:pt x="945193" y="3398976"/>
                </a:lnTo>
                <a:lnTo>
                  <a:pt x="945237" y="3401219"/>
                </a:lnTo>
                <a:lnTo>
                  <a:pt x="945694" y="3427911"/>
                </a:lnTo>
                <a:lnTo>
                  <a:pt x="946019" y="3420795"/>
                </a:lnTo>
                <a:lnTo>
                  <a:pt x="946283" y="3454366"/>
                </a:lnTo>
                <a:lnTo>
                  <a:pt x="947671" y="3446146"/>
                </a:lnTo>
                <a:lnTo>
                  <a:pt x="949349" y="3556340"/>
                </a:lnTo>
                <a:lnTo>
                  <a:pt x="949445" y="3545802"/>
                </a:lnTo>
                <a:lnTo>
                  <a:pt x="949779" y="3383426"/>
                </a:lnTo>
                <a:lnTo>
                  <a:pt x="950350" y="3402619"/>
                </a:lnTo>
                <a:lnTo>
                  <a:pt x="950676" y="3360703"/>
                </a:lnTo>
                <a:lnTo>
                  <a:pt x="951282" y="3384327"/>
                </a:lnTo>
                <a:lnTo>
                  <a:pt x="951361" y="3407983"/>
                </a:lnTo>
                <a:lnTo>
                  <a:pt x="953100" y="3409853"/>
                </a:lnTo>
                <a:lnTo>
                  <a:pt x="955534" y="3469330"/>
                </a:lnTo>
                <a:lnTo>
                  <a:pt x="956368" y="3465164"/>
                </a:lnTo>
                <a:lnTo>
                  <a:pt x="956817" y="3483996"/>
                </a:lnTo>
                <a:lnTo>
                  <a:pt x="958293" y="3421099"/>
                </a:lnTo>
                <a:lnTo>
                  <a:pt x="959689" y="3432217"/>
                </a:lnTo>
                <a:lnTo>
                  <a:pt x="960103" y="3203628"/>
                </a:lnTo>
                <a:lnTo>
                  <a:pt x="960401" y="3251058"/>
                </a:lnTo>
                <a:lnTo>
                  <a:pt x="961403" y="3316882"/>
                </a:lnTo>
                <a:lnTo>
                  <a:pt x="961570" y="3313034"/>
                </a:lnTo>
                <a:lnTo>
                  <a:pt x="962475" y="3419729"/>
                </a:lnTo>
                <a:lnTo>
                  <a:pt x="963082" y="3421133"/>
                </a:lnTo>
                <a:lnTo>
                  <a:pt x="964171" y="3471251"/>
                </a:lnTo>
                <a:lnTo>
                  <a:pt x="964935" y="3466211"/>
                </a:lnTo>
                <a:lnTo>
                  <a:pt x="964987" y="3470639"/>
                </a:lnTo>
                <a:lnTo>
                  <a:pt x="965243" y="3487634"/>
                </a:lnTo>
                <a:lnTo>
                  <a:pt x="965489" y="3449028"/>
                </a:lnTo>
                <a:lnTo>
                  <a:pt x="965814" y="3465983"/>
                </a:lnTo>
                <a:lnTo>
                  <a:pt x="966947" y="3499408"/>
                </a:lnTo>
                <a:lnTo>
                  <a:pt x="967176" y="3522953"/>
                </a:lnTo>
                <a:lnTo>
                  <a:pt x="967210" y="3511071"/>
                </a:lnTo>
                <a:lnTo>
                  <a:pt x="968238" y="3520005"/>
                </a:lnTo>
                <a:lnTo>
                  <a:pt x="968335" y="3547534"/>
                </a:lnTo>
                <a:lnTo>
                  <a:pt x="969012" y="3544804"/>
                </a:lnTo>
                <a:lnTo>
                  <a:pt x="971498" y="3630822"/>
                </a:lnTo>
                <a:lnTo>
                  <a:pt x="972394" y="3560069"/>
                </a:lnTo>
                <a:lnTo>
                  <a:pt x="973159" y="3585231"/>
                </a:lnTo>
                <a:lnTo>
                  <a:pt x="973255" y="3568539"/>
                </a:lnTo>
                <a:lnTo>
                  <a:pt x="973985" y="3505551"/>
                </a:lnTo>
                <a:lnTo>
                  <a:pt x="974547" y="3349425"/>
                </a:lnTo>
                <a:lnTo>
                  <a:pt x="975047" y="3362289"/>
                </a:lnTo>
                <a:lnTo>
                  <a:pt x="976454" y="3476128"/>
                </a:lnTo>
                <a:lnTo>
                  <a:pt x="976471" y="3476124"/>
                </a:lnTo>
                <a:lnTo>
                  <a:pt x="977508" y="3489981"/>
                </a:lnTo>
                <a:lnTo>
                  <a:pt x="978070" y="3481308"/>
                </a:lnTo>
                <a:lnTo>
                  <a:pt x="978202" y="3490708"/>
                </a:lnTo>
                <a:lnTo>
                  <a:pt x="980012" y="3554163"/>
                </a:lnTo>
                <a:lnTo>
                  <a:pt x="980829" y="3502955"/>
                </a:lnTo>
                <a:lnTo>
                  <a:pt x="980908" y="3529677"/>
                </a:lnTo>
                <a:lnTo>
                  <a:pt x="981646" y="3570779"/>
                </a:lnTo>
                <a:lnTo>
                  <a:pt x="982199" y="3567160"/>
                </a:lnTo>
                <a:lnTo>
                  <a:pt x="982788" y="3549687"/>
                </a:lnTo>
                <a:lnTo>
                  <a:pt x="983026" y="3575147"/>
                </a:lnTo>
                <a:lnTo>
                  <a:pt x="983210" y="3586694"/>
                </a:lnTo>
                <a:lnTo>
                  <a:pt x="983588" y="3567192"/>
                </a:lnTo>
                <a:lnTo>
                  <a:pt x="983895" y="3575346"/>
                </a:lnTo>
                <a:lnTo>
                  <a:pt x="985116" y="3556118"/>
                </a:lnTo>
                <a:lnTo>
                  <a:pt x="985986" y="3558040"/>
                </a:lnTo>
                <a:lnTo>
                  <a:pt x="986768" y="3535868"/>
                </a:lnTo>
                <a:lnTo>
                  <a:pt x="987427" y="3602839"/>
                </a:lnTo>
                <a:lnTo>
                  <a:pt x="987717" y="3598477"/>
                </a:lnTo>
                <a:lnTo>
                  <a:pt x="988332" y="3648893"/>
                </a:lnTo>
                <a:lnTo>
                  <a:pt x="989096" y="3619167"/>
                </a:lnTo>
                <a:lnTo>
                  <a:pt x="989123" y="3638031"/>
                </a:lnTo>
                <a:lnTo>
                  <a:pt x="990185" y="3663710"/>
                </a:lnTo>
                <a:lnTo>
                  <a:pt x="991117" y="3652316"/>
                </a:lnTo>
                <a:lnTo>
                  <a:pt x="991240" y="3630332"/>
                </a:lnTo>
                <a:lnTo>
                  <a:pt x="992470" y="3628713"/>
                </a:lnTo>
                <a:lnTo>
                  <a:pt x="994807" y="3610408"/>
                </a:lnTo>
                <a:lnTo>
                  <a:pt x="994948" y="3613192"/>
                </a:lnTo>
                <a:lnTo>
                  <a:pt x="995343" y="3628917"/>
                </a:lnTo>
                <a:lnTo>
                  <a:pt x="995606" y="3604825"/>
                </a:lnTo>
                <a:lnTo>
                  <a:pt x="995835" y="3566736"/>
                </a:lnTo>
                <a:lnTo>
                  <a:pt x="996195" y="3594836"/>
                </a:lnTo>
                <a:lnTo>
                  <a:pt x="996600" y="3603830"/>
                </a:lnTo>
                <a:lnTo>
                  <a:pt x="996661" y="3597519"/>
                </a:lnTo>
                <a:lnTo>
                  <a:pt x="997276" y="3661769"/>
                </a:lnTo>
                <a:lnTo>
                  <a:pt x="997663" y="3663903"/>
                </a:lnTo>
                <a:lnTo>
                  <a:pt x="997935" y="3660539"/>
                </a:lnTo>
                <a:lnTo>
                  <a:pt x="998471" y="3626583"/>
                </a:lnTo>
                <a:lnTo>
                  <a:pt x="998761" y="3637409"/>
                </a:lnTo>
                <a:lnTo>
                  <a:pt x="999350" y="3657458"/>
                </a:lnTo>
                <a:lnTo>
                  <a:pt x="1000685" y="3631576"/>
                </a:lnTo>
                <a:lnTo>
                  <a:pt x="1001458" y="3668466"/>
                </a:lnTo>
                <a:lnTo>
                  <a:pt x="1001898" y="3667035"/>
                </a:lnTo>
                <a:lnTo>
                  <a:pt x="1003197" y="3679219"/>
                </a:lnTo>
                <a:lnTo>
                  <a:pt x="1003505" y="3675922"/>
                </a:lnTo>
                <a:lnTo>
                  <a:pt x="1003523" y="3641074"/>
                </a:lnTo>
                <a:lnTo>
                  <a:pt x="1004392" y="3652218"/>
                </a:lnTo>
                <a:lnTo>
                  <a:pt x="1005965" y="3648025"/>
                </a:lnTo>
                <a:lnTo>
                  <a:pt x="1006589" y="3599195"/>
                </a:lnTo>
                <a:lnTo>
                  <a:pt x="1006870" y="3610798"/>
                </a:lnTo>
                <a:lnTo>
                  <a:pt x="1007283" y="3643337"/>
                </a:lnTo>
                <a:lnTo>
                  <a:pt x="1007951" y="3600978"/>
                </a:lnTo>
                <a:lnTo>
                  <a:pt x="1008056" y="3651216"/>
                </a:lnTo>
                <a:lnTo>
                  <a:pt x="1008522" y="3639221"/>
                </a:lnTo>
                <a:lnTo>
                  <a:pt x="1009910" y="3654633"/>
                </a:lnTo>
                <a:lnTo>
                  <a:pt x="1010788" y="3676250"/>
                </a:lnTo>
                <a:lnTo>
                  <a:pt x="1011738" y="3602313"/>
                </a:lnTo>
                <a:lnTo>
                  <a:pt x="1012344" y="3605004"/>
                </a:lnTo>
                <a:lnTo>
                  <a:pt x="1013266" y="3574187"/>
                </a:lnTo>
                <a:lnTo>
                  <a:pt x="1013416" y="3566084"/>
                </a:lnTo>
                <a:lnTo>
                  <a:pt x="1013740" y="3595141"/>
                </a:lnTo>
                <a:lnTo>
                  <a:pt x="1014830" y="3621556"/>
                </a:lnTo>
                <a:lnTo>
                  <a:pt x="1015181" y="3601002"/>
                </a:lnTo>
                <a:lnTo>
                  <a:pt x="1017404" y="3659114"/>
                </a:lnTo>
                <a:lnTo>
                  <a:pt x="1019812" y="3675493"/>
                </a:lnTo>
                <a:lnTo>
                  <a:pt x="1020462" y="3642551"/>
                </a:lnTo>
                <a:lnTo>
                  <a:pt x="1020990" y="3645460"/>
                </a:lnTo>
                <a:lnTo>
                  <a:pt x="1021130" y="3644350"/>
                </a:lnTo>
                <a:lnTo>
                  <a:pt x="1021622" y="3566366"/>
                </a:lnTo>
                <a:lnTo>
                  <a:pt x="1021806" y="3589110"/>
                </a:lnTo>
                <a:lnTo>
                  <a:pt x="1022825" y="3632908"/>
                </a:lnTo>
                <a:lnTo>
                  <a:pt x="1023071" y="3650549"/>
                </a:lnTo>
                <a:lnTo>
                  <a:pt x="1023449" y="3644074"/>
                </a:lnTo>
                <a:lnTo>
                  <a:pt x="1024135" y="3635638"/>
                </a:lnTo>
                <a:lnTo>
                  <a:pt x="1024240" y="3642161"/>
                </a:lnTo>
                <a:lnTo>
                  <a:pt x="1024389" y="3660354"/>
                </a:lnTo>
                <a:lnTo>
                  <a:pt x="1024925" y="3619822"/>
                </a:lnTo>
                <a:lnTo>
                  <a:pt x="1025347" y="3626154"/>
                </a:lnTo>
                <a:lnTo>
                  <a:pt x="1026656" y="3644265"/>
                </a:lnTo>
                <a:lnTo>
                  <a:pt x="1027623" y="3616942"/>
                </a:lnTo>
                <a:lnTo>
                  <a:pt x="1028062" y="3639654"/>
                </a:lnTo>
                <a:lnTo>
                  <a:pt x="1028827" y="3624505"/>
                </a:lnTo>
                <a:lnTo>
                  <a:pt x="1029731" y="3683201"/>
                </a:lnTo>
                <a:lnTo>
                  <a:pt x="1030073" y="3668863"/>
                </a:lnTo>
                <a:lnTo>
                  <a:pt x="1031418" y="3663541"/>
                </a:lnTo>
                <a:lnTo>
                  <a:pt x="1032121" y="3639632"/>
                </a:lnTo>
                <a:lnTo>
                  <a:pt x="1032226" y="3654281"/>
                </a:lnTo>
                <a:lnTo>
                  <a:pt x="1033000" y="3650856"/>
                </a:lnTo>
                <a:lnTo>
                  <a:pt x="1033175" y="3667836"/>
                </a:lnTo>
                <a:lnTo>
                  <a:pt x="1033395" y="3652542"/>
                </a:lnTo>
                <a:lnTo>
                  <a:pt x="1034827" y="3672465"/>
                </a:lnTo>
                <a:lnTo>
                  <a:pt x="1036145" y="3689380"/>
                </a:lnTo>
                <a:lnTo>
                  <a:pt x="1037067" y="3641975"/>
                </a:lnTo>
                <a:lnTo>
                  <a:pt x="1038473" y="3661785"/>
                </a:lnTo>
                <a:lnTo>
                  <a:pt x="1039141" y="3658087"/>
                </a:lnTo>
                <a:lnTo>
                  <a:pt x="1039448" y="3671520"/>
                </a:lnTo>
                <a:lnTo>
                  <a:pt x="1039633" y="3637160"/>
                </a:lnTo>
                <a:lnTo>
                  <a:pt x="1040977" y="3609848"/>
                </a:lnTo>
                <a:lnTo>
                  <a:pt x="1041004" y="3626055"/>
                </a:lnTo>
                <a:lnTo>
                  <a:pt x="1041355" y="3626369"/>
                </a:lnTo>
                <a:lnTo>
                  <a:pt x="1041451" y="3643161"/>
                </a:lnTo>
                <a:lnTo>
                  <a:pt x="1042014" y="3604040"/>
                </a:lnTo>
                <a:lnTo>
                  <a:pt x="1042401" y="3673867"/>
                </a:lnTo>
                <a:lnTo>
                  <a:pt x="1042980" y="3644441"/>
                </a:lnTo>
                <a:lnTo>
                  <a:pt x="1043481" y="3653856"/>
                </a:lnTo>
                <a:lnTo>
                  <a:pt x="1043833" y="3647828"/>
                </a:lnTo>
                <a:lnTo>
                  <a:pt x="1044579" y="3593588"/>
                </a:lnTo>
                <a:lnTo>
                  <a:pt x="1044702" y="3644432"/>
                </a:lnTo>
                <a:lnTo>
                  <a:pt x="1044799" y="3637705"/>
                </a:lnTo>
                <a:lnTo>
                  <a:pt x="1045308" y="3652181"/>
                </a:lnTo>
                <a:lnTo>
                  <a:pt x="1046591" y="3706554"/>
                </a:lnTo>
                <a:lnTo>
                  <a:pt x="1046609" y="3689080"/>
                </a:lnTo>
                <a:lnTo>
                  <a:pt x="1047505" y="3658666"/>
                </a:lnTo>
                <a:lnTo>
                  <a:pt x="1047979" y="3675915"/>
                </a:lnTo>
                <a:lnTo>
                  <a:pt x="1049069" y="3638617"/>
                </a:lnTo>
                <a:lnTo>
                  <a:pt x="1049974" y="3709422"/>
                </a:lnTo>
                <a:lnTo>
                  <a:pt x="1050211" y="3675159"/>
                </a:lnTo>
                <a:lnTo>
                  <a:pt x="1052628" y="3574345"/>
                </a:lnTo>
                <a:lnTo>
                  <a:pt x="1053585" y="3576599"/>
                </a:lnTo>
                <a:lnTo>
                  <a:pt x="1054235" y="3654976"/>
                </a:lnTo>
                <a:lnTo>
                  <a:pt x="1055333" y="3654627"/>
                </a:lnTo>
                <a:lnTo>
                  <a:pt x="1055597" y="3718865"/>
                </a:lnTo>
                <a:lnTo>
                  <a:pt x="1056370" y="3702756"/>
                </a:lnTo>
                <a:lnTo>
                  <a:pt x="1056879" y="3698713"/>
                </a:lnTo>
                <a:lnTo>
                  <a:pt x="1056897" y="3667848"/>
                </a:lnTo>
                <a:lnTo>
                  <a:pt x="1058048" y="3665924"/>
                </a:lnTo>
                <a:lnTo>
                  <a:pt x="1058505" y="3633121"/>
                </a:lnTo>
                <a:lnTo>
                  <a:pt x="1058725" y="3643845"/>
                </a:lnTo>
                <a:lnTo>
                  <a:pt x="1060385" y="3593043"/>
                </a:lnTo>
                <a:lnTo>
                  <a:pt x="1060412" y="3616569"/>
                </a:lnTo>
                <a:lnTo>
                  <a:pt x="1060781" y="3623395"/>
                </a:lnTo>
                <a:lnTo>
                  <a:pt x="1061079" y="3593627"/>
                </a:lnTo>
                <a:lnTo>
                  <a:pt x="1062722" y="3656916"/>
                </a:lnTo>
                <a:lnTo>
                  <a:pt x="1063478" y="3621869"/>
                </a:lnTo>
                <a:lnTo>
                  <a:pt x="1064023" y="3622204"/>
                </a:lnTo>
                <a:lnTo>
                  <a:pt x="1064251" y="3653916"/>
                </a:lnTo>
                <a:lnTo>
                  <a:pt x="1064971" y="3646698"/>
                </a:lnTo>
                <a:lnTo>
                  <a:pt x="1065543" y="3647558"/>
                </a:lnTo>
                <a:lnTo>
                  <a:pt x="1065920" y="3634755"/>
                </a:lnTo>
                <a:lnTo>
                  <a:pt x="1066034" y="739845"/>
                </a:lnTo>
                <a:lnTo>
                  <a:pt x="1066869" y="1779558"/>
                </a:lnTo>
                <a:lnTo>
                  <a:pt x="1067669" y="2427524"/>
                </a:lnTo>
                <a:lnTo>
                  <a:pt x="1068987" y="2770217"/>
                </a:lnTo>
                <a:lnTo>
                  <a:pt x="1069672" y="1787385"/>
                </a:lnTo>
                <a:lnTo>
                  <a:pt x="1070093" y="2327162"/>
                </a:lnTo>
                <a:lnTo>
                  <a:pt x="1071596" y="2726936"/>
                </a:lnTo>
                <a:lnTo>
                  <a:pt x="1073977" y="3030281"/>
                </a:lnTo>
                <a:lnTo>
                  <a:pt x="1075453" y="3243586"/>
                </a:lnTo>
                <a:lnTo>
                  <a:pt x="1077843" y="3358442"/>
                </a:lnTo>
                <a:lnTo>
                  <a:pt x="1078168" y="3460493"/>
                </a:lnTo>
                <a:lnTo>
                  <a:pt x="1079381" y="3450123"/>
                </a:lnTo>
                <a:lnTo>
                  <a:pt x="1079451" y="3469687"/>
                </a:lnTo>
                <a:lnTo>
                  <a:pt x="1079907" y="3466811"/>
                </a:lnTo>
                <a:lnTo>
                  <a:pt x="1080944" y="3453267"/>
                </a:lnTo>
                <a:lnTo>
                  <a:pt x="1081032" y="3462034"/>
                </a:lnTo>
                <a:lnTo>
                  <a:pt x="1082376" y="3547023"/>
                </a:lnTo>
                <a:lnTo>
                  <a:pt x="1082429" y="3532538"/>
                </a:lnTo>
                <a:lnTo>
                  <a:pt x="1082859" y="3584986"/>
                </a:lnTo>
                <a:lnTo>
                  <a:pt x="1083571" y="3576577"/>
                </a:lnTo>
                <a:lnTo>
                  <a:pt x="1083835" y="3421376"/>
                </a:lnTo>
                <a:lnTo>
                  <a:pt x="1084678" y="3496791"/>
                </a:lnTo>
                <a:lnTo>
                  <a:pt x="1085346" y="3493933"/>
                </a:lnTo>
                <a:lnTo>
                  <a:pt x="1086233" y="3565857"/>
                </a:lnTo>
                <a:lnTo>
                  <a:pt x="1086972" y="3563421"/>
                </a:lnTo>
                <a:lnTo>
                  <a:pt x="1087393" y="3539578"/>
                </a:lnTo>
                <a:lnTo>
                  <a:pt x="1087710" y="3560604"/>
                </a:lnTo>
                <a:lnTo>
                  <a:pt x="1088289" y="3577480"/>
                </a:lnTo>
                <a:lnTo>
                  <a:pt x="1089274" y="3566494"/>
                </a:lnTo>
                <a:lnTo>
                  <a:pt x="1089625" y="3551912"/>
                </a:lnTo>
                <a:lnTo>
                  <a:pt x="1090600" y="3563803"/>
                </a:lnTo>
                <a:lnTo>
                  <a:pt x="1093025" y="3652309"/>
                </a:lnTo>
                <a:lnTo>
                  <a:pt x="1093324" y="3637748"/>
                </a:lnTo>
                <a:lnTo>
                  <a:pt x="1093341" y="3671275"/>
                </a:lnTo>
                <a:lnTo>
                  <a:pt x="1093605" y="3670073"/>
                </a:lnTo>
                <a:lnTo>
                  <a:pt x="1094527" y="3622399"/>
                </a:lnTo>
                <a:lnTo>
                  <a:pt x="1094756" y="3589787"/>
                </a:lnTo>
                <a:lnTo>
                  <a:pt x="1095134" y="3594260"/>
                </a:lnTo>
                <a:lnTo>
                  <a:pt x="1096284" y="3596371"/>
                </a:lnTo>
                <a:lnTo>
                  <a:pt x="1096653" y="3585014"/>
                </a:lnTo>
                <a:lnTo>
                  <a:pt x="1097971" y="3590366"/>
                </a:lnTo>
                <a:lnTo>
                  <a:pt x="1098226" y="3575379"/>
                </a:lnTo>
                <a:lnTo>
                  <a:pt x="1098850" y="3580004"/>
                </a:lnTo>
                <a:lnTo>
                  <a:pt x="1099544" y="3537830"/>
                </a:lnTo>
                <a:lnTo>
                  <a:pt x="1100607" y="3541984"/>
                </a:lnTo>
                <a:lnTo>
                  <a:pt x="1101538" y="3543338"/>
                </a:lnTo>
                <a:lnTo>
                  <a:pt x="1102390" y="3594523"/>
                </a:lnTo>
                <a:lnTo>
                  <a:pt x="1102777" y="3581431"/>
                </a:lnTo>
                <a:lnTo>
                  <a:pt x="1103164" y="3597029"/>
                </a:lnTo>
                <a:lnTo>
                  <a:pt x="1104051" y="3661604"/>
                </a:lnTo>
                <a:lnTo>
                  <a:pt x="1104780" y="3712791"/>
                </a:lnTo>
                <a:lnTo>
                  <a:pt x="1106046" y="3707867"/>
                </a:lnTo>
                <a:lnTo>
                  <a:pt x="1106257" y="3710450"/>
                </a:lnTo>
                <a:lnTo>
                  <a:pt x="1108040" y="3650529"/>
                </a:lnTo>
                <a:lnTo>
                  <a:pt x="1109165" y="3684015"/>
                </a:lnTo>
                <a:lnTo>
                  <a:pt x="1109173" y="3682696"/>
                </a:lnTo>
                <a:lnTo>
                  <a:pt x="1109375" y="3673885"/>
                </a:lnTo>
                <a:lnTo>
                  <a:pt x="1110087" y="3767250"/>
                </a:lnTo>
                <a:lnTo>
                  <a:pt x="1110140" y="3747487"/>
                </a:lnTo>
                <a:lnTo>
                  <a:pt x="1110229" y="0"/>
                </a:lnTo>
                <a:moveTo>
                  <a:pt x="1114969" y="0"/>
                </a:moveTo>
                <a:lnTo>
                  <a:pt x="1115271" y="351619"/>
                </a:lnTo>
                <a:lnTo>
                  <a:pt x="1115983" y="1214955"/>
                </a:lnTo>
                <a:lnTo>
                  <a:pt x="1120622" y="2182484"/>
                </a:lnTo>
                <a:lnTo>
                  <a:pt x="1121412" y="2548722"/>
                </a:lnTo>
                <a:lnTo>
                  <a:pt x="1123398" y="3016749"/>
                </a:lnTo>
                <a:lnTo>
                  <a:pt x="1124197" y="3177686"/>
                </a:lnTo>
                <a:lnTo>
                  <a:pt x="1125849" y="3212075"/>
                </a:lnTo>
                <a:lnTo>
                  <a:pt x="1126579" y="3327267"/>
                </a:lnTo>
                <a:lnTo>
                  <a:pt x="1130198" y="3590224"/>
                </a:lnTo>
                <a:lnTo>
                  <a:pt x="1130822" y="3590685"/>
                </a:lnTo>
                <a:lnTo>
                  <a:pt x="1130830" y="3596933"/>
                </a:lnTo>
                <a:lnTo>
                  <a:pt x="1132483" y="3634950"/>
                </a:lnTo>
                <a:lnTo>
                  <a:pt x="1133053" y="3654271"/>
                </a:lnTo>
                <a:lnTo>
                  <a:pt x="1133159" y="3647827"/>
                </a:lnTo>
                <a:lnTo>
                  <a:pt x="1133484" y="3624940"/>
                </a:lnTo>
                <a:lnTo>
                  <a:pt x="1133905" y="3659389"/>
                </a:lnTo>
                <a:lnTo>
                  <a:pt x="1133915" y="3654940"/>
                </a:lnTo>
                <a:lnTo>
                  <a:pt x="1134117" y="3674089"/>
                </a:lnTo>
                <a:lnTo>
                  <a:pt x="1137569" y="3631422"/>
                </a:lnTo>
                <a:lnTo>
                  <a:pt x="1137639" y="3638768"/>
                </a:lnTo>
                <a:lnTo>
                  <a:pt x="1137833" y="3613529"/>
                </a:lnTo>
                <a:lnTo>
                  <a:pt x="1138264" y="3620855"/>
                </a:lnTo>
                <a:lnTo>
                  <a:pt x="1138483" y="3623480"/>
                </a:lnTo>
                <a:lnTo>
                  <a:pt x="1138527" y="3597300"/>
                </a:lnTo>
                <a:lnTo>
                  <a:pt x="1139169" y="3636606"/>
                </a:lnTo>
                <a:lnTo>
                  <a:pt x="1140161" y="3641214"/>
                </a:lnTo>
                <a:lnTo>
                  <a:pt x="1140240" y="3615738"/>
                </a:lnTo>
                <a:lnTo>
                  <a:pt x="1140275" y="3644196"/>
                </a:lnTo>
                <a:lnTo>
                  <a:pt x="1140724" y="3629623"/>
                </a:lnTo>
                <a:lnTo>
                  <a:pt x="1141892" y="3607155"/>
                </a:lnTo>
                <a:lnTo>
                  <a:pt x="1142666" y="3613374"/>
                </a:lnTo>
                <a:lnTo>
                  <a:pt x="1146962" y="3691039"/>
                </a:lnTo>
                <a:lnTo>
                  <a:pt x="1147568" y="3644131"/>
                </a:lnTo>
                <a:lnTo>
                  <a:pt x="1148561" y="3662484"/>
                </a:lnTo>
                <a:lnTo>
                  <a:pt x="1148613" y="3648152"/>
                </a:lnTo>
                <a:lnTo>
                  <a:pt x="1149413" y="3632399"/>
                </a:lnTo>
                <a:lnTo>
                  <a:pt x="1150810" y="3687411"/>
                </a:lnTo>
                <a:lnTo>
                  <a:pt x="1150950" y="3668760"/>
                </a:lnTo>
                <a:lnTo>
                  <a:pt x="1151908" y="3659690"/>
                </a:lnTo>
                <a:lnTo>
                  <a:pt x="1151952" y="3688698"/>
                </a:lnTo>
                <a:lnTo>
                  <a:pt x="1153138" y="3708176"/>
                </a:lnTo>
                <a:lnTo>
                  <a:pt x="1153332" y="3689017"/>
                </a:lnTo>
                <a:lnTo>
                  <a:pt x="1153463" y="3708201"/>
                </a:lnTo>
                <a:lnTo>
                  <a:pt x="1156310" y="3701590"/>
                </a:lnTo>
                <a:lnTo>
                  <a:pt x="1156828" y="3681676"/>
                </a:lnTo>
                <a:lnTo>
                  <a:pt x="1157118" y="3682880"/>
                </a:lnTo>
                <a:lnTo>
                  <a:pt x="1159042" y="3644533"/>
                </a:lnTo>
                <a:lnTo>
                  <a:pt x="1159473" y="3668846"/>
                </a:lnTo>
                <a:lnTo>
                  <a:pt x="1160141" y="3657664"/>
                </a:lnTo>
                <a:lnTo>
                  <a:pt x="1160175" y="3656050"/>
                </a:lnTo>
                <a:lnTo>
                  <a:pt x="1160421" y="3668021"/>
                </a:lnTo>
                <a:lnTo>
                  <a:pt x="1160791" y="3692013"/>
                </a:lnTo>
                <a:lnTo>
                  <a:pt x="1160957" y="3688112"/>
                </a:lnTo>
                <a:lnTo>
                  <a:pt x="1161652" y="3684353"/>
                </a:lnTo>
                <a:lnTo>
                  <a:pt x="1162636" y="3729543"/>
                </a:lnTo>
                <a:lnTo>
                  <a:pt x="1163681" y="3668517"/>
                </a:lnTo>
                <a:lnTo>
                  <a:pt x="1163892" y="3697193"/>
                </a:lnTo>
                <a:lnTo>
                  <a:pt x="1164727" y="3622303"/>
                </a:lnTo>
                <a:lnTo>
                  <a:pt x="1165017" y="3633021"/>
                </a:lnTo>
                <a:lnTo>
                  <a:pt x="1165447" y="3644417"/>
                </a:lnTo>
                <a:lnTo>
                  <a:pt x="1165482" y="3613466"/>
                </a:lnTo>
                <a:lnTo>
                  <a:pt x="1165702" y="3613961"/>
                </a:lnTo>
                <a:lnTo>
                  <a:pt x="1166747" y="3623774"/>
                </a:lnTo>
                <a:lnTo>
                  <a:pt x="1167099" y="3644173"/>
                </a:lnTo>
                <a:lnTo>
                  <a:pt x="1167169" y="3622796"/>
                </a:lnTo>
                <a:lnTo>
                  <a:pt x="1167424" y="3625088"/>
                </a:lnTo>
                <a:lnTo>
                  <a:pt x="1168830" y="3668008"/>
                </a:lnTo>
                <a:lnTo>
                  <a:pt x="1169093" y="3684930"/>
                </a:lnTo>
                <a:lnTo>
                  <a:pt x="1169234" y="3658777"/>
                </a:lnTo>
                <a:lnTo>
                  <a:pt x="1170367" y="3656387"/>
                </a:lnTo>
                <a:lnTo>
                  <a:pt x="1170877" y="3689048"/>
                </a:lnTo>
                <a:lnTo>
                  <a:pt x="1171527" y="3684143"/>
                </a:lnTo>
                <a:lnTo>
                  <a:pt x="1172159" y="3623055"/>
                </a:lnTo>
                <a:lnTo>
                  <a:pt x="1172168" y="3646464"/>
                </a:lnTo>
                <a:lnTo>
                  <a:pt x="1173372" y="3685558"/>
                </a:lnTo>
                <a:lnTo>
                  <a:pt x="1173469" y="3672582"/>
                </a:lnTo>
                <a:lnTo>
                  <a:pt x="1175077" y="3728796"/>
                </a:lnTo>
                <a:lnTo>
                  <a:pt x="1175595" y="3768436"/>
                </a:lnTo>
                <a:lnTo>
                  <a:pt x="1176087" y="3740914"/>
                </a:lnTo>
                <a:lnTo>
                  <a:pt x="1176254" y="3723279"/>
                </a:lnTo>
                <a:lnTo>
                  <a:pt x="1177071" y="3731987"/>
                </a:lnTo>
                <a:lnTo>
                  <a:pt x="1177220" y="3764266"/>
                </a:lnTo>
                <a:lnTo>
                  <a:pt x="1177862" y="3723126"/>
                </a:lnTo>
                <a:lnTo>
                  <a:pt x="1178239" y="3719887"/>
                </a:lnTo>
                <a:lnTo>
                  <a:pt x="1178494" y="3723458"/>
                </a:lnTo>
                <a:lnTo>
                  <a:pt x="1179619" y="3572127"/>
                </a:lnTo>
                <a:lnTo>
                  <a:pt x="1180146" y="3590287"/>
                </a:lnTo>
                <a:lnTo>
                  <a:pt x="1181306" y="3576638"/>
                </a:lnTo>
                <a:lnTo>
                  <a:pt x="1181622" y="3615895"/>
                </a:lnTo>
                <a:lnTo>
                  <a:pt x="1182228" y="3609596"/>
                </a:lnTo>
                <a:lnTo>
                  <a:pt x="1183669" y="3680251"/>
                </a:lnTo>
                <a:lnTo>
                  <a:pt x="1183810" y="3666346"/>
                </a:lnTo>
                <a:lnTo>
                  <a:pt x="1184345" y="3683584"/>
                </a:lnTo>
                <a:lnTo>
                  <a:pt x="1184767" y="3722614"/>
                </a:lnTo>
                <a:lnTo>
                  <a:pt x="1184987" y="3706791"/>
                </a:lnTo>
                <a:lnTo>
                  <a:pt x="1185540" y="3704712"/>
                </a:lnTo>
                <a:lnTo>
                  <a:pt x="1186270" y="3713176"/>
                </a:lnTo>
                <a:lnTo>
                  <a:pt x="1186973" y="3719811"/>
                </a:lnTo>
                <a:lnTo>
                  <a:pt x="1187930" y="3708744"/>
                </a:lnTo>
                <a:lnTo>
                  <a:pt x="1188001" y="3718614"/>
                </a:lnTo>
                <a:lnTo>
                  <a:pt x="1188950" y="3713577"/>
                </a:lnTo>
                <a:lnTo>
                  <a:pt x="1189178" y="3730887"/>
                </a:lnTo>
                <a:lnTo>
                  <a:pt x="1189819" y="3727588"/>
                </a:lnTo>
                <a:lnTo>
                  <a:pt x="1191146" y="3713274"/>
                </a:lnTo>
                <a:lnTo>
                  <a:pt x="1191567" y="3730020"/>
                </a:lnTo>
                <a:lnTo>
                  <a:pt x="1191981" y="3710254"/>
                </a:lnTo>
                <a:lnTo>
                  <a:pt x="1192648" y="3697700"/>
                </a:lnTo>
                <a:lnTo>
                  <a:pt x="1192666" y="3467274"/>
                </a:lnTo>
                <a:lnTo>
                  <a:pt x="1193377" y="3521648"/>
                </a:lnTo>
                <a:lnTo>
                  <a:pt x="1193869" y="3322216"/>
                </a:lnTo>
                <a:lnTo>
                  <a:pt x="1194371" y="3435514"/>
                </a:lnTo>
                <a:lnTo>
                  <a:pt x="1195038" y="3499480"/>
                </a:lnTo>
                <a:lnTo>
                  <a:pt x="1195451" y="3444626"/>
                </a:lnTo>
                <a:lnTo>
                  <a:pt x="1195793" y="3469814"/>
                </a:lnTo>
                <a:lnTo>
                  <a:pt x="1196163" y="3525366"/>
                </a:lnTo>
                <a:lnTo>
                  <a:pt x="1197287" y="3518210"/>
                </a:lnTo>
                <a:lnTo>
                  <a:pt x="1198351" y="3532068"/>
                </a:lnTo>
                <a:lnTo>
                  <a:pt x="1198552" y="3591962"/>
                </a:lnTo>
                <a:lnTo>
                  <a:pt x="1199053" y="3547333"/>
                </a:lnTo>
                <a:lnTo>
                  <a:pt x="1199423" y="3233817"/>
                </a:lnTo>
                <a:lnTo>
                  <a:pt x="1200512" y="3265361"/>
                </a:lnTo>
                <a:lnTo>
                  <a:pt x="1201979" y="3394235"/>
                </a:lnTo>
                <a:lnTo>
                  <a:pt x="1202216" y="3386356"/>
                </a:lnTo>
                <a:lnTo>
                  <a:pt x="1203965" y="3580163"/>
                </a:lnTo>
                <a:lnTo>
                  <a:pt x="1204808" y="3428254"/>
                </a:lnTo>
                <a:lnTo>
                  <a:pt x="1205247" y="3464948"/>
                </a:lnTo>
                <a:lnTo>
                  <a:pt x="1206512" y="3571142"/>
                </a:lnTo>
                <a:lnTo>
                  <a:pt x="1206679" y="3551724"/>
                </a:lnTo>
                <a:lnTo>
                  <a:pt x="1207549" y="3556990"/>
                </a:lnTo>
                <a:lnTo>
                  <a:pt x="1208604" y="3591869"/>
                </a:lnTo>
                <a:lnTo>
                  <a:pt x="1209245" y="3314166"/>
                </a:lnTo>
                <a:lnTo>
                  <a:pt x="1210229" y="3388780"/>
                </a:lnTo>
                <a:lnTo>
                  <a:pt x="1210984" y="3389330"/>
                </a:lnTo>
                <a:lnTo>
                  <a:pt x="1212619" y="3526587"/>
                </a:lnTo>
                <a:lnTo>
                  <a:pt x="1213075" y="3518941"/>
                </a:lnTo>
                <a:lnTo>
                  <a:pt x="1213506" y="3523519"/>
                </a:lnTo>
                <a:lnTo>
                  <a:pt x="1214455" y="3559117"/>
                </a:lnTo>
                <a:lnTo>
                  <a:pt x="1214209" y="3518452"/>
                </a:lnTo>
                <a:lnTo>
                  <a:pt x="1214728" y="3556629"/>
                </a:lnTo>
                <a:lnTo>
                  <a:pt x="1215325" y="3556628"/>
                </a:lnTo>
                <a:lnTo>
                  <a:pt x="1215659" y="3538561"/>
                </a:lnTo>
                <a:lnTo>
                  <a:pt x="1215879" y="3574633"/>
                </a:lnTo>
                <a:lnTo>
                  <a:pt x="1216239" y="3554216"/>
                </a:lnTo>
                <a:lnTo>
                  <a:pt x="1216396" y="3544414"/>
                </a:lnTo>
                <a:lnTo>
                  <a:pt x="1216854" y="3575537"/>
                </a:lnTo>
                <a:lnTo>
                  <a:pt x="1217662" y="3556941"/>
                </a:lnTo>
                <a:lnTo>
                  <a:pt x="1219094" y="3630515"/>
                </a:lnTo>
                <a:lnTo>
                  <a:pt x="1219296" y="3602195"/>
                </a:lnTo>
                <a:lnTo>
                  <a:pt x="1220008" y="3630404"/>
                </a:lnTo>
                <a:lnTo>
                  <a:pt x="1221475" y="3649407"/>
                </a:lnTo>
                <a:lnTo>
                  <a:pt x="1222099" y="3632108"/>
                </a:lnTo>
                <a:lnTo>
                  <a:pt x="1222811" y="3642853"/>
                </a:lnTo>
                <a:lnTo>
                  <a:pt x="1223110" y="3661632"/>
                </a:lnTo>
                <a:lnTo>
                  <a:pt x="1223320" y="3636895"/>
                </a:lnTo>
                <a:lnTo>
                  <a:pt x="1223574" y="3637550"/>
                </a:lnTo>
                <a:lnTo>
                  <a:pt x="1224076" y="3650818"/>
                </a:lnTo>
                <a:lnTo>
                  <a:pt x="1224383" y="3648923"/>
                </a:lnTo>
                <a:lnTo>
                  <a:pt x="1224770" y="3642807"/>
                </a:lnTo>
                <a:lnTo>
                  <a:pt x="1225596" y="3649904"/>
                </a:lnTo>
                <a:lnTo>
                  <a:pt x="1227001" y="3732800"/>
                </a:lnTo>
                <a:lnTo>
                  <a:pt x="1227071" y="3702745"/>
                </a:lnTo>
                <a:lnTo>
                  <a:pt x="1227423" y="3712852"/>
                </a:lnTo>
                <a:lnTo>
                  <a:pt x="1228249" y="3683121"/>
                </a:lnTo>
                <a:lnTo>
                  <a:pt x="1228372" y="3708567"/>
                </a:lnTo>
                <a:lnTo>
                  <a:pt x="1229479" y="3759547"/>
                </a:lnTo>
                <a:lnTo>
                  <a:pt x="1230235" y="3717106"/>
                </a:lnTo>
                <a:lnTo>
                  <a:pt x="1231307" y="3766501"/>
                </a:lnTo>
                <a:lnTo>
                  <a:pt x="1232255" y="3796283"/>
                </a:lnTo>
                <a:lnTo>
                  <a:pt x="1233731" y="3795732"/>
                </a:lnTo>
                <a:lnTo>
                  <a:pt x="1235102" y="3775569"/>
                </a:lnTo>
                <a:lnTo>
                  <a:pt x="1235234" y="3787393"/>
                </a:lnTo>
                <a:lnTo>
                  <a:pt x="1235533" y="3770843"/>
                </a:lnTo>
                <a:lnTo>
                  <a:pt x="1236183" y="3751879"/>
                </a:lnTo>
                <a:lnTo>
                  <a:pt x="1236859" y="3701004"/>
                </a:lnTo>
                <a:lnTo>
                  <a:pt x="1237737" y="3580185"/>
                </a:lnTo>
                <a:lnTo>
                  <a:pt x="1238871" y="3632517"/>
                </a:lnTo>
                <a:lnTo>
                  <a:pt x="1239267" y="3624025"/>
                </a:lnTo>
                <a:lnTo>
                  <a:pt x="1239310" y="3618284"/>
                </a:lnTo>
                <a:lnTo>
                  <a:pt x="1240145" y="3619528"/>
                </a:lnTo>
                <a:lnTo>
                  <a:pt x="1240514" y="3618992"/>
                </a:lnTo>
                <a:lnTo>
                  <a:pt x="1241717" y="3670796"/>
                </a:lnTo>
                <a:lnTo>
                  <a:pt x="1242280" y="3668111"/>
                </a:lnTo>
                <a:lnTo>
                  <a:pt x="1242904" y="3736440"/>
                </a:lnTo>
                <a:lnTo>
                  <a:pt x="1243906" y="3748599"/>
                </a:lnTo>
                <a:lnTo>
                  <a:pt x="1243949" y="3763378"/>
                </a:lnTo>
                <a:lnTo>
                  <a:pt x="1244063" y="3760303"/>
                </a:lnTo>
                <a:lnTo>
                  <a:pt x="1245162" y="3757677"/>
                </a:lnTo>
                <a:lnTo>
                  <a:pt x="1246163" y="3724539"/>
                </a:lnTo>
                <a:lnTo>
                  <a:pt x="1247341" y="3768162"/>
                </a:lnTo>
                <a:lnTo>
                  <a:pt x="1246673" y="3715916"/>
                </a:lnTo>
                <a:lnTo>
                  <a:pt x="1247498" y="3754989"/>
                </a:lnTo>
                <a:lnTo>
                  <a:pt x="1248676" y="3735276"/>
                </a:lnTo>
                <a:lnTo>
                  <a:pt x="1248834" y="3747476"/>
                </a:lnTo>
                <a:lnTo>
                  <a:pt x="1249081" y="3725005"/>
                </a:lnTo>
                <a:lnTo>
                  <a:pt x="1249308" y="3726542"/>
                </a:lnTo>
                <a:lnTo>
                  <a:pt x="1251057" y="3758379"/>
                </a:lnTo>
                <a:lnTo>
                  <a:pt x="1251277" y="3735293"/>
                </a:lnTo>
                <a:lnTo>
                  <a:pt x="1252015" y="3740383"/>
                </a:lnTo>
                <a:lnTo>
                  <a:pt x="1253165" y="3735050"/>
                </a:lnTo>
                <a:lnTo>
                  <a:pt x="1253851" y="3692807"/>
                </a:lnTo>
                <a:lnTo>
                  <a:pt x="1254212" y="3708150"/>
                </a:lnTo>
                <a:lnTo>
                  <a:pt x="1254888" y="3717223"/>
                </a:lnTo>
                <a:lnTo>
                  <a:pt x="1255125" y="3709506"/>
                </a:lnTo>
                <a:lnTo>
                  <a:pt x="1256821" y="3798629"/>
                </a:lnTo>
                <a:lnTo>
                  <a:pt x="1257954" y="3751032"/>
                </a:lnTo>
                <a:lnTo>
                  <a:pt x="1258947" y="3730294"/>
                </a:lnTo>
                <a:lnTo>
                  <a:pt x="1259500" y="3778081"/>
                </a:lnTo>
                <a:lnTo>
                  <a:pt x="1259861" y="3772748"/>
                </a:lnTo>
                <a:lnTo>
                  <a:pt x="1260809" y="3763817"/>
                </a:lnTo>
                <a:lnTo>
                  <a:pt x="1262127" y="3683821"/>
                </a:lnTo>
                <a:lnTo>
                  <a:pt x="1263683" y="3733159"/>
                </a:lnTo>
                <a:lnTo>
                  <a:pt x="1263753" y="3725323"/>
                </a:lnTo>
                <a:lnTo>
                  <a:pt x="1263770" y="3742668"/>
                </a:lnTo>
                <a:lnTo>
                  <a:pt x="1264201" y="3737986"/>
                </a:lnTo>
                <a:lnTo>
                  <a:pt x="1265765" y="3732523"/>
                </a:lnTo>
                <a:lnTo>
                  <a:pt x="1266397" y="3737779"/>
                </a:lnTo>
                <a:lnTo>
                  <a:pt x="1267451" y="3710451"/>
                </a:lnTo>
                <a:lnTo>
                  <a:pt x="1267584" y="3722664"/>
                </a:lnTo>
                <a:lnTo>
                  <a:pt x="1268998" y="3717624"/>
                </a:lnTo>
                <a:lnTo>
                  <a:pt x="1269718" y="3750965"/>
                </a:lnTo>
                <a:lnTo>
                  <a:pt x="1269833" y="3740166"/>
                </a:lnTo>
                <a:lnTo>
                  <a:pt x="1271458" y="3658633"/>
                </a:lnTo>
                <a:lnTo>
                  <a:pt x="1272380" y="3667325"/>
                </a:lnTo>
                <a:lnTo>
                  <a:pt x="1272662" y="3681075"/>
                </a:lnTo>
                <a:lnTo>
                  <a:pt x="1274296" y="3674300"/>
                </a:lnTo>
                <a:lnTo>
                  <a:pt x="1275306" y="3699797"/>
                </a:lnTo>
                <a:lnTo>
                  <a:pt x="1276993" y="3770389"/>
                </a:lnTo>
                <a:lnTo>
                  <a:pt x="1277099" y="3724678"/>
                </a:lnTo>
                <a:lnTo>
                  <a:pt x="1278293" y="3721361"/>
                </a:lnTo>
                <a:lnTo>
                  <a:pt x="1278742" y="3736253"/>
                </a:lnTo>
                <a:lnTo>
                  <a:pt x="1279822" y="3695758"/>
                </a:lnTo>
                <a:lnTo>
                  <a:pt x="1280499" y="3687895"/>
                </a:lnTo>
                <a:lnTo>
                  <a:pt x="1281184" y="3760530"/>
                </a:lnTo>
                <a:lnTo>
                  <a:pt x="1281527" y="3743049"/>
                </a:lnTo>
                <a:lnTo>
                  <a:pt x="1283012" y="3796963"/>
                </a:lnTo>
                <a:lnTo>
                  <a:pt x="1283091" y="3789583"/>
                </a:lnTo>
                <a:lnTo>
                  <a:pt x="1284057" y="3805601"/>
                </a:lnTo>
                <a:lnTo>
                  <a:pt x="1284163" y="3798017"/>
                </a:lnTo>
                <a:lnTo>
                  <a:pt x="1284364" y="3786783"/>
                </a:lnTo>
                <a:lnTo>
                  <a:pt x="1284610" y="3797180"/>
                </a:lnTo>
                <a:lnTo>
                  <a:pt x="1285339" y="3832041"/>
                </a:lnTo>
                <a:lnTo>
                  <a:pt x="1286069" y="3802494"/>
                </a:lnTo>
                <a:lnTo>
                  <a:pt x="1286456" y="3811147"/>
                </a:lnTo>
                <a:lnTo>
                  <a:pt x="1286535" y="3819889"/>
                </a:lnTo>
                <a:lnTo>
                  <a:pt x="1286561" y="3796165"/>
                </a:lnTo>
                <a:lnTo>
                  <a:pt x="1287185" y="3796652"/>
                </a:lnTo>
                <a:lnTo>
                  <a:pt x="1287844" y="3863580"/>
                </a:lnTo>
                <a:lnTo>
                  <a:pt x="1288177" y="3832883"/>
                </a:lnTo>
                <a:lnTo>
                  <a:pt x="1288731" y="3837020"/>
                </a:lnTo>
                <a:lnTo>
                  <a:pt x="1289856" y="3802530"/>
                </a:lnTo>
                <a:lnTo>
                  <a:pt x="1290717" y="3818336"/>
                </a:lnTo>
                <a:lnTo>
                  <a:pt x="1292298" y="3810633"/>
                </a:lnTo>
                <a:lnTo>
                  <a:pt x="1292799" y="3768306"/>
                </a:lnTo>
                <a:lnTo>
                  <a:pt x="1294029" y="3783829"/>
                </a:lnTo>
                <a:lnTo>
                  <a:pt x="1294284" y="3800082"/>
                </a:lnTo>
                <a:lnTo>
                  <a:pt x="1294653" y="3781832"/>
                </a:lnTo>
                <a:lnTo>
                  <a:pt x="1295374" y="3766329"/>
                </a:lnTo>
                <a:lnTo>
                  <a:pt x="1296331" y="3796052"/>
                </a:lnTo>
                <a:lnTo>
                  <a:pt x="1297236" y="3742908"/>
                </a:lnTo>
                <a:lnTo>
                  <a:pt x="1297298" y="3736376"/>
                </a:lnTo>
                <a:lnTo>
                  <a:pt x="1298150" y="3738944"/>
                </a:lnTo>
                <a:lnTo>
                  <a:pt x="1299634" y="3766041"/>
                </a:lnTo>
                <a:lnTo>
                  <a:pt x="1299784" y="3736593"/>
                </a:lnTo>
                <a:lnTo>
                  <a:pt x="1300214" y="3753985"/>
                </a:lnTo>
                <a:lnTo>
                  <a:pt x="1300988" y="3778537"/>
                </a:lnTo>
                <a:lnTo>
                  <a:pt x="1301453" y="3772489"/>
                </a:lnTo>
                <a:lnTo>
                  <a:pt x="1301699" y="3760184"/>
                </a:lnTo>
                <a:lnTo>
                  <a:pt x="1302191" y="3767728"/>
                </a:lnTo>
                <a:lnTo>
                  <a:pt x="1302876" y="3768786"/>
                </a:lnTo>
                <a:lnTo>
                  <a:pt x="1303043" y="3760967"/>
                </a:lnTo>
                <a:lnTo>
                  <a:pt x="1303263" y="3769290"/>
                </a:lnTo>
                <a:lnTo>
                  <a:pt x="1304449" y="3826753"/>
                </a:lnTo>
                <a:lnTo>
                  <a:pt x="1305029" y="3767384"/>
                </a:lnTo>
                <a:lnTo>
                  <a:pt x="1305126" y="3778317"/>
                </a:lnTo>
                <a:lnTo>
                  <a:pt x="1305951" y="3752921"/>
                </a:lnTo>
                <a:lnTo>
                  <a:pt x="1306373" y="3757631"/>
                </a:lnTo>
                <a:lnTo>
                  <a:pt x="1306576" y="3809526"/>
                </a:lnTo>
                <a:lnTo>
                  <a:pt x="1306584" y="3809382"/>
                </a:lnTo>
                <a:lnTo>
                  <a:pt x="1307674" y="3799191"/>
                </a:lnTo>
                <a:lnTo>
                  <a:pt x="1308438" y="3812830"/>
                </a:lnTo>
                <a:lnTo>
                  <a:pt x="1308807" y="3806121"/>
                </a:lnTo>
                <a:lnTo>
                  <a:pt x="1309993" y="3738509"/>
                </a:lnTo>
                <a:lnTo>
                  <a:pt x="1310257" y="3756698"/>
                </a:lnTo>
                <a:lnTo>
                  <a:pt x="1310634" y="3776064"/>
                </a:lnTo>
                <a:lnTo>
                  <a:pt x="1311039" y="3774490"/>
                </a:lnTo>
                <a:lnTo>
                  <a:pt x="1311706" y="3779196"/>
                </a:lnTo>
                <a:lnTo>
                  <a:pt x="1312954" y="3832182"/>
                </a:lnTo>
                <a:lnTo>
                  <a:pt x="1313112" y="3813745"/>
                </a:lnTo>
                <a:lnTo>
                  <a:pt x="1314114" y="3842063"/>
                </a:lnTo>
                <a:lnTo>
                  <a:pt x="1313762" y="3807341"/>
                </a:lnTo>
                <a:lnTo>
                  <a:pt x="1314483" y="3839671"/>
                </a:lnTo>
                <a:lnTo>
                  <a:pt x="1315309" y="3813708"/>
                </a:lnTo>
                <a:lnTo>
                  <a:pt x="1315774" y="3793625"/>
                </a:lnTo>
                <a:lnTo>
                  <a:pt x="1317276" y="3804125"/>
                </a:lnTo>
                <a:lnTo>
                  <a:pt x="1318955" y="3847521"/>
                </a:lnTo>
                <a:lnTo>
                  <a:pt x="1319280" y="3896268"/>
                </a:lnTo>
                <a:lnTo>
                  <a:pt x="1319974" y="3877077"/>
                </a:lnTo>
                <a:lnTo>
                  <a:pt x="1321775" y="3846452"/>
                </a:lnTo>
                <a:lnTo>
                  <a:pt x="1321960" y="3818800"/>
                </a:lnTo>
                <a:lnTo>
                  <a:pt x="1322794" y="3839945"/>
                </a:lnTo>
                <a:lnTo>
                  <a:pt x="1324938" y="3777396"/>
                </a:lnTo>
                <a:lnTo>
                  <a:pt x="1325914" y="3557197"/>
                </a:lnTo>
                <a:lnTo>
                  <a:pt x="1326308" y="3641989"/>
                </a:lnTo>
                <a:lnTo>
                  <a:pt x="1328716" y="3719982"/>
                </a:lnTo>
                <a:lnTo>
                  <a:pt x="1328777" y="3713904"/>
                </a:lnTo>
                <a:lnTo>
                  <a:pt x="1330060" y="3760013"/>
                </a:lnTo>
                <a:lnTo>
                  <a:pt x="1330227" y="3752214"/>
                </a:lnTo>
                <a:lnTo>
                  <a:pt x="1330860" y="3723986"/>
                </a:lnTo>
                <a:lnTo>
                  <a:pt x="1331255" y="3740674"/>
                </a:lnTo>
                <a:lnTo>
                  <a:pt x="1332248" y="3775209"/>
                </a:lnTo>
                <a:lnTo>
                  <a:pt x="1333144" y="3772608"/>
                </a:lnTo>
                <a:lnTo>
                  <a:pt x="1333917" y="3755267"/>
                </a:lnTo>
                <a:lnTo>
                  <a:pt x="1333988" y="3785776"/>
                </a:lnTo>
                <a:lnTo>
                  <a:pt x="1334480" y="3777905"/>
                </a:lnTo>
                <a:lnTo>
                  <a:pt x="1335147" y="3824598"/>
                </a:lnTo>
                <a:lnTo>
                  <a:pt x="1335692" y="3806031"/>
                </a:lnTo>
                <a:lnTo>
                  <a:pt x="1336175" y="3697051"/>
                </a:lnTo>
                <a:lnTo>
                  <a:pt x="1336974" y="3713036"/>
                </a:lnTo>
                <a:lnTo>
                  <a:pt x="1337045" y="3709487"/>
                </a:lnTo>
                <a:lnTo>
                  <a:pt x="1337466" y="3718118"/>
                </a:lnTo>
                <a:lnTo>
                  <a:pt x="1337598" y="3739930"/>
                </a:lnTo>
                <a:lnTo>
                  <a:pt x="1340375" y="3801667"/>
                </a:lnTo>
                <a:lnTo>
                  <a:pt x="1340849" y="3789452"/>
                </a:lnTo>
                <a:lnTo>
                  <a:pt x="1341368" y="3730357"/>
                </a:lnTo>
                <a:lnTo>
                  <a:pt x="1341991" y="3736220"/>
                </a:lnTo>
                <a:lnTo>
                  <a:pt x="1342896" y="3762443"/>
                </a:lnTo>
                <a:lnTo>
                  <a:pt x="1342554" y="3734267"/>
                </a:lnTo>
                <a:lnTo>
                  <a:pt x="1343029" y="3758068"/>
                </a:lnTo>
                <a:lnTo>
                  <a:pt x="1343546" y="3761283"/>
                </a:lnTo>
                <a:lnTo>
                  <a:pt x="1345761" y="3796197"/>
                </a:lnTo>
                <a:lnTo>
                  <a:pt x="1345954" y="3836665"/>
                </a:lnTo>
                <a:lnTo>
                  <a:pt x="1346534" y="3693309"/>
                </a:lnTo>
                <a:lnTo>
                  <a:pt x="1347386" y="3775948"/>
                </a:lnTo>
                <a:lnTo>
                  <a:pt x="1347984" y="3779531"/>
                </a:lnTo>
                <a:lnTo>
                  <a:pt x="1348317" y="3814559"/>
                </a:lnTo>
                <a:lnTo>
                  <a:pt x="1349302" y="3813821"/>
                </a:lnTo>
                <a:lnTo>
                  <a:pt x="1350610" y="3814255"/>
                </a:lnTo>
                <a:lnTo>
                  <a:pt x="1351410" y="3858519"/>
                </a:lnTo>
                <a:lnTo>
                  <a:pt x="1352377" y="3823456"/>
                </a:lnTo>
                <a:lnTo>
                  <a:pt x="1352737" y="3815147"/>
                </a:lnTo>
                <a:lnTo>
                  <a:pt x="1353545" y="3850604"/>
                </a:lnTo>
                <a:lnTo>
                  <a:pt x="1353721" y="3844222"/>
                </a:lnTo>
                <a:lnTo>
                  <a:pt x="1355855" y="3758711"/>
                </a:lnTo>
                <a:lnTo>
                  <a:pt x="1356383" y="3757246"/>
                </a:lnTo>
                <a:lnTo>
                  <a:pt x="1357340" y="3835820"/>
                </a:lnTo>
                <a:lnTo>
                  <a:pt x="1357569" y="3831268"/>
                </a:lnTo>
                <a:lnTo>
                  <a:pt x="1357929" y="3830738"/>
                </a:lnTo>
                <a:lnTo>
                  <a:pt x="1358641" y="3813916"/>
                </a:lnTo>
                <a:lnTo>
                  <a:pt x="1358676" y="3796328"/>
                </a:lnTo>
                <a:lnTo>
                  <a:pt x="1359282" y="3814847"/>
                </a:lnTo>
                <a:lnTo>
                  <a:pt x="1360292" y="3839495"/>
                </a:lnTo>
                <a:lnTo>
                  <a:pt x="1360784" y="3901656"/>
                </a:lnTo>
                <a:lnTo>
                  <a:pt x="1361189" y="3861874"/>
                </a:lnTo>
                <a:lnTo>
                  <a:pt x="1362823" y="3815180"/>
                </a:lnTo>
                <a:lnTo>
                  <a:pt x="1362981" y="3827753"/>
                </a:lnTo>
                <a:lnTo>
                  <a:pt x="1363183" y="3856656"/>
                </a:lnTo>
                <a:lnTo>
                  <a:pt x="1363842" y="3827811"/>
                </a:lnTo>
                <a:lnTo>
                  <a:pt x="1365933" y="3771894"/>
                </a:lnTo>
                <a:lnTo>
                  <a:pt x="1366777" y="3794654"/>
                </a:lnTo>
                <a:lnTo>
                  <a:pt x="1367295" y="3778769"/>
                </a:lnTo>
                <a:lnTo>
                  <a:pt x="1367954" y="3824971"/>
                </a:lnTo>
                <a:lnTo>
                  <a:pt x="1369377" y="3795297"/>
                </a:lnTo>
                <a:lnTo>
                  <a:pt x="1371715" y="3923587"/>
                </a:lnTo>
                <a:lnTo>
                  <a:pt x="1372048" y="3894698"/>
                </a:lnTo>
                <a:lnTo>
                  <a:pt x="1372865" y="3883632"/>
                </a:lnTo>
                <a:lnTo>
                  <a:pt x="1373084" y="3899474"/>
                </a:lnTo>
                <a:lnTo>
                  <a:pt x="1373673" y="3865671"/>
                </a:lnTo>
                <a:lnTo>
                  <a:pt x="1374042" y="3312163"/>
                </a:lnTo>
                <a:lnTo>
                  <a:pt x="1375799" y="3462289"/>
                </a:lnTo>
                <a:lnTo>
                  <a:pt x="1377706" y="3668502"/>
                </a:lnTo>
                <a:lnTo>
                  <a:pt x="1377742" y="3662185"/>
                </a:lnTo>
                <a:lnTo>
                  <a:pt x="1378295" y="3654857"/>
                </a:lnTo>
                <a:lnTo>
                  <a:pt x="1381625" y="3750468"/>
                </a:lnTo>
                <a:lnTo>
                  <a:pt x="1381783" y="3725547"/>
                </a:lnTo>
                <a:lnTo>
                  <a:pt x="1382258" y="3793625"/>
                </a:lnTo>
                <a:lnTo>
                  <a:pt x="1382767" y="3796316"/>
                </a:lnTo>
                <a:lnTo>
                  <a:pt x="1382811" y="3773579"/>
                </a:lnTo>
                <a:lnTo>
                  <a:pt x="1383452" y="3850387"/>
                </a:lnTo>
                <a:lnTo>
                  <a:pt x="1383461" y="3849406"/>
                </a:lnTo>
                <a:lnTo>
                  <a:pt x="1383996" y="3737522"/>
                </a:lnTo>
                <a:lnTo>
                  <a:pt x="1384524" y="3046231"/>
                </a:lnTo>
                <a:lnTo>
                  <a:pt x="1386844" y="3419698"/>
                </a:lnTo>
                <a:lnTo>
                  <a:pt x="1387607" y="3547391"/>
                </a:lnTo>
                <a:lnTo>
                  <a:pt x="1388487" y="3555697"/>
                </a:lnTo>
                <a:lnTo>
                  <a:pt x="1390701" y="3610168"/>
                </a:lnTo>
                <a:lnTo>
                  <a:pt x="1392554" y="3682129"/>
                </a:lnTo>
                <a:lnTo>
                  <a:pt x="1393547" y="3758262"/>
                </a:lnTo>
                <a:lnTo>
                  <a:pt x="1394302" y="3757423"/>
                </a:lnTo>
                <a:lnTo>
                  <a:pt x="1394857" y="3760830"/>
                </a:lnTo>
                <a:lnTo>
                  <a:pt x="1395726" y="3815249"/>
                </a:lnTo>
                <a:lnTo>
                  <a:pt x="1396394" y="3812384"/>
                </a:lnTo>
                <a:lnTo>
                  <a:pt x="1396578" y="3815516"/>
                </a:lnTo>
                <a:lnTo>
                  <a:pt x="1396666" y="3814790"/>
                </a:lnTo>
                <a:lnTo>
                  <a:pt x="1397527" y="3597351"/>
                </a:lnTo>
                <a:lnTo>
                  <a:pt x="1398265" y="3604333"/>
                </a:lnTo>
                <a:lnTo>
                  <a:pt x="1398511" y="3610620"/>
                </a:lnTo>
                <a:lnTo>
                  <a:pt x="1399776" y="3706097"/>
                </a:lnTo>
                <a:lnTo>
                  <a:pt x="1401147" y="3734332"/>
                </a:lnTo>
                <a:lnTo>
                  <a:pt x="1401191" y="3768512"/>
                </a:lnTo>
                <a:lnTo>
                  <a:pt x="1401490" y="3720426"/>
                </a:lnTo>
                <a:lnTo>
                  <a:pt x="1401867" y="3733583"/>
                </a:lnTo>
                <a:lnTo>
                  <a:pt x="1402254" y="3760278"/>
                </a:lnTo>
                <a:lnTo>
                  <a:pt x="1402289" y="3731810"/>
                </a:lnTo>
                <a:lnTo>
                  <a:pt x="1403185" y="3735488"/>
                </a:lnTo>
                <a:lnTo>
                  <a:pt x="1404002" y="3704090"/>
                </a:lnTo>
                <a:lnTo>
                  <a:pt x="1404741" y="3774540"/>
                </a:lnTo>
                <a:lnTo>
                  <a:pt x="1405083" y="3819215"/>
                </a:lnTo>
                <a:lnTo>
                  <a:pt x="1406392" y="3848006"/>
                </a:lnTo>
                <a:lnTo>
                  <a:pt x="1406542" y="3844229"/>
                </a:lnTo>
                <a:lnTo>
                  <a:pt x="1406717" y="3882612"/>
                </a:lnTo>
                <a:lnTo>
                  <a:pt x="1408448" y="3844278"/>
                </a:lnTo>
                <a:lnTo>
                  <a:pt x="1408817" y="3862512"/>
                </a:lnTo>
                <a:lnTo>
                  <a:pt x="1410671" y="3907574"/>
                </a:lnTo>
                <a:lnTo>
                  <a:pt x="1411356" y="3957081"/>
                </a:lnTo>
                <a:lnTo>
                  <a:pt x="1411514" y="3943180"/>
                </a:lnTo>
                <a:lnTo>
                  <a:pt x="1412261" y="3946346"/>
                </a:lnTo>
                <a:lnTo>
                  <a:pt x="1412314" y="3925780"/>
                </a:lnTo>
                <a:lnTo>
                  <a:pt x="1413464" y="3879705"/>
                </a:lnTo>
                <a:lnTo>
                  <a:pt x="1413702" y="3905845"/>
                </a:lnTo>
                <a:lnTo>
                  <a:pt x="1414317" y="3895857"/>
                </a:lnTo>
                <a:lnTo>
                  <a:pt x="1415661" y="3845791"/>
                </a:lnTo>
                <a:lnTo>
                  <a:pt x="1415723" y="3871385"/>
                </a:lnTo>
                <a:lnTo>
                  <a:pt x="1417946" y="3935955"/>
                </a:lnTo>
                <a:lnTo>
                  <a:pt x="1416197" y="3862419"/>
                </a:lnTo>
                <a:lnTo>
                  <a:pt x="1418288" y="3918386"/>
                </a:lnTo>
                <a:lnTo>
                  <a:pt x="1419088" y="3867731"/>
                </a:lnTo>
                <a:lnTo>
                  <a:pt x="1419202" y="3876447"/>
                </a:lnTo>
                <a:lnTo>
                  <a:pt x="1419448" y="3881224"/>
                </a:lnTo>
                <a:lnTo>
                  <a:pt x="1420379" y="3863020"/>
                </a:lnTo>
                <a:lnTo>
                  <a:pt x="1421074" y="3869394"/>
                </a:lnTo>
                <a:lnTo>
                  <a:pt x="1421407" y="3880928"/>
                </a:lnTo>
                <a:lnTo>
                  <a:pt x="1421873" y="3745038"/>
                </a:lnTo>
                <a:lnTo>
                  <a:pt x="1422392" y="3780104"/>
                </a:lnTo>
                <a:lnTo>
                  <a:pt x="1423797" y="3791669"/>
                </a:lnTo>
                <a:lnTo>
                  <a:pt x="1424667" y="3876515"/>
                </a:lnTo>
                <a:lnTo>
                  <a:pt x="1424789" y="3874849"/>
                </a:lnTo>
                <a:lnTo>
                  <a:pt x="1426002" y="3857346"/>
                </a:lnTo>
                <a:lnTo>
                  <a:pt x="1426398" y="3877918"/>
                </a:lnTo>
                <a:lnTo>
                  <a:pt x="1426767" y="3827732"/>
                </a:lnTo>
                <a:lnTo>
                  <a:pt x="1427197" y="3832434"/>
                </a:lnTo>
                <a:lnTo>
                  <a:pt x="1427470" y="3826308"/>
                </a:lnTo>
                <a:lnTo>
                  <a:pt x="1428207" y="3865264"/>
                </a:lnTo>
                <a:lnTo>
                  <a:pt x="1428269" y="3820623"/>
                </a:lnTo>
                <a:lnTo>
                  <a:pt x="1428831" y="3855023"/>
                </a:lnTo>
                <a:lnTo>
                  <a:pt x="1429973" y="3764940"/>
                </a:lnTo>
                <a:lnTo>
                  <a:pt x="1430167" y="3789958"/>
                </a:lnTo>
                <a:lnTo>
                  <a:pt x="1430378" y="3799689"/>
                </a:lnTo>
                <a:lnTo>
                  <a:pt x="1430509" y="3774550"/>
                </a:lnTo>
                <a:lnTo>
                  <a:pt x="1430755" y="3778393"/>
                </a:lnTo>
                <a:lnTo>
                  <a:pt x="1430878" y="3760502"/>
                </a:lnTo>
                <a:lnTo>
                  <a:pt x="1431555" y="3790958"/>
                </a:lnTo>
                <a:lnTo>
                  <a:pt x="1433603" y="3794078"/>
                </a:lnTo>
                <a:lnTo>
                  <a:pt x="1433690" y="3816749"/>
                </a:lnTo>
                <a:lnTo>
                  <a:pt x="1435280" y="3855753"/>
                </a:lnTo>
                <a:lnTo>
                  <a:pt x="1435869" y="3844643"/>
                </a:lnTo>
                <a:lnTo>
                  <a:pt x="1436826" y="3849586"/>
                </a:lnTo>
                <a:lnTo>
                  <a:pt x="1437837" y="3843148"/>
                </a:lnTo>
                <a:lnTo>
                  <a:pt x="1438267" y="3711268"/>
                </a:lnTo>
                <a:lnTo>
                  <a:pt x="1438812" y="3756027"/>
                </a:lnTo>
                <a:lnTo>
                  <a:pt x="1440086" y="3747374"/>
                </a:lnTo>
                <a:lnTo>
                  <a:pt x="1441220" y="3782893"/>
                </a:lnTo>
                <a:lnTo>
                  <a:pt x="1441483" y="3771270"/>
                </a:lnTo>
                <a:lnTo>
                  <a:pt x="1441800" y="3794389"/>
                </a:lnTo>
                <a:lnTo>
                  <a:pt x="1442221" y="3785516"/>
                </a:lnTo>
                <a:lnTo>
                  <a:pt x="1442616" y="3795637"/>
                </a:lnTo>
                <a:lnTo>
                  <a:pt x="1442722" y="3815828"/>
                </a:lnTo>
                <a:lnTo>
                  <a:pt x="1443108" y="3791398"/>
                </a:lnTo>
                <a:lnTo>
                  <a:pt x="1443354" y="3776846"/>
                </a:lnTo>
                <a:lnTo>
                  <a:pt x="1443539" y="3788593"/>
                </a:lnTo>
                <a:lnTo>
                  <a:pt x="1446069" y="3833639"/>
                </a:lnTo>
                <a:lnTo>
                  <a:pt x="1447405" y="3236685"/>
                </a:lnTo>
                <a:lnTo>
                  <a:pt x="1448116" y="3352561"/>
                </a:lnTo>
                <a:lnTo>
                  <a:pt x="1449381" y="3534439"/>
                </a:lnTo>
                <a:lnTo>
                  <a:pt x="1450902" y="3604710"/>
                </a:lnTo>
                <a:lnTo>
                  <a:pt x="1450945" y="3591033"/>
                </a:lnTo>
                <a:lnTo>
                  <a:pt x="1451631" y="3639221"/>
                </a:lnTo>
                <a:lnTo>
                  <a:pt x="1451983" y="3632794"/>
                </a:lnTo>
                <a:lnTo>
                  <a:pt x="1452316" y="3631055"/>
                </a:lnTo>
                <a:lnTo>
                  <a:pt x="1452360" y="3665490"/>
                </a:lnTo>
                <a:lnTo>
                  <a:pt x="1453432" y="3675989"/>
                </a:lnTo>
                <a:lnTo>
                  <a:pt x="1453555" y="3664901"/>
                </a:lnTo>
                <a:lnTo>
                  <a:pt x="1453906" y="3708663"/>
                </a:lnTo>
                <a:lnTo>
                  <a:pt x="1453968" y="3715750"/>
                </a:lnTo>
                <a:lnTo>
                  <a:pt x="1454565" y="3686052"/>
                </a:lnTo>
                <a:lnTo>
                  <a:pt x="1454645" y="3711461"/>
                </a:lnTo>
                <a:lnTo>
                  <a:pt x="1454987" y="3703909"/>
                </a:lnTo>
                <a:lnTo>
                  <a:pt x="1455866" y="3750875"/>
                </a:lnTo>
                <a:lnTo>
                  <a:pt x="1456217" y="3741601"/>
                </a:lnTo>
                <a:lnTo>
                  <a:pt x="1456349" y="3757370"/>
                </a:lnTo>
                <a:lnTo>
                  <a:pt x="1457166" y="3794607"/>
                </a:lnTo>
                <a:lnTo>
                  <a:pt x="1458493" y="3793647"/>
                </a:lnTo>
                <a:lnTo>
                  <a:pt x="1459046" y="3816773"/>
                </a:lnTo>
                <a:lnTo>
                  <a:pt x="1460206" y="3820405"/>
                </a:lnTo>
                <a:lnTo>
                  <a:pt x="1460355" y="3813868"/>
                </a:lnTo>
                <a:lnTo>
                  <a:pt x="1460873" y="3817688"/>
                </a:lnTo>
                <a:lnTo>
                  <a:pt x="1461655" y="3816480"/>
                </a:lnTo>
                <a:lnTo>
                  <a:pt x="1462069" y="3842464"/>
                </a:lnTo>
                <a:lnTo>
                  <a:pt x="1462956" y="3813117"/>
                </a:lnTo>
                <a:lnTo>
                  <a:pt x="1463228" y="3835252"/>
                </a:lnTo>
                <a:lnTo>
                  <a:pt x="1464915" y="3854200"/>
                </a:lnTo>
                <a:lnTo>
                  <a:pt x="1465345" y="3853655"/>
                </a:lnTo>
                <a:lnTo>
                  <a:pt x="1466259" y="3833024"/>
                </a:lnTo>
                <a:lnTo>
                  <a:pt x="1466146" y="3855988"/>
                </a:lnTo>
                <a:lnTo>
                  <a:pt x="1466294" y="3846081"/>
                </a:lnTo>
                <a:lnTo>
                  <a:pt x="1466989" y="3852252"/>
                </a:lnTo>
                <a:lnTo>
                  <a:pt x="1467235" y="3888879"/>
                </a:lnTo>
                <a:lnTo>
                  <a:pt x="1467999" y="3884089"/>
                </a:lnTo>
                <a:lnTo>
                  <a:pt x="1468350" y="3876761"/>
                </a:lnTo>
                <a:lnTo>
                  <a:pt x="1468500" y="3878658"/>
                </a:lnTo>
                <a:lnTo>
                  <a:pt x="1469387" y="3903268"/>
                </a:lnTo>
                <a:lnTo>
                  <a:pt x="1469563" y="3857566"/>
                </a:lnTo>
                <a:lnTo>
                  <a:pt x="1470143" y="3876889"/>
                </a:lnTo>
                <a:lnTo>
                  <a:pt x="1471689" y="3901775"/>
                </a:lnTo>
                <a:lnTo>
                  <a:pt x="1472234" y="3835797"/>
                </a:lnTo>
                <a:lnTo>
                  <a:pt x="1472524" y="3849346"/>
                </a:lnTo>
                <a:lnTo>
                  <a:pt x="1473850" y="3903670"/>
                </a:lnTo>
                <a:lnTo>
                  <a:pt x="1474913" y="3887961"/>
                </a:lnTo>
                <a:lnTo>
                  <a:pt x="1475546" y="3853090"/>
                </a:lnTo>
                <a:lnTo>
                  <a:pt x="1475933" y="3850511"/>
                </a:lnTo>
                <a:lnTo>
                  <a:pt x="1476442" y="3894278"/>
                </a:lnTo>
                <a:lnTo>
                  <a:pt x="1476785" y="3883592"/>
                </a:lnTo>
                <a:lnTo>
                  <a:pt x="1477338" y="3883809"/>
                </a:lnTo>
                <a:lnTo>
                  <a:pt x="1477865" y="3868170"/>
                </a:lnTo>
                <a:lnTo>
                  <a:pt x="1479192" y="3933833"/>
                </a:lnTo>
                <a:lnTo>
                  <a:pt x="1479228" y="3914118"/>
                </a:lnTo>
                <a:lnTo>
                  <a:pt x="1479745" y="3886914"/>
                </a:lnTo>
                <a:lnTo>
                  <a:pt x="1480783" y="3898332"/>
                </a:lnTo>
                <a:lnTo>
                  <a:pt x="1480870" y="3891923"/>
                </a:lnTo>
                <a:lnTo>
                  <a:pt x="1481019" y="3868406"/>
                </a:lnTo>
                <a:lnTo>
                  <a:pt x="1481512" y="3902324"/>
                </a:lnTo>
                <a:lnTo>
                  <a:pt x="1481582" y="3885120"/>
                </a:lnTo>
                <a:lnTo>
                  <a:pt x="1484051" y="3933456"/>
                </a:lnTo>
                <a:lnTo>
                  <a:pt x="1484261" y="3908055"/>
                </a:lnTo>
                <a:lnTo>
                  <a:pt x="1484613" y="3915049"/>
                </a:lnTo>
                <a:lnTo>
                  <a:pt x="1485211" y="3911846"/>
                </a:lnTo>
                <a:lnTo>
                  <a:pt x="1485228" y="3893374"/>
                </a:lnTo>
                <a:lnTo>
                  <a:pt x="1485870" y="3903026"/>
                </a:lnTo>
                <a:lnTo>
                  <a:pt x="1486142" y="3928589"/>
                </a:lnTo>
                <a:lnTo>
                  <a:pt x="1487091" y="3923012"/>
                </a:lnTo>
                <a:lnTo>
                  <a:pt x="1487820" y="3874063"/>
                </a:lnTo>
                <a:lnTo>
                  <a:pt x="1488084" y="3910867"/>
                </a:lnTo>
                <a:lnTo>
                  <a:pt x="1488163" y="3924810"/>
                </a:lnTo>
                <a:lnTo>
                  <a:pt x="1488690" y="3893911"/>
                </a:lnTo>
                <a:lnTo>
                  <a:pt x="1488760" y="3898209"/>
                </a:lnTo>
                <a:lnTo>
                  <a:pt x="1491510" y="3973416"/>
                </a:lnTo>
                <a:lnTo>
                  <a:pt x="1492178" y="3951952"/>
                </a:lnTo>
                <a:lnTo>
                  <a:pt x="1492486" y="3984744"/>
                </a:lnTo>
                <a:lnTo>
                  <a:pt x="1492661" y="3968007"/>
                </a:lnTo>
                <a:lnTo>
                  <a:pt x="1493821" y="3960424"/>
                </a:lnTo>
                <a:lnTo>
                  <a:pt x="1494243" y="3895761"/>
                </a:lnTo>
                <a:lnTo>
                  <a:pt x="1494673" y="3901839"/>
                </a:lnTo>
                <a:lnTo>
                  <a:pt x="1495525" y="3932735"/>
                </a:lnTo>
                <a:lnTo>
                  <a:pt x="1495710" y="3916926"/>
                </a:lnTo>
                <a:lnTo>
                  <a:pt x="1496641" y="3854641"/>
                </a:lnTo>
                <a:lnTo>
                  <a:pt x="1497511" y="3851623"/>
                </a:lnTo>
                <a:lnTo>
                  <a:pt x="1497695" y="3904372"/>
                </a:lnTo>
                <a:lnTo>
                  <a:pt x="1497915" y="3914747"/>
                </a:lnTo>
                <a:lnTo>
                  <a:pt x="1498574" y="3879837"/>
                </a:lnTo>
                <a:lnTo>
                  <a:pt x="1499611" y="3888167"/>
                </a:lnTo>
                <a:lnTo>
                  <a:pt x="1499716" y="3865611"/>
                </a:lnTo>
                <a:lnTo>
                  <a:pt x="1500296" y="3918692"/>
                </a:lnTo>
                <a:lnTo>
                  <a:pt x="1500753" y="3914883"/>
                </a:lnTo>
                <a:lnTo>
                  <a:pt x="1501834" y="3878747"/>
                </a:lnTo>
                <a:lnTo>
                  <a:pt x="1501983" y="3899584"/>
                </a:lnTo>
                <a:lnTo>
                  <a:pt x="1502958" y="3947696"/>
                </a:lnTo>
                <a:lnTo>
                  <a:pt x="1503925" y="3926309"/>
                </a:lnTo>
                <a:lnTo>
                  <a:pt x="1504680" y="3934946"/>
                </a:lnTo>
                <a:lnTo>
                  <a:pt x="1504777" y="3920558"/>
                </a:lnTo>
                <a:lnTo>
                  <a:pt x="1505190" y="3939610"/>
                </a:lnTo>
                <a:lnTo>
                  <a:pt x="1505602" y="3920817"/>
                </a:lnTo>
                <a:lnTo>
                  <a:pt x="1506060" y="3953142"/>
                </a:lnTo>
                <a:lnTo>
                  <a:pt x="1506824" y="3937400"/>
                </a:lnTo>
                <a:lnTo>
                  <a:pt x="1507149" y="3919243"/>
                </a:lnTo>
                <a:lnTo>
                  <a:pt x="1507852" y="3948462"/>
                </a:lnTo>
                <a:lnTo>
                  <a:pt x="1508511" y="3923113"/>
                </a:lnTo>
                <a:lnTo>
                  <a:pt x="1508748" y="3880443"/>
                </a:lnTo>
                <a:lnTo>
                  <a:pt x="1509293" y="3957943"/>
                </a:lnTo>
                <a:lnTo>
                  <a:pt x="1509521" y="3949884"/>
                </a:lnTo>
                <a:lnTo>
                  <a:pt x="1509662" y="3955495"/>
                </a:lnTo>
                <a:lnTo>
                  <a:pt x="1509741" y="3976366"/>
                </a:lnTo>
                <a:lnTo>
                  <a:pt x="1510215" y="3961339"/>
                </a:lnTo>
                <a:lnTo>
                  <a:pt x="1511639" y="3928082"/>
                </a:lnTo>
                <a:lnTo>
                  <a:pt x="1512315" y="3936092"/>
                </a:lnTo>
                <a:lnTo>
                  <a:pt x="1512869" y="3984768"/>
                </a:lnTo>
                <a:lnTo>
                  <a:pt x="1514344" y="3894510"/>
                </a:lnTo>
                <a:lnTo>
                  <a:pt x="1515469" y="3904220"/>
                </a:lnTo>
                <a:lnTo>
                  <a:pt x="1517226" y="3919154"/>
                </a:lnTo>
                <a:lnTo>
                  <a:pt x="1517947" y="3947091"/>
                </a:lnTo>
                <a:lnTo>
                  <a:pt x="1518746" y="3933911"/>
                </a:lnTo>
                <a:lnTo>
                  <a:pt x="1518808" y="3937372"/>
                </a:lnTo>
                <a:lnTo>
                  <a:pt x="1521312" y="4021376"/>
                </a:lnTo>
                <a:lnTo>
                  <a:pt x="1521575" y="4011231"/>
                </a:lnTo>
                <a:lnTo>
                  <a:pt x="1522191" y="4012271"/>
                </a:lnTo>
                <a:lnTo>
                  <a:pt x="1522647" y="3992540"/>
                </a:lnTo>
                <a:lnTo>
                  <a:pt x="1522490" y="4013319"/>
                </a:lnTo>
                <a:lnTo>
                  <a:pt x="1523104" y="3995237"/>
                </a:lnTo>
                <a:lnTo>
                  <a:pt x="1524352" y="3974121"/>
                </a:lnTo>
                <a:lnTo>
                  <a:pt x="1524879" y="3981751"/>
                </a:lnTo>
                <a:lnTo>
                  <a:pt x="1525406" y="3974590"/>
                </a:lnTo>
                <a:lnTo>
                  <a:pt x="1525669" y="3977876"/>
                </a:lnTo>
                <a:lnTo>
                  <a:pt x="1526214" y="4011218"/>
                </a:lnTo>
                <a:lnTo>
                  <a:pt x="1526917" y="3992953"/>
                </a:lnTo>
                <a:lnTo>
                  <a:pt x="1527884" y="3949887"/>
                </a:lnTo>
                <a:lnTo>
                  <a:pt x="1528059" y="3965706"/>
                </a:lnTo>
                <a:lnTo>
                  <a:pt x="1528473" y="3950120"/>
                </a:lnTo>
                <a:lnTo>
                  <a:pt x="1529210" y="3983224"/>
                </a:lnTo>
                <a:lnTo>
                  <a:pt x="1529509" y="3968427"/>
                </a:lnTo>
                <a:lnTo>
                  <a:pt x="1529588" y="3949997"/>
                </a:lnTo>
                <a:lnTo>
                  <a:pt x="1530045" y="3955709"/>
                </a:lnTo>
                <a:lnTo>
                  <a:pt x="1532241" y="3921604"/>
                </a:lnTo>
                <a:lnTo>
                  <a:pt x="1533682" y="3952027"/>
                </a:lnTo>
                <a:lnTo>
                  <a:pt x="1535615" y="3577381"/>
                </a:lnTo>
                <a:lnTo>
                  <a:pt x="1535791" y="3617878"/>
                </a:lnTo>
                <a:lnTo>
                  <a:pt x="1536538" y="3627349"/>
                </a:lnTo>
                <a:lnTo>
                  <a:pt x="1537346" y="3703557"/>
                </a:lnTo>
                <a:lnTo>
                  <a:pt x="1537838" y="3521290"/>
                </a:lnTo>
                <a:lnTo>
                  <a:pt x="1538418" y="3540933"/>
                </a:lnTo>
                <a:lnTo>
                  <a:pt x="1540342" y="3712752"/>
                </a:lnTo>
                <a:lnTo>
                  <a:pt x="1540368" y="3708077"/>
                </a:lnTo>
                <a:lnTo>
                  <a:pt x="1540606" y="3698662"/>
                </a:lnTo>
                <a:lnTo>
                  <a:pt x="1541282" y="3740191"/>
                </a:lnTo>
                <a:lnTo>
                  <a:pt x="1542354" y="3731720"/>
                </a:lnTo>
                <a:lnTo>
                  <a:pt x="1543022" y="3707324"/>
                </a:lnTo>
                <a:lnTo>
                  <a:pt x="1544085" y="3756075"/>
                </a:lnTo>
                <a:lnTo>
                  <a:pt x="1544234" y="3754438"/>
                </a:lnTo>
                <a:lnTo>
                  <a:pt x="1544727" y="3751853"/>
                </a:lnTo>
                <a:lnTo>
                  <a:pt x="1547565" y="3797422"/>
                </a:lnTo>
                <a:lnTo>
                  <a:pt x="1548592" y="3792136"/>
                </a:lnTo>
                <a:lnTo>
                  <a:pt x="1549708" y="3861936"/>
                </a:lnTo>
                <a:lnTo>
                  <a:pt x="1550323" y="3858059"/>
                </a:lnTo>
                <a:lnTo>
                  <a:pt x="1551114" y="3822702"/>
                </a:lnTo>
                <a:lnTo>
                  <a:pt x="1552678" y="3842318"/>
                </a:lnTo>
                <a:lnTo>
                  <a:pt x="1552871" y="3836378"/>
                </a:lnTo>
                <a:lnTo>
                  <a:pt x="1553372" y="3809607"/>
                </a:lnTo>
                <a:lnTo>
                  <a:pt x="1553986" y="3813801"/>
                </a:lnTo>
                <a:lnTo>
                  <a:pt x="1555103" y="3859007"/>
                </a:lnTo>
                <a:lnTo>
                  <a:pt x="1555217" y="3849390"/>
                </a:lnTo>
                <a:lnTo>
                  <a:pt x="1555349" y="3841957"/>
                </a:lnTo>
                <a:lnTo>
                  <a:pt x="1555595" y="3861969"/>
                </a:lnTo>
                <a:lnTo>
                  <a:pt x="1556086" y="3842296"/>
                </a:lnTo>
                <a:lnTo>
                  <a:pt x="1556402" y="3839155"/>
                </a:lnTo>
                <a:lnTo>
                  <a:pt x="1557975" y="3867796"/>
                </a:lnTo>
                <a:lnTo>
                  <a:pt x="1558767" y="3853745"/>
                </a:lnTo>
                <a:lnTo>
                  <a:pt x="1559469" y="3901106"/>
                </a:lnTo>
                <a:lnTo>
                  <a:pt x="1559575" y="3891194"/>
                </a:lnTo>
                <a:lnTo>
                  <a:pt x="1560488" y="3886580"/>
                </a:lnTo>
                <a:lnTo>
                  <a:pt x="1561024" y="3867024"/>
                </a:lnTo>
                <a:lnTo>
                  <a:pt x="1561164" y="3897627"/>
                </a:lnTo>
                <a:lnTo>
                  <a:pt x="1562307" y="3879682"/>
                </a:lnTo>
                <a:lnTo>
                  <a:pt x="1562764" y="3882400"/>
                </a:lnTo>
                <a:lnTo>
                  <a:pt x="1562851" y="3896195"/>
                </a:lnTo>
                <a:lnTo>
                  <a:pt x="1563625" y="3817760"/>
                </a:lnTo>
                <a:lnTo>
                  <a:pt x="1564846" y="3794919"/>
                </a:lnTo>
                <a:lnTo>
                  <a:pt x="1566041" y="3866067"/>
                </a:lnTo>
                <a:lnTo>
                  <a:pt x="1566208" y="3864321"/>
                </a:lnTo>
                <a:lnTo>
                  <a:pt x="1566805" y="3844352"/>
                </a:lnTo>
                <a:lnTo>
                  <a:pt x="1567166" y="3861175"/>
                </a:lnTo>
                <a:lnTo>
                  <a:pt x="1567315" y="3865153"/>
                </a:lnTo>
                <a:lnTo>
                  <a:pt x="1568009" y="3861166"/>
                </a:lnTo>
                <a:lnTo>
                  <a:pt x="1568149" y="3832038"/>
                </a:lnTo>
                <a:lnTo>
                  <a:pt x="1568826" y="3858182"/>
                </a:lnTo>
                <a:lnTo>
                  <a:pt x="1569204" y="3941082"/>
                </a:lnTo>
                <a:lnTo>
                  <a:pt x="1569722" y="3917774"/>
                </a:lnTo>
                <a:lnTo>
                  <a:pt x="1570741" y="3974099"/>
                </a:lnTo>
                <a:lnTo>
                  <a:pt x="1571506" y="3984904"/>
                </a:lnTo>
                <a:lnTo>
                  <a:pt x="1572165" y="3982368"/>
                </a:lnTo>
                <a:lnTo>
                  <a:pt x="1572323" y="3978950"/>
                </a:lnTo>
                <a:lnTo>
                  <a:pt x="1572332" y="4004847"/>
                </a:lnTo>
                <a:lnTo>
                  <a:pt x="1573755" y="4010848"/>
                </a:lnTo>
                <a:lnTo>
                  <a:pt x="1575530" y="3972459"/>
                </a:lnTo>
                <a:lnTo>
                  <a:pt x="1576417" y="3955395"/>
                </a:lnTo>
                <a:lnTo>
                  <a:pt x="1576505" y="3968255"/>
                </a:lnTo>
                <a:lnTo>
                  <a:pt x="1577630" y="3965711"/>
                </a:lnTo>
                <a:lnTo>
                  <a:pt x="1577656" y="3983978"/>
                </a:lnTo>
                <a:lnTo>
                  <a:pt x="1578271" y="3936797"/>
                </a:lnTo>
                <a:lnTo>
                  <a:pt x="1578631" y="3935558"/>
                </a:lnTo>
                <a:lnTo>
                  <a:pt x="1580160" y="3966016"/>
                </a:lnTo>
                <a:lnTo>
                  <a:pt x="1580195" y="3945011"/>
                </a:lnTo>
                <a:lnTo>
                  <a:pt x="1580784" y="3966733"/>
                </a:lnTo>
                <a:lnTo>
                  <a:pt x="1581188" y="3944081"/>
                </a:lnTo>
                <a:lnTo>
                  <a:pt x="1581337" y="3971606"/>
                </a:lnTo>
                <a:lnTo>
                  <a:pt x="1582075" y="3988893"/>
                </a:lnTo>
                <a:lnTo>
                  <a:pt x="1582840" y="3984743"/>
                </a:lnTo>
                <a:lnTo>
                  <a:pt x="1585599" y="3941924"/>
                </a:lnTo>
                <a:lnTo>
                  <a:pt x="1585739" y="3943228"/>
                </a:lnTo>
                <a:lnTo>
                  <a:pt x="1586301" y="3970012"/>
                </a:lnTo>
                <a:lnTo>
                  <a:pt x="1587022" y="3960051"/>
                </a:lnTo>
                <a:lnTo>
                  <a:pt x="1587777" y="3937196"/>
                </a:lnTo>
                <a:lnTo>
                  <a:pt x="1588752" y="3925382"/>
                </a:lnTo>
                <a:lnTo>
                  <a:pt x="1588893" y="3883337"/>
                </a:lnTo>
                <a:lnTo>
                  <a:pt x="1589482" y="3898911"/>
                </a:lnTo>
                <a:lnTo>
                  <a:pt x="1589921" y="3892564"/>
                </a:lnTo>
                <a:lnTo>
                  <a:pt x="1590308" y="3920274"/>
                </a:lnTo>
                <a:lnTo>
                  <a:pt x="1591081" y="3919896"/>
                </a:lnTo>
                <a:lnTo>
                  <a:pt x="1592416" y="3949786"/>
                </a:lnTo>
                <a:lnTo>
                  <a:pt x="1592961" y="3940121"/>
                </a:lnTo>
                <a:lnTo>
                  <a:pt x="1593752" y="3976656"/>
                </a:lnTo>
                <a:lnTo>
                  <a:pt x="1593849" y="3952543"/>
                </a:lnTo>
                <a:lnTo>
                  <a:pt x="1594218" y="3827935"/>
                </a:lnTo>
                <a:lnTo>
                  <a:pt x="1594964" y="3866798"/>
                </a:lnTo>
                <a:lnTo>
                  <a:pt x="1596089" y="3891256"/>
                </a:lnTo>
                <a:lnTo>
                  <a:pt x="1596432" y="3891133"/>
                </a:lnTo>
                <a:lnTo>
                  <a:pt x="1596572" y="3883230"/>
                </a:lnTo>
                <a:lnTo>
                  <a:pt x="1596704" y="3910296"/>
                </a:lnTo>
                <a:lnTo>
                  <a:pt x="1598136" y="3916949"/>
                </a:lnTo>
                <a:lnTo>
                  <a:pt x="1599058" y="3948248"/>
                </a:lnTo>
                <a:lnTo>
                  <a:pt x="1600113" y="3889665"/>
                </a:lnTo>
                <a:lnTo>
                  <a:pt x="1600622" y="3893401"/>
                </a:lnTo>
                <a:lnTo>
                  <a:pt x="1600737" y="3832142"/>
                </a:lnTo>
                <a:lnTo>
                  <a:pt x="1602107" y="3847962"/>
                </a:lnTo>
                <a:lnTo>
                  <a:pt x="1602889" y="3874473"/>
                </a:lnTo>
                <a:lnTo>
                  <a:pt x="1603671" y="3854137"/>
                </a:lnTo>
                <a:lnTo>
                  <a:pt x="1603996" y="3864313"/>
                </a:lnTo>
                <a:lnTo>
                  <a:pt x="1604348" y="3872356"/>
                </a:lnTo>
                <a:lnTo>
                  <a:pt x="1604620" y="3861574"/>
                </a:lnTo>
                <a:lnTo>
                  <a:pt x="1604795" y="3857853"/>
                </a:lnTo>
                <a:lnTo>
                  <a:pt x="1605182" y="3815978"/>
                </a:lnTo>
                <a:lnTo>
                  <a:pt x="1605648" y="3820854"/>
                </a:lnTo>
                <a:lnTo>
                  <a:pt x="1606280" y="3836609"/>
                </a:lnTo>
                <a:lnTo>
                  <a:pt x="1606878" y="3883623"/>
                </a:lnTo>
                <a:lnTo>
                  <a:pt x="1607238" y="3881137"/>
                </a:lnTo>
                <a:lnTo>
                  <a:pt x="1607870" y="3882084"/>
                </a:lnTo>
                <a:lnTo>
                  <a:pt x="1608846" y="3863661"/>
                </a:lnTo>
                <a:lnTo>
                  <a:pt x="1609311" y="3859365"/>
                </a:lnTo>
                <a:lnTo>
                  <a:pt x="1609619" y="3899074"/>
                </a:lnTo>
                <a:lnTo>
                  <a:pt x="1610112" y="3885566"/>
                </a:lnTo>
                <a:lnTo>
                  <a:pt x="1611034" y="3960458"/>
                </a:lnTo>
                <a:lnTo>
                  <a:pt x="1611500" y="3918255"/>
                </a:lnTo>
                <a:lnTo>
                  <a:pt x="1611921" y="3921072"/>
                </a:lnTo>
                <a:lnTo>
                  <a:pt x="1612606" y="3902643"/>
                </a:lnTo>
                <a:lnTo>
                  <a:pt x="1612888" y="3964997"/>
                </a:lnTo>
                <a:lnTo>
                  <a:pt x="1613846" y="3963080"/>
                </a:lnTo>
                <a:lnTo>
                  <a:pt x="1613977" y="3979176"/>
                </a:lnTo>
                <a:lnTo>
                  <a:pt x="1614214" y="2495086"/>
                </a:lnTo>
                <a:lnTo>
                  <a:pt x="1614812" y="2795599"/>
                </a:lnTo>
                <a:lnTo>
                  <a:pt x="1615418" y="3000821"/>
                </a:lnTo>
                <a:lnTo>
                  <a:pt x="1616973" y="3258037"/>
                </a:lnTo>
                <a:lnTo>
                  <a:pt x="1619064" y="3579953"/>
                </a:lnTo>
                <a:lnTo>
                  <a:pt x="1622842" y="3819530"/>
                </a:lnTo>
                <a:lnTo>
                  <a:pt x="1623870" y="3854378"/>
                </a:lnTo>
                <a:lnTo>
                  <a:pt x="1624898" y="3890915"/>
                </a:lnTo>
                <a:lnTo>
                  <a:pt x="1625750" y="3913966"/>
                </a:lnTo>
                <a:lnTo>
                  <a:pt x="1625987" y="3969032"/>
                </a:lnTo>
                <a:lnTo>
                  <a:pt x="1626488" y="3938680"/>
                </a:lnTo>
                <a:lnTo>
                  <a:pt x="1627358" y="3955574"/>
                </a:lnTo>
                <a:lnTo>
                  <a:pt x="1628553" y="3931715"/>
                </a:lnTo>
                <a:lnTo>
                  <a:pt x="1628632" y="3948761"/>
                </a:lnTo>
                <a:lnTo>
                  <a:pt x="1628867" y="0"/>
                </a:lnTo>
                <a:moveTo>
                  <a:pt x="1634098" y="0"/>
                </a:moveTo>
                <a:lnTo>
                  <a:pt x="1636109" y="1973118"/>
                </a:lnTo>
                <a:lnTo>
                  <a:pt x="1638771" y="3230334"/>
                </a:lnTo>
                <a:lnTo>
                  <a:pt x="1640150" y="3366582"/>
                </a:lnTo>
                <a:lnTo>
                  <a:pt x="1641038" y="3542194"/>
                </a:lnTo>
                <a:lnTo>
                  <a:pt x="1643261" y="3627045"/>
                </a:lnTo>
                <a:lnTo>
                  <a:pt x="1644051" y="3490729"/>
                </a:lnTo>
                <a:lnTo>
                  <a:pt x="1644535" y="3560823"/>
                </a:lnTo>
                <a:lnTo>
                  <a:pt x="1648813" y="3863758"/>
                </a:lnTo>
                <a:lnTo>
                  <a:pt x="1649771" y="3816189"/>
                </a:lnTo>
                <a:lnTo>
                  <a:pt x="1650456" y="3858246"/>
                </a:lnTo>
                <a:lnTo>
                  <a:pt x="1651738" y="3848549"/>
                </a:lnTo>
                <a:lnTo>
                  <a:pt x="1652547" y="3832515"/>
                </a:lnTo>
                <a:lnTo>
                  <a:pt x="1653311" y="3883196"/>
                </a:lnTo>
                <a:lnTo>
                  <a:pt x="1654120" y="4000000"/>
                </a:lnTo>
                <a:lnTo>
                  <a:pt x="1654260" y="3991349"/>
                </a:lnTo>
                <a:lnTo>
                  <a:pt x="1654761" y="3989110"/>
                </a:lnTo>
                <a:lnTo>
                  <a:pt x="1655235" y="3919188"/>
                </a:lnTo>
                <a:lnTo>
                  <a:pt x="1656070" y="3933707"/>
                </a:lnTo>
                <a:lnTo>
                  <a:pt x="1656263" y="3960404"/>
                </a:lnTo>
                <a:lnTo>
                  <a:pt x="1656562" y="3952908"/>
                </a:lnTo>
                <a:lnTo>
                  <a:pt x="1657142" y="3937218"/>
                </a:lnTo>
                <a:lnTo>
                  <a:pt x="1657520" y="3944846"/>
                </a:lnTo>
                <a:lnTo>
                  <a:pt x="1658161" y="3986017"/>
                </a:lnTo>
                <a:lnTo>
                  <a:pt x="1658460" y="3985624"/>
                </a:lnTo>
                <a:lnTo>
                  <a:pt x="1659128" y="3996420"/>
                </a:lnTo>
                <a:lnTo>
                  <a:pt x="1659717" y="3994210"/>
                </a:lnTo>
                <a:lnTo>
                  <a:pt x="1660007" y="3989460"/>
                </a:lnTo>
                <a:lnTo>
                  <a:pt x="1660156" y="3950195"/>
                </a:lnTo>
                <a:lnTo>
                  <a:pt x="1660665" y="4018643"/>
                </a:lnTo>
                <a:lnTo>
                  <a:pt x="1661113" y="4012606"/>
                </a:lnTo>
                <a:lnTo>
                  <a:pt x="1661245" y="3988122"/>
                </a:lnTo>
                <a:lnTo>
                  <a:pt x="1661851" y="3994738"/>
                </a:lnTo>
                <a:lnTo>
                  <a:pt x="1662414" y="3999664"/>
                </a:lnTo>
                <a:lnTo>
                  <a:pt x="1662660" y="3986273"/>
                </a:lnTo>
                <a:lnTo>
                  <a:pt x="1662993" y="4005942"/>
                </a:lnTo>
                <a:lnTo>
                  <a:pt x="1663046" y="3999495"/>
                </a:lnTo>
                <a:lnTo>
                  <a:pt x="1664926" y="3951379"/>
                </a:lnTo>
                <a:lnTo>
                  <a:pt x="1666367" y="3997433"/>
                </a:lnTo>
                <a:lnTo>
                  <a:pt x="1667255" y="4037890"/>
                </a:lnTo>
                <a:lnTo>
                  <a:pt x="1668529" y="4004465"/>
                </a:lnTo>
                <a:lnTo>
                  <a:pt x="1668634" y="4022842"/>
                </a:lnTo>
                <a:lnTo>
                  <a:pt x="1669126" y="3986817"/>
                </a:lnTo>
                <a:lnTo>
                  <a:pt x="1669355" y="4020069"/>
                </a:lnTo>
                <a:lnTo>
                  <a:pt x="1670330" y="4009564"/>
                </a:lnTo>
                <a:lnTo>
                  <a:pt x="1670734" y="4021546"/>
                </a:lnTo>
                <a:lnTo>
                  <a:pt x="1672245" y="3982301"/>
                </a:lnTo>
                <a:lnTo>
                  <a:pt x="1673308" y="4050920"/>
                </a:lnTo>
                <a:lnTo>
                  <a:pt x="1674573" y="4035083"/>
                </a:lnTo>
                <a:lnTo>
                  <a:pt x="1674819" y="4037673"/>
                </a:lnTo>
                <a:lnTo>
                  <a:pt x="1675346" y="4036855"/>
                </a:lnTo>
                <a:lnTo>
                  <a:pt x="1676444" y="4102674"/>
                </a:lnTo>
                <a:lnTo>
                  <a:pt x="1677438" y="4095938"/>
                </a:lnTo>
                <a:lnTo>
                  <a:pt x="1677675" y="4111995"/>
                </a:lnTo>
                <a:lnTo>
                  <a:pt x="1677737" y="4074238"/>
                </a:lnTo>
                <a:lnTo>
                  <a:pt x="1677868" y="4084914"/>
                </a:lnTo>
                <a:lnTo>
                  <a:pt x="1678694" y="4042435"/>
                </a:lnTo>
                <a:lnTo>
                  <a:pt x="1679098" y="4043552"/>
                </a:lnTo>
                <a:lnTo>
                  <a:pt x="1679248" y="4050001"/>
                </a:lnTo>
                <a:lnTo>
                  <a:pt x="1680416" y="4055981"/>
                </a:lnTo>
                <a:lnTo>
                  <a:pt x="1680689" y="4055445"/>
                </a:lnTo>
                <a:lnTo>
                  <a:pt x="1682569" y="4019900"/>
                </a:lnTo>
                <a:lnTo>
                  <a:pt x="1682867" y="3989086"/>
                </a:lnTo>
                <a:lnTo>
                  <a:pt x="1684177" y="3986809"/>
                </a:lnTo>
                <a:lnTo>
                  <a:pt x="1684229" y="3988759"/>
                </a:lnTo>
                <a:lnTo>
                  <a:pt x="1684546" y="3985030"/>
                </a:lnTo>
                <a:lnTo>
                  <a:pt x="1686206" y="3953459"/>
                </a:lnTo>
                <a:lnTo>
                  <a:pt x="1686601" y="3975308"/>
                </a:lnTo>
                <a:lnTo>
                  <a:pt x="1686944" y="3971770"/>
                </a:lnTo>
                <a:lnTo>
                  <a:pt x="1687339" y="3939913"/>
                </a:lnTo>
                <a:lnTo>
                  <a:pt x="1688314" y="3942745"/>
                </a:lnTo>
                <a:lnTo>
                  <a:pt x="1688912" y="3974301"/>
                </a:lnTo>
                <a:lnTo>
                  <a:pt x="1688947" y="3940213"/>
                </a:lnTo>
                <a:lnTo>
                  <a:pt x="1689149" y="3957545"/>
                </a:lnTo>
                <a:lnTo>
                  <a:pt x="1689773" y="3921034"/>
                </a:lnTo>
                <a:lnTo>
                  <a:pt x="1692629" y="4017328"/>
                </a:lnTo>
                <a:lnTo>
                  <a:pt x="1692813" y="4034963"/>
                </a:lnTo>
                <a:lnTo>
                  <a:pt x="1693533" y="4032934"/>
                </a:lnTo>
                <a:lnTo>
                  <a:pt x="1693788" y="4026384"/>
                </a:lnTo>
                <a:lnTo>
                  <a:pt x="1693938" y="4050589"/>
                </a:lnTo>
                <a:lnTo>
                  <a:pt x="1694729" y="4041410"/>
                </a:lnTo>
                <a:lnTo>
                  <a:pt x="1695168" y="3873829"/>
                </a:lnTo>
                <a:lnTo>
                  <a:pt x="1695739" y="3900437"/>
                </a:lnTo>
                <a:lnTo>
                  <a:pt x="1696810" y="3913309"/>
                </a:lnTo>
                <a:lnTo>
                  <a:pt x="1696854" y="3953278"/>
                </a:lnTo>
                <a:lnTo>
                  <a:pt x="1697663" y="3821001"/>
                </a:lnTo>
                <a:lnTo>
                  <a:pt x="1698094" y="3857257"/>
                </a:lnTo>
                <a:lnTo>
                  <a:pt x="1698331" y="3897517"/>
                </a:lnTo>
                <a:lnTo>
                  <a:pt x="1698436" y="3890610"/>
                </a:lnTo>
                <a:lnTo>
                  <a:pt x="1700940" y="3890085"/>
                </a:lnTo>
                <a:lnTo>
                  <a:pt x="1701309" y="3952548"/>
                </a:lnTo>
                <a:lnTo>
                  <a:pt x="1701951" y="3933487"/>
                </a:lnTo>
                <a:lnTo>
                  <a:pt x="1703049" y="3930495"/>
                </a:lnTo>
                <a:lnTo>
                  <a:pt x="1704674" y="3977537"/>
                </a:lnTo>
                <a:lnTo>
                  <a:pt x="1705368" y="3966107"/>
                </a:lnTo>
                <a:lnTo>
                  <a:pt x="1706291" y="3995270"/>
                </a:lnTo>
                <a:lnTo>
                  <a:pt x="1707978" y="3995845"/>
                </a:lnTo>
                <a:lnTo>
                  <a:pt x="1708917" y="3975966"/>
                </a:lnTo>
                <a:lnTo>
                  <a:pt x="1709207" y="3982796"/>
                </a:lnTo>
                <a:lnTo>
                  <a:pt x="1710710" y="4036378"/>
                </a:lnTo>
                <a:lnTo>
                  <a:pt x="1710903" y="4020708"/>
                </a:lnTo>
                <a:lnTo>
                  <a:pt x="1711492" y="4005865"/>
                </a:lnTo>
                <a:lnTo>
                  <a:pt x="1712986" y="4090251"/>
                </a:lnTo>
                <a:lnTo>
                  <a:pt x="1713039" y="4087249"/>
                </a:lnTo>
                <a:lnTo>
                  <a:pt x="1713776" y="4083339"/>
                </a:lnTo>
                <a:lnTo>
                  <a:pt x="1713855" y="4092302"/>
                </a:lnTo>
                <a:lnTo>
                  <a:pt x="1715270" y="4109992"/>
                </a:lnTo>
                <a:lnTo>
                  <a:pt x="1716140" y="4066412"/>
                </a:lnTo>
                <a:lnTo>
                  <a:pt x="1716966" y="4057525"/>
                </a:lnTo>
                <a:lnTo>
                  <a:pt x="1718881" y="4007964"/>
                </a:lnTo>
                <a:lnTo>
                  <a:pt x="1719672" y="3993398"/>
                </a:lnTo>
                <a:lnTo>
                  <a:pt x="1720348" y="3996716"/>
                </a:lnTo>
                <a:lnTo>
                  <a:pt x="1720866" y="3996284"/>
                </a:lnTo>
                <a:lnTo>
                  <a:pt x="1721535" y="3998084"/>
                </a:lnTo>
                <a:lnTo>
                  <a:pt x="1721639" y="4010855"/>
                </a:lnTo>
                <a:lnTo>
                  <a:pt x="1721921" y="3970096"/>
                </a:lnTo>
                <a:lnTo>
                  <a:pt x="1722175" y="3975636"/>
                </a:lnTo>
                <a:lnTo>
                  <a:pt x="1722334" y="3966869"/>
                </a:lnTo>
                <a:lnTo>
                  <a:pt x="1722448" y="3985970"/>
                </a:lnTo>
                <a:lnTo>
                  <a:pt x="1722615" y="3967656"/>
                </a:lnTo>
                <a:lnTo>
                  <a:pt x="1723335" y="3970467"/>
                </a:lnTo>
                <a:lnTo>
                  <a:pt x="1724126" y="3981728"/>
                </a:lnTo>
                <a:lnTo>
                  <a:pt x="1724644" y="3968798"/>
                </a:lnTo>
                <a:lnTo>
                  <a:pt x="1724671" y="3981829"/>
                </a:lnTo>
                <a:lnTo>
                  <a:pt x="1726367" y="4010041"/>
                </a:lnTo>
                <a:lnTo>
                  <a:pt x="1726410" y="3993269"/>
                </a:lnTo>
                <a:lnTo>
                  <a:pt x="1726551" y="4026119"/>
                </a:lnTo>
                <a:lnTo>
                  <a:pt x="1727359" y="4003746"/>
                </a:lnTo>
                <a:lnTo>
                  <a:pt x="1728308" y="4041488"/>
                </a:lnTo>
                <a:lnTo>
                  <a:pt x="1728545" y="4021496"/>
                </a:lnTo>
                <a:lnTo>
                  <a:pt x="1728765" y="4053933"/>
                </a:lnTo>
                <a:lnTo>
                  <a:pt x="1728932" y="4052545"/>
                </a:lnTo>
                <a:lnTo>
                  <a:pt x="1729230" y="4056697"/>
                </a:lnTo>
                <a:lnTo>
                  <a:pt x="1729345" y="4054223"/>
                </a:lnTo>
                <a:lnTo>
                  <a:pt x="1729442" y="4087972"/>
                </a:lnTo>
                <a:lnTo>
                  <a:pt x="1730109" y="4056479"/>
                </a:lnTo>
                <a:lnTo>
                  <a:pt x="1730715" y="4049042"/>
                </a:lnTo>
                <a:lnTo>
                  <a:pt x="1730741" y="4030489"/>
                </a:lnTo>
                <a:lnTo>
                  <a:pt x="1730917" y="4045917"/>
                </a:lnTo>
                <a:lnTo>
                  <a:pt x="1731735" y="4037237"/>
                </a:lnTo>
                <a:lnTo>
                  <a:pt x="1732648" y="3985584"/>
                </a:lnTo>
                <a:lnTo>
                  <a:pt x="1732745" y="3996415"/>
                </a:lnTo>
                <a:lnTo>
                  <a:pt x="1732956" y="4014878"/>
                </a:lnTo>
                <a:lnTo>
                  <a:pt x="1734660" y="4035722"/>
                </a:lnTo>
                <a:lnTo>
                  <a:pt x="1735047" y="3716759"/>
                </a:lnTo>
                <a:lnTo>
                  <a:pt x="1735723" y="3751325"/>
                </a:lnTo>
                <a:lnTo>
                  <a:pt x="1737437" y="3878513"/>
                </a:lnTo>
                <a:lnTo>
                  <a:pt x="1738061" y="3882992"/>
                </a:lnTo>
                <a:lnTo>
                  <a:pt x="1738877" y="3908618"/>
                </a:lnTo>
                <a:lnTo>
                  <a:pt x="1740740" y="4007158"/>
                </a:lnTo>
                <a:lnTo>
                  <a:pt x="1741346" y="4006683"/>
                </a:lnTo>
                <a:lnTo>
                  <a:pt x="1741979" y="4061397"/>
                </a:lnTo>
                <a:lnTo>
                  <a:pt x="1742629" y="4042504"/>
                </a:lnTo>
                <a:lnTo>
                  <a:pt x="1743007" y="4032637"/>
                </a:lnTo>
                <a:lnTo>
                  <a:pt x="1743236" y="4044930"/>
                </a:lnTo>
                <a:lnTo>
                  <a:pt x="1743507" y="4040179"/>
                </a:lnTo>
                <a:lnTo>
                  <a:pt x="1744984" y="4060421"/>
                </a:lnTo>
                <a:lnTo>
                  <a:pt x="1745054" y="4009895"/>
                </a:lnTo>
                <a:lnTo>
                  <a:pt x="1745563" y="4027925"/>
                </a:lnTo>
                <a:lnTo>
                  <a:pt x="1746539" y="4052868"/>
                </a:lnTo>
                <a:lnTo>
                  <a:pt x="1746688" y="4049975"/>
                </a:lnTo>
                <a:lnTo>
                  <a:pt x="1747339" y="4024206"/>
                </a:lnTo>
                <a:lnTo>
                  <a:pt x="1747506" y="4040778"/>
                </a:lnTo>
                <a:lnTo>
                  <a:pt x="1748841" y="4023913"/>
                </a:lnTo>
                <a:lnTo>
                  <a:pt x="1750282" y="4023521"/>
                </a:lnTo>
                <a:lnTo>
                  <a:pt x="1750352" y="4016471"/>
                </a:lnTo>
                <a:lnTo>
                  <a:pt x="1750905" y="4019337"/>
                </a:lnTo>
                <a:lnTo>
                  <a:pt x="1751248" y="4019473"/>
                </a:lnTo>
                <a:lnTo>
                  <a:pt x="1752276" y="4081957"/>
                </a:lnTo>
                <a:lnTo>
                  <a:pt x="1752751" y="4062312"/>
                </a:lnTo>
                <a:lnTo>
                  <a:pt x="1753603" y="4103451"/>
                </a:lnTo>
                <a:lnTo>
                  <a:pt x="1753656" y="4101728"/>
                </a:lnTo>
                <a:lnTo>
                  <a:pt x="1753866" y="4120082"/>
                </a:lnTo>
                <a:lnTo>
                  <a:pt x="1753963" y="4109910"/>
                </a:lnTo>
                <a:lnTo>
                  <a:pt x="1755237" y="4082465"/>
                </a:lnTo>
                <a:lnTo>
                  <a:pt x="1755562" y="4090802"/>
                </a:lnTo>
                <a:lnTo>
                  <a:pt x="1755589" y="4106154"/>
                </a:lnTo>
                <a:lnTo>
                  <a:pt x="1756388" y="4065317"/>
                </a:lnTo>
                <a:lnTo>
                  <a:pt x="1758602" y="4015814"/>
                </a:lnTo>
                <a:lnTo>
                  <a:pt x="1759156" y="4041201"/>
                </a:lnTo>
                <a:lnTo>
                  <a:pt x="1759304" y="4032259"/>
                </a:lnTo>
                <a:lnTo>
                  <a:pt x="1759955" y="4025520"/>
                </a:lnTo>
                <a:lnTo>
                  <a:pt x="1759963" y="4009501"/>
                </a:lnTo>
                <a:lnTo>
                  <a:pt x="1760605" y="4070954"/>
                </a:lnTo>
                <a:lnTo>
                  <a:pt x="1762204" y="4163251"/>
                </a:lnTo>
                <a:lnTo>
                  <a:pt x="1762714" y="4124376"/>
                </a:lnTo>
                <a:lnTo>
                  <a:pt x="1763258" y="4098036"/>
                </a:lnTo>
                <a:lnTo>
                  <a:pt x="1763873" y="4098397"/>
                </a:lnTo>
                <a:lnTo>
                  <a:pt x="1764462" y="4083257"/>
                </a:lnTo>
                <a:lnTo>
                  <a:pt x="1764479" y="4101229"/>
                </a:lnTo>
                <a:lnTo>
                  <a:pt x="1765218" y="4091861"/>
                </a:lnTo>
                <a:lnTo>
                  <a:pt x="1765886" y="4096342"/>
                </a:lnTo>
                <a:lnTo>
                  <a:pt x="1766448" y="4041692"/>
                </a:lnTo>
                <a:lnTo>
                  <a:pt x="1766501" y="4081651"/>
                </a:lnTo>
                <a:lnTo>
                  <a:pt x="1767370" y="4089164"/>
                </a:lnTo>
                <a:lnTo>
                  <a:pt x="1767897" y="4068019"/>
                </a:lnTo>
                <a:lnTo>
                  <a:pt x="1767652" y="4093607"/>
                </a:lnTo>
                <a:lnTo>
                  <a:pt x="1768152" y="4073990"/>
                </a:lnTo>
                <a:lnTo>
                  <a:pt x="1769136" y="4099832"/>
                </a:lnTo>
                <a:lnTo>
                  <a:pt x="1769198" y="4111899"/>
                </a:lnTo>
                <a:lnTo>
                  <a:pt x="1769953" y="4082250"/>
                </a:lnTo>
                <a:lnTo>
                  <a:pt x="1770296" y="4037972"/>
                </a:lnTo>
                <a:lnTo>
                  <a:pt x="1770630" y="4046139"/>
                </a:lnTo>
                <a:lnTo>
                  <a:pt x="1771719" y="4052850"/>
                </a:lnTo>
                <a:lnTo>
                  <a:pt x="1772870" y="4023257"/>
                </a:lnTo>
                <a:lnTo>
                  <a:pt x="1773609" y="4041540"/>
                </a:lnTo>
                <a:lnTo>
                  <a:pt x="1773819" y="4035310"/>
                </a:lnTo>
                <a:lnTo>
                  <a:pt x="1774048" y="4039436"/>
                </a:lnTo>
                <a:lnTo>
                  <a:pt x="1774188" y="4037951"/>
                </a:lnTo>
                <a:lnTo>
                  <a:pt x="1774206" y="4014901"/>
                </a:lnTo>
                <a:lnTo>
                  <a:pt x="1774979" y="4060559"/>
                </a:lnTo>
                <a:lnTo>
                  <a:pt x="1775190" y="4050408"/>
                </a:lnTo>
                <a:lnTo>
                  <a:pt x="1775383" y="4078847"/>
                </a:lnTo>
                <a:lnTo>
                  <a:pt x="1775928" y="4053752"/>
                </a:lnTo>
                <a:lnTo>
                  <a:pt x="1777949" y="4133151"/>
                </a:lnTo>
                <a:lnTo>
                  <a:pt x="1778300" y="4114520"/>
                </a:lnTo>
                <a:lnTo>
                  <a:pt x="1779371" y="4105595"/>
                </a:lnTo>
                <a:lnTo>
                  <a:pt x="1779627" y="4076236"/>
                </a:lnTo>
                <a:lnTo>
                  <a:pt x="1780892" y="4098302"/>
                </a:lnTo>
                <a:lnTo>
                  <a:pt x="1781041" y="4094543"/>
                </a:lnTo>
                <a:lnTo>
                  <a:pt x="1781480" y="4071656"/>
                </a:lnTo>
                <a:lnTo>
                  <a:pt x="1782614" y="4075650"/>
                </a:lnTo>
                <a:lnTo>
                  <a:pt x="1784406" y="4054884"/>
                </a:lnTo>
                <a:lnTo>
                  <a:pt x="1785127" y="4066021"/>
                </a:lnTo>
                <a:lnTo>
                  <a:pt x="1786532" y="4118159"/>
                </a:lnTo>
                <a:lnTo>
                  <a:pt x="1786840" y="4122261"/>
                </a:lnTo>
                <a:lnTo>
                  <a:pt x="1787042" y="4108588"/>
                </a:lnTo>
                <a:lnTo>
                  <a:pt x="1788526" y="4110908"/>
                </a:lnTo>
                <a:lnTo>
                  <a:pt x="1788624" y="4101382"/>
                </a:lnTo>
                <a:lnTo>
                  <a:pt x="1789071" y="4110458"/>
                </a:lnTo>
                <a:lnTo>
                  <a:pt x="1789889" y="4103713"/>
                </a:lnTo>
                <a:lnTo>
                  <a:pt x="1790047" y="4107896"/>
                </a:lnTo>
                <a:lnTo>
                  <a:pt x="1791285" y="4149397"/>
                </a:lnTo>
                <a:lnTo>
                  <a:pt x="1792428" y="4141197"/>
                </a:lnTo>
                <a:lnTo>
                  <a:pt x="1793087" y="4082801"/>
                </a:lnTo>
                <a:lnTo>
                  <a:pt x="1793596" y="3750767"/>
                </a:lnTo>
                <a:lnTo>
                  <a:pt x="1794089" y="3788235"/>
                </a:lnTo>
                <a:lnTo>
                  <a:pt x="1795362" y="3853819"/>
                </a:lnTo>
                <a:lnTo>
                  <a:pt x="1795450" y="3814061"/>
                </a:lnTo>
                <a:lnTo>
                  <a:pt x="1796065" y="3827514"/>
                </a:lnTo>
                <a:lnTo>
                  <a:pt x="1796961" y="3996024"/>
                </a:lnTo>
                <a:lnTo>
                  <a:pt x="1797111" y="3988484"/>
                </a:lnTo>
                <a:lnTo>
                  <a:pt x="1797506" y="3975628"/>
                </a:lnTo>
                <a:lnTo>
                  <a:pt x="1797656" y="4000048"/>
                </a:lnTo>
                <a:lnTo>
                  <a:pt x="1798279" y="4081403"/>
                </a:lnTo>
                <a:lnTo>
                  <a:pt x="1798463" y="4078806"/>
                </a:lnTo>
                <a:lnTo>
                  <a:pt x="1799237" y="4076414"/>
                </a:lnTo>
                <a:lnTo>
                  <a:pt x="1799685" y="4116239"/>
                </a:lnTo>
                <a:lnTo>
                  <a:pt x="1800379" y="4098798"/>
                </a:lnTo>
                <a:lnTo>
                  <a:pt x="1800827" y="4074328"/>
                </a:lnTo>
                <a:lnTo>
                  <a:pt x="1800950" y="4079824"/>
                </a:lnTo>
                <a:lnTo>
                  <a:pt x="1802172" y="4130208"/>
                </a:lnTo>
                <a:lnTo>
                  <a:pt x="1802698" y="4092443"/>
                </a:lnTo>
                <a:lnTo>
                  <a:pt x="1803278" y="4101673"/>
                </a:lnTo>
                <a:lnTo>
                  <a:pt x="1804096" y="4099913"/>
                </a:lnTo>
                <a:lnTo>
                  <a:pt x="1804895" y="4114783"/>
                </a:lnTo>
                <a:lnTo>
                  <a:pt x="1805053" y="4071484"/>
                </a:lnTo>
                <a:lnTo>
                  <a:pt x="1805694" y="4103248"/>
                </a:lnTo>
                <a:lnTo>
                  <a:pt x="1806072" y="4091187"/>
                </a:lnTo>
                <a:lnTo>
                  <a:pt x="1806380" y="4073786"/>
                </a:lnTo>
                <a:lnTo>
                  <a:pt x="1808137" y="3983281"/>
                </a:lnTo>
                <a:lnTo>
                  <a:pt x="1808796" y="3935067"/>
                </a:lnTo>
                <a:lnTo>
                  <a:pt x="1809068" y="3953638"/>
                </a:lnTo>
                <a:lnTo>
                  <a:pt x="1809595" y="3962338"/>
                </a:lnTo>
                <a:lnTo>
                  <a:pt x="1809613" y="3985518"/>
                </a:lnTo>
                <a:lnTo>
                  <a:pt x="1810052" y="3962485"/>
                </a:lnTo>
                <a:lnTo>
                  <a:pt x="1811247" y="3948845"/>
                </a:lnTo>
                <a:lnTo>
                  <a:pt x="1812037" y="4022753"/>
                </a:lnTo>
                <a:lnTo>
                  <a:pt x="1812161" y="4009315"/>
                </a:lnTo>
                <a:lnTo>
                  <a:pt x="1814955" y="4080978"/>
                </a:lnTo>
                <a:lnTo>
                  <a:pt x="1815341" y="4076960"/>
                </a:lnTo>
                <a:lnTo>
                  <a:pt x="1815517" y="4084857"/>
                </a:lnTo>
                <a:lnTo>
                  <a:pt x="1815983" y="4079707"/>
                </a:lnTo>
                <a:lnTo>
                  <a:pt x="1816844" y="4087595"/>
                </a:lnTo>
                <a:lnTo>
                  <a:pt x="1816923" y="4087172"/>
                </a:lnTo>
                <a:lnTo>
                  <a:pt x="1817098" y="4064804"/>
                </a:lnTo>
                <a:lnTo>
                  <a:pt x="1817494" y="4082525"/>
                </a:lnTo>
                <a:lnTo>
                  <a:pt x="1817994" y="4072047"/>
                </a:lnTo>
                <a:lnTo>
                  <a:pt x="1818047" y="4087090"/>
                </a:lnTo>
                <a:lnTo>
                  <a:pt x="1819189" y="4118340"/>
                </a:lnTo>
                <a:lnTo>
                  <a:pt x="1819295" y="3928093"/>
                </a:lnTo>
                <a:lnTo>
                  <a:pt x="1820173" y="3953660"/>
                </a:lnTo>
                <a:lnTo>
                  <a:pt x="1820472" y="3972870"/>
                </a:lnTo>
                <a:lnTo>
                  <a:pt x="1820885" y="3594202"/>
                </a:lnTo>
                <a:lnTo>
                  <a:pt x="1821588" y="3655166"/>
                </a:lnTo>
                <a:lnTo>
                  <a:pt x="1823002" y="3687965"/>
                </a:lnTo>
                <a:lnTo>
                  <a:pt x="1823460" y="3768437"/>
                </a:lnTo>
                <a:lnTo>
                  <a:pt x="1824479" y="3785980"/>
                </a:lnTo>
                <a:lnTo>
                  <a:pt x="1825322" y="3844185"/>
                </a:lnTo>
                <a:lnTo>
                  <a:pt x="1826244" y="3989606"/>
                </a:lnTo>
                <a:lnTo>
                  <a:pt x="1828230" y="4048511"/>
                </a:lnTo>
                <a:lnTo>
                  <a:pt x="1828467" y="4013873"/>
                </a:lnTo>
                <a:lnTo>
                  <a:pt x="1829821" y="4005350"/>
                </a:lnTo>
                <a:lnTo>
                  <a:pt x="1831095" y="4017901"/>
                </a:lnTo>
                <a:lnTo>
                  <a:pt x="1831375" y="4015152"/>
                </a:lnTo>
                <a:lnTo>
                  <a:pt x="1831420" y="3484976"/>
                </a:lnTo>
                <a:lnTo>
                  <a:pt x="1832008" y="3487596"/>
                </a:lnTo>
                <a:lnTo>
                  <a:pt x="1834969" y="3705285"/>
                </a:lnTo>
                <a:lnTo>
                  <a:pt x="1836349" y="3907810"/>
                </a:lnTo>
                <a:lnTo>
                  <a:pt x="1836516" y="3879629"/>
                </a:lnTo>
                <a:lnTo>
                  <a:pt x="1839204" y="3997225"/>
                </a:lnTo>
                <a:lnTo>
                  <a:pt x="1839248" y="3990569"/>
                </a:lnTo>
                <a:lnTo>
                  <a:pt x="1840636" y="4003517"/>
                </a:lnTo>
                <a:lnTo>
                  <a:pt x="1842552" y="4097792"/>
                </a:lnTo>
                <a:lnTo>
                  <a:pt x="1843158" y="4077183"/>
                </a:lnTo>
                <a:lnTo>
                  <a:pt x="1843773" y="4081257"/>
                </a:lnTo>
                <a:lnTo>
                  <a:pt x="1844124" y="4053242"/>
                </a:lnTo>
                <a:lnTo>
                  <a:pt x="1844291" y="4061270"/>
                </a:lnTo>
                <a:lnTo>
                  <a:pt x="1844334" y="4046543"/>
                </a:lnTo>
                <a:lnTo>
                  <a:pt x="1844677" y="4033235"/>
                </a:lnTo>
                <a:lnTo>
                  <a:pt x="1844923" y="4035820"/>
                </a:lnTo>
                <a:lnTo>
                  <a:pt x="1845424" y="3492748"/>
                </a:lnTo>
                <a:lnTo>
                  <a:pt x="1846118" y="3645221"/>
                </a:lnTo>
                <a:lnTo>
                  <a:pt x="1847041" y="3796543"/>
                </a:lnTo>
                <a:lnTo>
                  <a:pt x="1847700" y="3750574"/>
                </a:lnTo>
                <a:lnTo>
                  <a:pt x="1847788" y="3797544"/>
                </a:lnTo>
                <a:lnTo>
                  <a:pt x="1849106" y="3800489"/>
                </a:lnTo>
                <a:lnTo>
                  <a:pt x="1850037" y="3851544"/>
                </a:lnTo>
                <a:lnTo>
                  <a:pt x="1850556" y="3844093"/>
                </a:lnTo>
                <a:lnTo>
                  <a:pt x="1852778" y="3931342"/>
                </a:lnTo>
                <a:lnTo>
                  <a:pt x="1853762" y="4066307"/>
                </a:lnTo>
                <a:lnTo>
                  <a:pt x="1853982" y="4045749"/>
                </a:lnTo>
                <a:lnTo>
                  <a:pt x="1854553" y="4068923"/>
                </a:lnTo>
                <a:lnTo>
                  <a:pt x="1854579" y="4052429"/>
                </a:lnTo>
                <a:lnTo>
                  <a:pt x="1855238" y="4058296"/>
                </a:lnTo>
                <a:lnTo>
                  <a:pt x="1856389" y="4012875"/>
                </a:lnTo>
                <a:lnTo>
                  <a:pt x="1856785" y="4016877"/>
                </a:lnTo>
                <a:lnTo>
                  <a:pt x="1856793" y="4015066"/>
                </a:lnTo>
                <a:lnTo>
                  <a:pt x="1858410" y="4094510"/>
                </a:lnTo>
                <a:lnTo>
                  <a:pt x="1858876" y="4099591"/>
                </a:lnTo>
                <a:lnTo>
                  <a:pt x="1859359" y="4147031"/>
                </a:lnTo>
                <a:lnTo>
                  <a:pt x="1859895" y="4130838"/>
                </a:lnTo>
                <a:lnTo>
                  <a:pt x="1860141" y="4129682"/>
                </a:lnTo>
                <a:lnTo>
                  <a:pt x="1860870" y="4141299"/>
                </a:lnTo>
                <a:lnTo>
                  <a:pt x="1860975" y="4125169"/>
                </a:lnTo>
                <a:lnTo>
                  <a:pt x="1863163" y="4122796"/>
                </a:lnTo>
                <a:lnTo>
                  <a:pt x="1864842" y="4057779"/>
                </a:lnTo>
                <a:lnTo>
                  <a:pt x="1865755" y="4044995"/>
                </a:lnTo>
                <a:lnTo>
                  <a:pt x="1865913" y="4049558"/>
                </a:lnTo>
                <a:lnTo>
                  <a:pt x="1866766" y="4053146"/>
                </a:lnTo>
                <a:lnTo>
                  <a:pt x="1866844" y="4037487"/>
                </a:lnTo>
                <a:lnTo>
                  <a:pt x="1867152" y="4090394"/>
                </a:lnTo>
                <a:lnTo>
                  <a:pt x="1867301" y="4085088"/>
                </a:lnTo>
                <a:lnTo>
                  <a:pt x="1868206" y="4087596"/>
                </a:lnTo>
                <a:lnTo>
                  <a:pt x="1868373" y="4085879"/>
                </a:lnTo>
                <a:lnTo>
                  <a:pt x="1868786" y="4085994"/>
                </a:lnTo>
                <a:lnTo>
                  <a:pt x="1869305" y="4079432"/>
                </a:lnTo>
                <a:lnTo>
                  <a:pt x="1869656" y="4104683"/>
                </a:lnTo>
                <a:lnTo>
                  <a:pt x="1870130" y="4098315"/>
                </a:lnTo>
                <a:lnTo>
                  <a:pt x="1870288" y="4081339"/>
                </a:lnTo>
                <a:lnTo>
                  <a:pt x="1870973" y="4082978"/>
                </a:lnTo>
                <a:lnTo>
                  <a:pt x="1871571" y="4084882"/>
                </a:lnTo>
                <a:lnTo>
                  <a:pt x="1872151" y="4126565"/>
                </a:lnTo>
                <a:lnTo>
                  <a:pt x="1872537" y="4115821"/>
                </a:lnTo>
                <a:lnTo>
                  <a:pt x="1873311" y="4088566"/>
                </a:lnTo>
                <a:lnTo>
                  <a:pt x="1873592" y="4109686"/>
                </a:lnTo>
                <a:lnTo>
                  <a:pt x="1873741" y="4107743"/>
                </a:lnTo>
                <a:lnTo>
                  <a:pt x="1874594" y="4115716"/>
                </a:lnTo>
                <a:lnTo>
                  <a:pt x="1874778" y="4106759"/>
                </a:lnTo>
                <a:lnTo>
                  <a:pt x="1876034" y="4127360"/>
                </a:lnTo>
                <a:lnTo>
                  <a:pt x="1877053" y="4117141"/>
                </a:lnTo>
                <a:lnTo>
                  <a:pt x="1877835" y="4126793"/>
                </a:lnTo>
                <a:lnTo>
                  <a:pt x="1878099" y="4159681"/>
                </a:lnTo>
                <a:lnTo>
                  <a:pt x="1879365" y="4156814"/>
                </a:lnTo>
                <a:lnTo>
                  <a:pt x="1879971" y="4189393"/>
                </a:lnTo>
                <a:lnTo>
                  <a:pt x="1880014" y="4178151"/>
                </a:lnTo>
                <a:lnTo>
                  <a:pt x="1880796" y="4127509"/>
                </a:lnTo>
                <a:lnTo>
                  <a:pt x="1880902" y="4148991"/>
                </a:lnTo>
                <a:lnTo>
                  <a:pt x="1881446" y="4152051"/>
                </a:lnTo>
                <a:lnTo>
                  <a:pt x="1881736" y="4129328"/>
                </a:lnTo>
                <a:lnTo>
                  <a:pt x="1882624" y="4134331"/>
                </a:lnTo>
                <a:lnTo>
                  <a:pt x="1883502" y="4154979"/>
                </a:lnTo>
                <a:lnTo>
                  <a:pt x="1884311" y="4135777"/>
                </a:lnTo>
                <a:lnTo>
                  <a:pt x="1884460" y="4102455"/>
                </a:lnTo>
                <a:lnTo>
                  <a:pt x="1885032" y="4104151"/>
                </a:lnTo>
                <a:lnTo>
                  <a:pt x="1885866" y="4106403"/>
                </a:lnTo>
                <a:lnTo>
                  <a:pt x="1886411" y="4105152"/>
                </a:lnTo>
                <a:lnTo>
                  <a:pt x="1886867" y="4107716"/>
                </a:lnTo>
                <a:lnTo>
                  <a:pt x="1887482" y="4124203"/>
                </a:lnTo>
                <a:lnTo>
                  <a:pt x="1887939" y="4110330"/>
                </a:lnTo>
                <a:lnTo>
                  <a:pt x="1888387" y="4128044"/>
                </a:lnTo>
                <a:lnTo>
                  <a:pt x="1889037" y="4119965"/>
                </a:lnTo>
                <a:lnTo>
                  <a:pt x="1890083" y="4105432"/>
                </a:lnTo>
                <a:lnTo>
                  <a:pt x="1890426" y="4068522"/>
                </a:lnTo>
                <a:lnTo>
                  <a:pt x="1890988" y="4096657"/>
                </a:lnTo>
                <a:lnTo>
                  <a:pt x="1893448" y="4020233"/>
                </a:lnTo>
                <a:lnTo>
                  <a:pt x="1893475" y="4030447"/>
                </a:lnTo>
                <a:lnTo>
                  <a:pt x="1893729" y="4058463"/>
                </a:lnTo>
                <a:lnTo>
                  <a:pt x="1894177" y="4039314"/>
                </a:lnTo>
                <a:lnTo>
                  <a:pt x="1895012" y="4042769"/>
                </a:lnTo>
                <a:lnTo>
                  <a:pt x="1895390" y="4075187"/>
                </a:lnTo>
                <a:lnTo>
                  <a:pt x="1895741" y="4034682"/>
                </a:lnTo>
                <a:lnTo>
                  <a:pt x="1896304" y="4050306"/>
                </a:lnTo>
                <a:lnTo>
                  <a:pt x="1896751" y="4103238"/>
                </a:lnTo>
                <a:lnTo>
                  <a:pt x="1897165" y="4102341"/>
                </a:lnTo>
                <a:lnTo>
                  <a:pt x="1898631" y="4050947"/>
                </a:lnTo>
                <a:lnTo>
                  <a:pt x="1899792" y="4075688"/>
                </a:lnTo>
                <a:lnTo>
                  <a:pt x="1901145" y="4044808"/>
                </a:lnTo>
                <a:lnTo>
                  <a:pt x="1903113" y="4121545"/>
                </a:lnTo>
                <a:lnTo>
                  <a:pt x="1903227" y="4104579"/>
                </a:lnTo>
                <a:lnTo>
                  <a:pt x="1903289" y="4084901"/>
                </a:lnTo>
                <a:lnTo>
                  <a:pt x="1903613" y="4101912"/>
                </a:lnTo>
                <a:lnTo>
                  <a:pt x="1904264" y="4086076"/>
                </a:lnTo>
                <a:lnTo>
                  <a:pt x="1904281" y="4095204"/>
                </a:lnTo>
                <a:lnTo>
                  <a:pt x="1906320" y="4111101"/>
                </a:lnTo>
                <a:lnTo>
                  <a:pt x="1906540" y="4110112"/>
                </a:lnTo>
                <a:lnTo>
                  <a:pt x="1907866" y="4087058"/>
                </a:lnTo>
                <a:lnTo>
                  <a:pt x="1908780" y="4122610"/>
                </a:lnTo>
                <a:lnTo>
                  <a:pt x="1908788" y="4115475"/>
                </a:lnTo>
                <a:lnTo>
                  <a:pt x="1909702" y="4094434"/>
                </a:lnTo>
                <a:lnTo>
                  <a:pt x="1909913" y="4082466"/>
                </a:lnTo>
                <a:lnTo>
                  <a:pt x="1910501" y="4103970"/>
                </a:lnTo>
                <a:lnTo>
                  <a:pt x="1910730" y="4097983"/>
                </a:lnTo>
                <a:lnTo>
                  <a:pt x="1911064" y="4127617"/>
                </a:lnTo>
                <a:lnTo>
                  <a:pt x="1911793" y="4048731"/>
                </a:lnTo>
                <a:lnTo>
                  <a:pt x="1912338" y="4064295"/>
                </a:lnTo>
                <a:lnTo>
                  <a:pt x="1912575" y="4035487"/>
                </a:lnTo>
                <a:lnTo>
                  <a:pt x="1912997" y="4053637"/>
                </a:lnTo>
                <a:lnTo>
                  <a:pt x="1913366" y="4079348"/>
                </a:lnTo>
                <a:lnTo>
                  <a:pt x="1913699" y="4064541"/>
                </a:lnTo>
                <a:lnTo>
                  <a:pt x="1914183" y="4060489"/>
                </a:lnTo>
                <a:lnTo>
                  <a:pt x="1915184" y="4110125"/>
                </a:lnTo>
                <a:lnTo>
                  <a:pt x="1916986" y="4054451"/>
                </a:lnTo>
                <a:lnTo>
                  <a:pt x="1917196" y="4064981"/>
                </a:lnTo>
                <a:lnTo>
                  <a:pt x="1917943" y="4097046"/>
                </a:lnTo>
                <a:lnTo>
                  <a:pt x="1919033" y="4027822"/>
                </a:lnTo>
                <a:lnTo>
                  <a:pt x="1919480" y="4013433"/>
                </a:lnTo>
                <a:lnTo>
                  <a:pt x="1920377" y="4098345"/>
                </a:lnTo>
                <a:lnTo>
                  <a:pt x="1920527" y="4079169"/>
                </a:lnTo>
                <a:lnTo>
                  <a:pt x="1921124" y="4081576"/>
                </a:lnTo>
                <a:lnTo>
                  <a:pt x="1921379" y="4109181"/>
                </a:lnTo>
                <a:lnTo>
                  <a:pt x="1921730" y="4091506"/>
                </a:lnTo>
                <a:lnTo>
                  <a:pt x="1922731" y="4039140"/>
                </a:lnTo>
                <a:lnTo>
                  <a:pt x="1922776" y="4072605"/>
                </a:lnTo>
                <a:lnTo>
                  <a:pt x="1923636" y="4115115"/>
                </a:lnTo>
                <a:lnTo>
                  <a:pt x="1923768" y="4131427"/>
                </a:lnTo>
                <a:lnTo>
                  <a:pt x="1924577" y="4124933"/>
                </a:lnTo>
                <a:lnTo>
                  <a:pt x="1927406" y="4139646"/>
                </a:lnTo>
                <a:lnTo>
                  <a:pt x="1927731" y="4155466"/>
                </a:lnTo>
                <a:lnTo>
                  <a:pt x="1927976" y="4133574"/>
                </a:lnTo>
                <a:lnTo>
                  <a:pt x="1928372" y="4150104"/>
                </a:lnTo>
                <a:lnTo>
                  <a:pt x="1929269" y="4168341"/>
                </a:lnTo>
                <a:lnTo>
                  <a:pt x="1929303" y="4145229"/>
                </a:lnTo>
                <a:lnTo>
                  <a:pt x="1930411" y="4148312"/>
                </a:lnTo>
                <a:lnTo>
                  <a:pt x="1930445" y="4114298"/>
                </a:lnTo>
                <a:lnTo>
                  <a:pt x="1931193" y="4177398"/>
                </a:lnTo>
                <a:lnTo>
                  <a:pt x="1931482" y="4174041"/>
                </a:lnTo>
                <a:lnTo>
                  <a:pt x="1931781" y="4078787"/>
                </a:lnTo>
                <a:lnTo>
                  <a:pt x="1931809" y="0"/>
                </a:lnTo>
                <a:moveTo>
                  <a:pt x="1934317" y="0"/>
                </a:moveTo>
                <a:lnTo>
                  <a:pt x="1934425" y="378079"/>
                </a:lnTo>
                <a:lnTo>
                  <a:pt x="1935603" y="1103580"/>
                </a:lnTo>
                <a:lnTo>
                  <a:pt x="1936798" y="2631472"/>
                </a:lnTo>
                <a:lnTo>
                  <a:pt x="1938467" y="2927817"/>
                </a:lnTo>
                <a:lnTo>
                  <a:pt x="1940901" y="3712393"/>
                </a:lnTo>
                <a:lnTo>
                  <a:pt x="1942623" y="3747828"/>
                </a:lnTo>
                <a:lnTo>
                  <a:pt x="1943669" y="3851134"/>
                </a:lnTo>
                <a:lnTo>
                  <a:pt x="1944398" y="3913612"/>
                </a:lnTo>
                <a:lnTo>
                  <a:pt x="1944828" y="3918759"/>
                </a:lnTo>
                <a:lnTo>
                  <a:pt x="1946664" y="4082395"/>
                </a:lnTo>
                <a:lnTo>
                  <a:pt x="1947877" y="4062076"/>
                </a:lnTo>
                <a:lnTo>
                  <a:pt x="1948536" y="4071865"/>
                </a:lnTo>
                <a:lnTo>
                  <a:pt x="1948694" y="4091329"/>
                </a:lnTo>
                <a:lnTo>
                  <a:pt x="1949045" y="4083454"/>
                </a:lnTo>
                <a:lnTo>
                  <a:pt x="1950434" y="4097326"/>
                </a:lnTo>
                <a:lnTo>
                  <a:pt x="1951769" y="4168589"/>
                </a:lnTo>
                <a:lnTo>
                  <a:pt x="1952033" y="4145645"/>
                </a:lnTo>
                <a:lnTo>
                  <a:pt x="1952560" y="4159046"/>
                </a:lnTo>
                <a:lnTo>
                  <a:pt x="1953975" y="4236217"/>
                </a:lnTo>
                <a:lnTo>
                  <a:pt x="1955231" y="4227333"/>
                </a:lnTo>
                <a:lnTo>
                  <a:pt x="1956268" y="4124152"/>
                </a:lnTo>
                <a:lnTo>
                  <a:pt x="1956478" y="4144565"/>
                </a:lnTo>
                <a:lnTo>
                  <a:pt x="1957155" y="4152462"/>
                </a:lnTo>
                <a:lnTo>
                  <a:pt x="1958991" y="4247348"/>
                </a:lnTo>
                <a:lnTo>
                  <a:pt x="1960063" y="4187229"/>
                </a:lnTo>
                <a:lnTo>
                  <a:pt x="1960230" y="4190115"/>
                </a:lnTo>
                <a:lnTo>
                  <a:pt x="1960300" y="4189954"/>
                </a:lnTo>
                <a:lnTo>
                  <a:pt x="1961197" y="4025585"/>
                </a:lnTo>
                <a:lnTo>
                  <a:pt x="1962216" y="4057842"/>
                </a:lnTo>
                <a:lnTo>
                  <a:pt x="1962374" y="4077015"/>
                </a:lnTo>
                <a:lnTo>
                  <a:pt x="1962874" y="4066972"/>
                </a:lnTo>
                <a:lnTo>
                  <a:pt x="1963367" y="4045855"/>
                </a:lnTo>
                <a:lnTo>
                  <a:pt x="1963516" y="4066355"/>
                </a:lnTo>
                <a:lnTo>
                  <a:pt x="1964447" y="4107373"/>
                </a:lnTo>
                <a:lnTo>
                  <a:pt x="1964649" y="4099120"/>
                </a:lnTo>
                <a:lnTo>
                  <a:pt x="1965914" y="4113374"/>
                </a:lnTo>
                <a:lnTo>
                  <a:pt x="1966811" y="4202943"/>
                </a:lnTo>
                <a:lnTo>
                  <a:pt x="1967258" y="4194668"/>
                </a:lnTo>
                <a:lnTo>
                  <a:pt x="1967381" y="4166628"/>
                </a:lnTo>
                <a:lnTo>
                  <a:pt x="1967856" y="4224955"/>
                </a:lnTo>
                <a:lnTo>
                  <a:pt x="1968032" y="4214282"/>
                </a:lnTo>
                <a:lnTo>
                  <a:pt x="1969191" y="4192986"/>
                </a:lnTo>
                <a:lnTo>
                  <a:pt x="1969710" y="4221435"/>
                </a:lnTo>
                <a:lnTo>
                  <a:pt x="1970026" y="4216950"/>
                </a:lnTo>
                <a:lnTo>
                  <a:pt x="1970211" y="4187232"/>
                </a:lnTo>
                <a:lnTo>
                  <a:pt x="1970825" y="4198989"/>
                </a:lnTo>
                <a:lnTo>
                  <a:pt x="1971370" y="4202617"/>
                </a:lnTo>
                <a:lnTo>
                  <a:pt x="1971555" y="4195483"/>
                </a:lnTo>
                <a:lnTo>
                  <a:pt x="1972995" y="4197988"/>
                </a:lnTo>
                <a:lnTo>
                  <a:pt x="1973681" y="4186969"/>
                </a:lnTo>
                <a:lnTo>
                  <a:pt x="1973751" y="4217589"/>
                </a:lnTo>
                <a:lnTo>
                  <a:pt x="1974489" y="4179605"/>
                </a:lnTo>
                <a:lnTo>
                  <a:pt x="1975025" y="4180691"/>
                </a:lnTo>
                <a:lnTo>
                  <a:pt x="1976492" y="4235608"/>
                </a:lnTo>
                <a:lnTo>
                  <a:pt x="1976782" y="4231675"/>
                </a:lnTo>
                <a:lnTo>
                  <a:pt x="1977731" y="4196235"/>
                </a:lnTo>
                <a:lnTo>
                  <a:pt x="1977802" y="4203869"/>
                </a:lnTo>
                <a:lnTo>
                  <a:pt x="1978944" y="4204590"/>
                </a:lnTo>
                <a:lnTo>
                  <a:pt x="1979726" y="4219705"/>
                </a:lnTo>
                <a:lnTo>
                  <a:pt x="1979761" y="4200021"/>
                </a:lnTo>
                <a:lnTo>
                  <a:pt x="1980165" y="4155865"/>
                </a:lnTo>
                <a:lnTo>
                  <a:pt x="1980639" y="4187674"/>
                </a:lnTo>
                <a:lnTo>
                  <a:pt x="1980974" y="4181358"/>
                </a:lnTo>
                <a:lnTo>
                  <a:pt x="1982353" y="4190319"/>
                </a:lnTo>
                <a:lnTo>
                  <a:pt x="1982669" y="4185392"/>
                </a:lnTo>
                <a:lnTo>
                  <a:pt x="1983504" y="4192801"/>
                </a:lnTo>
                <a:lnTo>
                  <a:pt x="1983636" y="4177161"/>
                </a:lnTo>
                <a:lnTo>
                  <a:pt x="1984066" y="4209005"/>
                </a:lnTo>
                <a:lnTo>
                  <a:pt x="1984391" y="4211029"/>
                </a:lnTo>
                <a:lnTo>
                  <a:pt x="1984962" y="4194390"/>
                </a:lnTo>
                <a:lnTo>
                  <a:pt x="1985077" y="4207425"/>
                </a:lnTo>
                <a:lnTo>
                  <a:pt x="1987106" y="4212521"/>
                </a:lnTo>
                <a:lnTo>
                  <a:pt x="1987396" y="4206706"/>
                </a:lnTo>
                <a:lnTo>
                  <a:pt x="1987800" y="4229839"/>
                </a:lnTo>
                <a:lnTo>
                  <a:pt x="1988020" y="4216777"/>
                </a:lnTo>
                <a:lnTo>
                  <a:pt x="1988415" y="4199125"/>
                </a:lnTo>
                <a:lnTo>
                  <a:pt x="1988863" y="4221541"/>
                </a:lnTo>
                <a:lnTo>
                  <a:pt x="1988916" y="4179004"/>
                </a:lnTo>
                <a:lnTo>
                  <a:pt x="1989355" y="4206981"/>
                </a:lnTo>
                <a:lnTo>
                  <a:pt x="1990032" y="4196624"/>
                </a:lnTo>
                <a:lnTo>
                  <a:pt x="1990409" y="4216810"/>
                </a:lnTo>
                <a:lnTo>
                  <a:pt x="1990796" y="4204883"/>
                </a:lnTo>
                <a:lnTo>
                  <a:pt x="1991719" y="4173351"/>
                </a:lnTo>
                <a:lnTo>
                  <a:pt x="1992123" y="4184576"/>
                </a:lnTo>
                <a:lnTo>
                  <a:pt x="1993238" y="4216862"/>
                </a:lnTo>
                <a:lnTo>
                  <a:pt x="1993380" y="4201531"/>
                </a:lnTo>
                <a:lnTo>
                  <a:pt x="1995022" y="4223294"/>
                </a:lnTo>
                <a:lnTo>
                  <a:pt x="1995171" y="4210381"/>
                </a:lnTo>
                <a:lnTo>
                  <a:pt x="1996700" y="4250885"/>
                </a:lnTo>
                <a:lnTo>
                  <a:pt x="1997535" y="4161159"/>
                </a:lnTo>
                <a:lnTo>
                  <a:pt x="1999503" y="4191514"/>
                </a:lnTo>
                <a:lnTo>
                  <a:pt x="2000803" y="4191286"/>
                </a:lnTo>
                <a:lnTo>
                  <a:pt x="2000952" y="4179979"/>
                </a:lnTo>
                <a:lnTo>
                  <a:pt x="2002921" y="4241611"/>
                </a:lnTo>
                <a:lnTo>
                  <a:pt x="2005012" y="4211912"/>
                </a:lnTo>
                <a:lnTo>
                  <a:pt x="2005610" y="4203231"/>
                </a:lnTo>
                <a:lnTo>
                  <a:pt x="2005855" y="4220196"/>
                </a:lnTo>
                <a:lnTo>
                  <a:pt x="2007059" y="4190498"/>
                </a:lnTo>
                <a:lnTo>
                  <a:pt x="2008192" y="4157307"/>
                </a:lnTo>
                <a:lnTo>
                  <a:pt x="2008886" y="4176483"/>
                </a:lnTo>
                <a:lnTo>
                  <a:pt x="2010599" y="4120024"/>
                </a:lnTo>
                <a:lnTo>
                  <a:pt x="2011065" y="4041631"/>
                </a:lnTo>
                <a:lnTo>
                  <a:pt x="2011777" y="4074797"/>
                </a:lnTo>
                <a:lnTo>
                  <a:pt x="2012348" y="4067479"/>
                </a:lnTo>
                <a:lnTo>
                  <a:pt x="2012717" y="4069649"/>
                </a:lnTo>
                <a:lnTo>
                  <a:pt x="2012735" y="4037914"/>
                </a:lnTo>
                <a:lnTo>
                  <a:pt x="2012928" y="4050708"/>
                </a:lnTo>
                <a:lnTo>
                  <a:pt x="2014229" y="4058581"/>
                </a:lnTo>
                <a:lnTo>
                  <a:pt x="2015142" y="4129848"/>
                </a:lnTo>
                <a:lnTo>
                  <a:pt x="2015854" y="4139864"/>
                </a:lnTo>
                <a:lnTo>
                  <a:pt x="2016749" y="4140871"/>
                </a:lnTo>
                <a:lnTo>
                  <a:pt x="2016838" y="4135516"/>
                </a:lnTo>
                <a:lnTo>
                  <a:pt x="2017347" y="4154900"/>
                </a:lnTo>
                <a:lnTo>
                  <a:pt x="2017944" y="4235900"/>
                </a:lnTo>
                <a:lnTo>
                  <a:pt x="2018323" y="4233078"/>
                </a:lnTo>
                <a:lnTo>
                  <a:pt x="2018726" y="4242969"/>
                </a:lnTo>
                <a:lnTo>
                  <a:pt x="2020598" y="4244431"/>
                </a:lnTo>
                <a:lnTo>
                  <a:pt x="2022013" y="4170929"/>
                </a:lnTo>
                <a:lnTo>
                  <a:pt x="2022487" y="4183521"/>
                </a:lnTo>
                <a:lnTo>
                  <a:pt x="2023462" y="4230706"/>
                </a:lnTo>
                <a:lnTo>
                  <a:pt x="2023497" y="4226897"/>
                </a:lnTo>
                <a:lnTo>
                  <a:pt x="2024227" y="4225475"/>
                </a:lnTo>
                <a:lnTo>
                  <a:pt x="2024332" y="4222496"/>
                </a:lnTo>
                <a:lnTo>
                  <a:pt x="2024429" y="4242778"/>
                </a:lnTo>
                <a:lnTo>
                  <a:pt x="2024921" y="4242061"/>
                </a:lnTo>
                <a:lnTo>
                  <a:pt x="2025166" y="4250991"/>
                </a:lnTo>
                <a:lnTo>
                  <a:pt x="2027065" y="4200476"/>
                </a:lnTo>
                <a:lnTo>
                  <a:pt x="2027091" y="4215263"/>
                </a:lnTo>
                <a:lnTo>
                  <a:pt x="2027970" y="4209281"/>
                </a:lnTo>
                <a:lnTo>
                  <a:pt x="2028180" y="4231428"/>
                </a:lnTo>
                <a:lnTo>
                  <a:pt x="2028707" y="4195041"/>
                </a:lnTo>
                <a:lnTo>
                  <a:pt x="2029981" y="4253519"/>
                </a:lnTo>
                <a:lnTo>
                  <a:pt x="2030236" y="4240474"/>
                </a:lnTo>
                <a:lnTo>
                  <a:pt x="2030297" y="4228444"/>
                </a:lnTo>
                <a:lnTo>
                  <a:pt x="2030561" y="4247148"/>
                </a:lnTo>
                <a:lnTo>
                  <a:pt x="2031062" y="4245876"/>
                </a:lnTo>
                <a:lnTo>
                  <a:pt x="2031879" y="4324352"/>
                </a:lnTo>
                <a:lnTo>
                  <a:pt x="2032011" y="4303363"/>
                </a:lnTo>
                <a:lnTo>
                  <a:pt x="2032705" y="4248683"/>
                </a:lnTo>
                <a:lnTo>
                  <a:pt x="2033083" y="4279930"/>
                </a:lnTo>
                <a:lnTo>
                  <a:pt x="2033267" y="4280280"/>
                </a:lnTo>
                <a:lnTo>
                  <a:pt x="2034866" y="4157270"/>
                </a:lnTo>
                <a:lnTo>
                  <a:pt x="2035112" y="4149845"/>
                </a:lnTo>
                <a:lnTo>
                  <a:pt x="2036509" y="4162482"/>
                </a:lnTo>
                <a:lnTo>
                  <a:pt x="2036816" y="4222289"/>
                </a:lnTo>
                <a:lnTo>
                  <a:pt x="2037054" y="4217750"/>
                </a:lnTo>
                <a:lnTo>
                  <a:pt x="2038653" y="4182760"/>
                </a:lnTo>
                <a:lnTo>
                  <a:pt x="2039066" y="4192973"/>
                </a:lnTo>
                <a:lnTo>
                  <a:pt x="2039206" y="4176252"/>
                </a:lnTo>
                <a:lnTo>
                  <a:pt x="2039848" y="4190461"/>
                </a:lnTo>
                <a:lnTo>
                  <a:pt x="2040252" y="4189600"/>
                </a:lnTo>
                <a:lnTo>
                  <a:pt x="2040937" y="4136193"/>
                </a:lnTo>
                <a:lnTo>
                  <a:pt x="2042360" y="4155594"/>
                </a:lnTo>
                <a:lnTo>
                  <a:pt x="2042923" y="4109128"/>
                </a:lnTo>
                <a:lnTo>
                  <a:pt x="2043995" y="4111647"/>
                </a:lnTo>
                <a:lnTo>
                  <a:pt x="2045427" y="4185219"/>
                </a:lnTo>
                <a:lnTo>
                  <a:pt x="2046244" y="4166561"/>
                </a:lnTo>
                <a:lnTo>
                  <a:pt x="2046306" y="4145620"/>
                </a:lnTo>
                <a:lnTo>
                  <a:pt x="2046674" y="4170349"/>
                </a:lnTo>
                <a:lnTo>
                  <a:pt x="2046886" y="4167208"/>
                </a:lnTo>
                <a:lnTo>
                  <a:pt x="2047658" y="4214483"/>
                </a:lnTo>
                <a:lnTo>
                  <a:pt x="2047694" y="4212193"/>
                </a:lnTo>
                <a:lnTo>
                  <a:pt x="2048414" y="4091154"/>
                </a:lnTo>
                <a:lnTo>
                  <a:pt x="2048748" y="4100357"/>
                </a:lnTo>
                <a:lnTo>
                  <a:pt x="2050338" y="4157762"/>
                </a:lnTo>
                <a:lnTo>
                  <a:pt x="2052561" y="4126493"/>
                </a:lnTo>
                <a:lnTo>
                  <a:pt x="2053176" y="4181533"/>
                </a:lnTo>
                <a:lnTo>
                  <a:pt x="2053528" y="4133882"/>
                </a:lnTo>
                <a:lnTo>
                  <a:pt x="2053993" y="4157269"/>
                </a:lnTo>
                <a:lnTo>
                  <a:pt x="2055258" y="4182654"/>
                </a:lnTo>
                <a:lnTo>
                  <a:pt x="2055707" y="4169916"/>
                </a:lnTo>
                <a:lnTo>
                  <a:pt x="2055812" y="4184967"/>
                </a:lnTo>
                <a:lnTo>
                  <a:pt x="2056049" y="4206372"/>
                </a:lnTo>
                <a:lnTo>
                  <a:pt x="2056400" y="4201587"/>
                </a:lnTo>
                <a:lnTo>
                  <a:pt x="2057139" y="4206788"/>
                </a:lnTo>
                <a:lnTo>
                  <a:pt x="2057455" y="4124712"/>
                </a:lnTo>
                <a:lnTo>
                  <a:pt x="2057490" y="3586220"/>
                </a:lnTo>
                <a:lnTo>
                  <a:pt x="2058368" y="3773040"/>
                </a:lnTo>
                <a:lnTo>
                  <a:pt x="2059432" y="3947401"/>
                </a:lnTo>
                <a:lnTo>
                  <a:pt x="2060591" y="4073095"/>
                </a:lnTo>
                <a:lnTo>
                  <a:pt x="2060829" y="4052383"/>
                </a:lnTo>
                <a:lnTo>
                  <a:pt x="2061013" y="4114743"/>
                </a:lnTo>
                <a:lnTo>
                  <a:pt x="2061101" y="4093817"/>
                </a:lnTo>
                <a:lnTo>
                  <a:pt x="2061611" y="4083984"/>
                </a:lnTo>
                <a:lnTo>
                  <a:pt x="2063412" y="4158646"/>
                </a:lnTo>
                <a:lnTo>
                  <a:pt x="2063930" y="4132427"/>
                </a:lnTo>
                <a:lnTo>
                  <a:pt x="2064299" y="4146445"/>
                </a:lnTo>
                <a:lnTo>
                  <a:pt x="2066065" y="4200912"/>
                </a:lnTo>
                <a:lnTo>
                  <a:pt x="2066627" y="4189109"/>
                </a:lnTo>
                <a:lnTo>
                  <a:pt x="2067032" y="4200044"/>
                </a:lnTo>
                <a:lnTo>
                  <a:pt x="2067374" y="4175559"/>
                </a:lnTo>
                <a:lnTo>
                  <a:pt x="2068305" y="4161325"/>
                </a:lnTo>
                <a:lnTo>
                  <a:pt x="2068481" y="4167951"/>
                </a:lnTo>
                <a:lnTo>
                  <a:pt x="2068534" y="4187007"/>
                </a:lnTo>
                <a:lnTo>
                  <a:pt x="2069289" y="4157549"/>
                </a:lnTo>
                <a:lnTo>
                  <a:pt x="2069483" y="4139449"/>
                </a:lnTo>
                <a:lnTo>
                  <a:pt x="2070370" y="4142231"/>
                </a:lnTo>
                <a:lnTo>
                  <a:pt x="2071003" y="4201971"/>
                </a:lnTo>
                <a:lnTo>
                  <a:pt x="2072540" y="4262761"/>
                </a:lnTo>
                <a:lnTo>
                  <a:pt x="2073436" y="4248552"/>
                </a:lnTo>
                <a:lnTo>
                  <a:pt x="2073551" y="4255969"/>
                </a:lnTo>
                <a:lnTo>
                  <a:pt x="2073814" y="4266600"/>
                </a:lnTo>
                <a:lnTo>
                  <a:pt x="2073911" y="4250816"/>
                </a:lnTo>
                <a:lnTo>
                  <a:pt x="2074631" y="4244890"/>
                </a:lnTo>
                <a:lnTo>
                  <a:pt x="2075536" y="4253952"/>
                </a:lnTo>
                <a:lnTo>
                  <a:pt x="2076045" y="4242283"/>
                </a:lnTo>
                <a:lnTo>
                  <a:pt x="2076433" y="4268067"/>
                </a:lnTo>
                <a:lnTo>
                  <a:pt x="2077030" y="4249811"/>
                </a:lnTo>
                <a:lnTo>
                  <a:pt x="2077548" y="4265037"/>
                </a:lnTo>
                <a:lnTo>
                  <a:pt x="2077654" y="4254105"/>
                </a:lnTo>
                <a:lnTo>
                  <a:pt x="2078049" y="4224834"/>
                </a:lnTo>
                <a:lnTo>
                  <a:pt x="2078558" y="4250148"/>
                </a:lnTo>
                <a:lnTo>
                  <a:pt x="2078629" y="4260220"/>
                </a:lnTo>
                <a:lnTo>
                  <a:pt x="2079244" y="4224880"/>
                </a:lnTo>
                <a:lnTo>
                  <a:pt x="2080026" y="4224787"/>
                </a:lnTo>
                <a:lnTo>
                  <a:pt x="2080298" y="4226852"/>
                </a:lnTo>
                <a:lnTo>
                  <a:pt x="2081089" y="4215032"/>
                </a:lnTo>
                <a:lnTo>
                  <a:pt x="2081203" y="4225260"/>
                </a:lnTo>
                <a:lnTo>
                  <a:pt x="2081862" y="4220064"/>
                </a:lnTo>
                <a:lnTo>
                  <a:pt x="2083365" y="4299782"/>
                </a:lnTo>
                <a:lnTo>
                  <a:pt x="2083532" y="4291686"/>
                </a:lnTo>
                <a:lnTo>
                  <a:pt x="2083848" y="4291753"/>
                </a:lnTo>
                <a:lnTo>
                  <a:pt x="2084164" y="4298926"/>
                </a:lnTo>
                <a:lnTo>
                  <a:pt x="2084270" y="4262493"/>
                </a:lnTo>
                <a:lnTo>
                  <a:pt x="2084999" y="4291456"/>
                </a:lnTo>
                <a:lnTo>
                  <a:pt x="2085104" y="4310811"/>
                </a:lnTo>
                <a:lnTo>
                  <a:pt x="2085851" y="4015048"/>
                </a:lnTo>
                <a:lnTo>
                  <a:pt x="2086264" y="4060263"/>
                </a:lnTo>
                <a:lnTo>
                  <a:pt x="2087143" y="4087525"/>
                </a:lnTo>
                <a:lnTo>
                  <a:pt x="2087986" y="4166675"/>
                </a:lnTo>
                <a:lnTo>
                  <a:pt x="2088302" y="4159490"/>
                </a:lnTo>
                <a:lnTo>
                  <a:pt x="2089040" y="4184510"/>
                </a:lnTo>
                <a:lnTo>
                  <a:pt x="2089110" y="4175789"/>
                </a:lnTo>
                <a:lnTo>
                  <a:pt x="2089568" y="4147748"/>
                </a:lnTo>
                <a:lnTo>
                  <a:pt x="2089655" y="4158877"/>
                </a:lnTo>
                <a:lnTo>
                  <a:pt x="2090130" y="4197022"/>
                </a:lnTo>
                <a:lnTo>
                  <a:pt x="2090859" y="4207611"/>
                </a:lnTo>
                <a:lnTo>
                  <a:pt x="2091782" y="4171786"/>
                </a:lnTo>
                <a:lnTo>
                  <a:pt x="2092124" y="4189940"/>
                </a:lnTo>
                <a:lnTo>
                  <a:pt x="2092414" y="4195985"/>
                </a:lnTo>
                <a:lnTo>
                  <a:pt x="2092906" y="4241417"/>
                </a:lnTo>
                <a:lnTo>
                  <a:pt x="2093468" y="4213251"/>
                </a:lnTo>
                <a:lnTo>
                  <a:pt x="2093670" y="4213346"/>
                </a:lnTo>
                <a:lnTo>
                  <a:pt x="2094180" y="4240973"/>
                </a:lnTo>
                <a:lnTo>
                  <a:pt x="2094426" y="4212556"/>
                </a:lnTo>
                <a:lnTo>
                  <a:pt x="2094637" y="4220874"/>
                </a:lnTo>
                <a:lnTo>
                  <a:pt x="2095559" y="4194597"/>
                </a:lnTo>
                <a:lnTo>
                  <a:pt x="2095665" y="4214185"/>
                </a:lnTo>
                <a:lnTo>
                  <a:pt x="2095902" y="4211378"/>
                </a:lnTo>
                <a:lnTo>
                  <a:pt x="2097492" y="4245282"/>
                </a:lnTo>
                <a:lnTo>
                  <a:pt x="2099311" y="4252239"/>
                </a:lnTo>
                <a:lnTo>
                  <a:pt x="2099399" y="4261184"/>
                </a:lnTo>
                <a:lnTo>
                  <a:pt x="2099460" y="4253588"/>
                </a:lnTo>
                <a:lnTo>
                  <a:pt x="2101824" y="4118748"/>
                </a:lnTo>
                <a:lnTo>
                  <a:pt x="2102219" y="4142202"/>
                </a:lnTo>
                <a:lnTo>
                  <a:pt x="2103150" y="4165351"/>
                </a:lnTo>
                <a:lnTo>
                  <a:pt x="2103291" y="4164199"/>
                </a:lnTo>
                <a:lnTo>
                  <a:pt x="2103466" y="4144971"/>
                </a:lnTo>
                <a:lnTo>
                  <a:pt x="2104046" y="4170314"/>
                </a:lnTo>
                <a:lnTo>
                  <a:pt x="2104934" y="4176317"/>
                </a:lnTo>
                <a:lnTo>
                  <a:pt x="2105971" y="4230851"/>
                </a:lnTo>
                <a:lnTo>
                  <a:pt x="2106094" y="4230449"/>
                </a:lnTo>
                <a:lnTo>
                  <a:pt x="2107210" y="4244156"/>
                </a:lnTo>
                <a:lnTo>
                  <a:pt x="2107262" y="4227709"/>
                </a:lnTo>
                <a:lnTo>
                  <a:pt x="2107736" y="4258925"/>
                </a:lnTo>
                <a:lnTo>
                  <a:pt x="2108009" y="4244871"/>
                </a:lnTo>
                <a:lnTo>
                  <a:pt x="2108413" y="4236322"/>
                </a:lnTo>
                <a:lnTo>
                  <a:pt x="2108440" y="4240564"/>
                </a:lnTo>
                <a:lnTo>
                  <a:pt x="2108712" y="4272302"/>
                </a:lnTo>
                <a:lnTo>
                  <a:pt x="2108958" y="4224228"/>
                </a:lnTo>
                <a:lnTo>
                  <a:pt x="2109239" y="4258661"/>
                </a:lnTo>
                <a:lnTo>
                  <a:pt x="2110241" y="4263419"/>
                </a:lnTo>
                <a:lnTo>
                  <a:pt x="2110522" y="4231206"/>
                </a:lnTo>
                <a:lnTo>
                  <a:pt x="2111076" y="4265728"/>
                </a:lnTo>
                <a:lnTo>
                  <a:pt x="2111295" y="4235451"/>
                </a:lnTo>
                <a:lnTo>
                  <a:pt x="2111690" y="4280684"/>
                </a:lnTo>
                <a:lnTo>
                  <a:pt x="2112261" y="4271753"/>
                </a:lnTo>
                <a:lnTo>
                  <a:pt x="2112375" y="4282390"/>
                </a:lnTo>
                <a:lnTo>
                  <a:pt x="2113526" y="4344753"/>
                </a:lnTo>
                <a:lnTo>
                  <a:pt x="2114194" y="4355124"/>
                </a:lnTo>
                <a:lnTo>
                  <a:pt x="2114414" y="4328574"/>
                </a:lnTo>
                <a:lnTo>
                  <a:pt x="2114818" y="4346095"/>
                </a:lnTo>
                <a:lnTo>
                  <a:pt x="2115442" y="4322380"/>
                </a:lnTo>
                <a:lnTo>
                  <a:pt x="2115855" y="4329284"/>
                </a:lnTo>
                <a:lnTo>
                  <a:pt x="2116988" y="4341803"/>
                </a:lnTo>
                <a:lnTo>
                  <a:pt x="2117885" y="4306588"/>
                </a:lnTo>
                <a:lnTo>
                  <a:pt x="2118095" y="4328685"/>
                </a:lnTo>
                <a:lnTo>
                  <a:pt x="2118525" y="4316076"/>
                </a:lnTo>
                <a:lnTo>
                  <a:pt x="2119079" y="4285337"/>
                </a:lnTo>
                <a:lnTo>
                  <a:pt x="2119597" y="4307297"/>
                </a:lnTo>
                <a:lnTo>
                  <a:pt x="2120160" y="4329196"/>
                </a:lnTo>
                <a:lnTo>
                  <a:pt x="2120485" y="4324648"/>
                </a:lnTo>
                <a:lnTo>
                  <a:pt x="2121856" y="4252130"/>
                </a:lnTo>
                <a:lnTo>
                  <a:pt x="2122418" y="4251760"/>
                </a:lnTo>
                <a:lnTo>
                  <a:pt x="2122488" y="4252755"/>
                </a:lnTo>
                <a:lnTo>
                  <a:pt x="2122708" y="4226769"/>
                </a:lnTo>
                <a:lnTo>
                  <a:pt x="2123674" y="4247721"/>
                </a:lnTo>
                <a:lnTo>
                  <a:pt x="2124474" y="4228824"/>
                </a:lnTo>
                <a:lnTo>
                  <a:pt x="2124579" y="4242319"/>
                </a:lnTo>
                <a:lnTo>
                  <a:pt x="2124904" y="4274524"/>
                </a:lnTo>
                <a:lnTo>
                  <a:pt x="2126029" y="4263881"/>
                </a:lnTo>
                <a:lnTo>
                  <a:pt x="2126495" y="4177811"/>
                </a:lnTo>
                <a:lnTo>
                  <a:pt x="2127286" y="4187805"/>
                </a:lnTo>
                <a:lnTo>
                  <a:pt x="2128708" y="4163401"/>
                </a:lnTo>
                <a:lnTo>
                  <a:pt x="2128911" y="4171874"/>
                </a:lnTo>
                <a:lnTo>
                  <a:pt x="2129191" y="4180615"/>
                </a:lnTo>
                <a:lnTo>
                  <a:pt x="2129411" y="4179657"/>
                </a:lnTo>
                <a:lnTo>
                  <a:pt x="2129482" y="4154439"/>
                </a:lnTo>
                <a:lnTo>
                  <a:pt x="2129561" y="4181757"/>
                </a:lnTo>
                <a:lnTo>
                  <a:pt x="2130800" y="4174874"/>
                </a:lnTo>
                <a:lnTo>
                  <a:pt x="2131476" y="4204934"/>
                </a:lnTo>
                <a:lnTo>
                  <a:pt x="2132232" y="4194583"/>
                </a:lnTo>
                <a:lnTo>
                  <a:pt x="2133154" y="4237852"/>
                </a:lnTo>
                <a:lnTo>
                  <a:pt x="2133462" y="4239022"/>
                </a:lnTo>
                <a:lnTo>
                  <a:pt x="2133682" y="4234705"/>
                </a:lnTo>
                <a:lnTo>
                  <a:pt x="2133769" y="4251156"/>
                </a:lnTo>
                <a:lnTo>
                  <a:pt x="2134261" y="4235008"/>
                </a:lnTo>
                <a:lnTo>
                  <a:pt x="2134991" y="4256617"/>
                </a:lnTo>
                <a:lnTo>
                  <a:pt x="2135087" y="4211147"/>
                </a:lnTo>
                <a:lnTo>
                  <a:pt x="2135597" y="4215789"/>
                </a:lnTo>
                <a:lnTo>
                  <a:pt x="2136344" y="4185628"/>
                </a:lnTo>
                <a:lnTo>
                  <a:pt x="2136528" y="4205322"/>
                </a:lnTo>
                <a:lnTo>
                  <a:pt x="2136809" y="4251347"/>
                </a:lnTo>
                <a:lnTo>
                  <a:pt x="2136941" y="4215006"/>
                </a:lnTo>
                <a:lnTo>
                  <a:pt x="2137899" y="4216617"/>
                </a:lnTo>
                <a:lnTo>
                  <a:pt x="2138039" y="4224321"/>
                </a:lnTo>
                <a:lnTo>
                  <a:pt x="2139796" y="4168376"/>
                </a:lnTo>
                <a:lnTo>
                  <a:pt x="2140033" y="4138815"/>
                </a:lnTo>
                <a:lnTo>
                  <a:pt x="2140455" y="4178193"/>
                </a:lnTo>
                <a:lnTo>
                  <a:pt x="2141589" y="4221263"/>
                </a:lnTo>
                <a:lnTo>
                  <a:pt x="2141659" y="4198238"/>
                </a:lnTo>
                <a:lnTo>
                  <a:pt x="2141887" y="4198991"/>
                </a:lnTo>
                <a:lnTo>
                  <a:pt x="2142608" y="4215294"/>
                </a:lnTo>
                <a:lnTo>
                  <a:pt x="2142819" y="4215086"/>
                </a:lnTo>
                <a:lnTo>
                  <a:pt x="2143566" y="4189986"/>
                </a:lnTo>
                <a:lnTo>
                  <a:pt x="2144136" y="4196009"/>
                </a:lnTo>
                <a:lnTo>
                  <a:pt x="2144401" y="4227831"/>
                </a:lnTo>
                <a:lnTo>
                  <a:pt x="2145015" y="4190226"/>
                </a:lnTo>
                <a:lnTo>
                  <a:pt x="2145946" y="4238656"/>
                </a:lnTo>
                <a:lnTo>
                  <a:pt x="2146386" y="4220790"/>
                </a:lnTo>
                <a:lnTo>
                  <a:pt x="2147080" y="4224203"/>
                </a:lnTo>
                <a:lnTo>
                  <a:pt x="2148239" y="4256077"/>
                </a:lnTo>
                <a:lnTo>
                  <a:pt x="2149224" y="4220428"/>
                </a:lnTo>
                <a:lnTo>
                  <a:pt x="2149663" y="4194142"/>
                </a:lnTo>
                <a:lnTo>
                  <a:pt x="2150182" y="4210888"/>
                </a:lnTo>
                <a:lnTo>
                  <a:pt x="2150559" y="4229307"/>
                </a:lnTo>
                <a:lnTo>
                  <a:pt x="2150629" y="4228299"/>
                </a:lnTo>
                <a:lnTo>
                  <a:pt x="2150699" y="4188606"/>
                </a:lnTo>
                <a:lnTo>
                  <a:pt x="2151983" y="4196505"/>
                </a:lnTo>
                <a:lnTo>
                  <a:pt x="2152000" y="4185604"/>
                </a:lnTo>
                <a:lnTo>
                  <a:pt x="2152808" y="4215466"/>
                </a:lnTo>
                <a:lnTo>
                  <a:pt x="2153643" y="4189391"/>
                </a:lnTo>
                <a:lnTo>
                  <a:pt x="2153652" y="4195285"/>
                </a:lnTo>
                <a:lnTo>
                  <a:pt x="2154478" y="4206679"/>
                </a:lnTo>
                <a:lnTo>
                  <a:pt x="2155681" y="4153210"/>
                </a:lnTo>
                <a:lnTo>
                  <a:pt x="2155787" y="4171491"/>
                </a:lnTo>
                <a:lnTo>
                  <a:pt x="2157280" y="4217038"/>
                </a:lnTo>
                <a:lnTo>
                  <a:pt x="2157447" y="4211770"/>
                </a:lnTo>
                <a:lnTo>
                  <a:pt x="2158379" y="4262392"/>
                </a:lnTo>
                <a:lnTo>
                  <a:pt x="2160971" y="4306117"/>
                </a:lnTo>
                <a:lnTo>
                  <a:pt x="2161067" y="4297757"/>
                </a:lnTo>
                <a:lnTo>
                  <a:pt x="2161787" y="4255308"/>
                </a:lnTo>
                <a:lnTo>
                  <a:pt x="2162332" y="4267916"/>
                </a:lnTo>
                <a:lnTo>
                  <a:pt x="2162781" y="4266869"/>
                </a:lnTo>
                <a:lnTo>
                  <a:pt x="2163009" y="4307243"/>
                </a:lnTo>
                <a:lnTo>
                  <a:pt x="2163360" y="4245427"/>
                </a:lnTo>
                <a:lnTo>
                  <a:pt x="2164283" y="4231527"/>
                </a:lnTo>
                <a:lnTo>
                  <a:pt x="2164669" y="4249540"/>
                </a:lnTo>
                <a:lnTo>
                  <a:pt x="2165390" y="4248179"/>
                </a:lnTo>
                <a:lnTo>
                  <a:pt x="2167278" y="4263079"/>
                </a:lnTo>
                <a:lnTo>
                  <a:pt x="2167736" y="4256191"/>
                </a:lnTo>
                <a:lnTo>
                  <a:pt x="2169132" y="4264678"/>
                </a:lnTo>
                <a:lnTo>
                  <a:pt x="2169370" y="4252785"/>
                </a:lnTo>
                <a:lnTo>
                  <a:pt x="2169537" y="4254640"/>
                </a:lnTo>
                <a:lnTo>
                  <a:pt x="2170353" y="4196528"/>
                </a:lnTo>
                <a:lnTo>
                  <a:pt x="2170582" y="4226507"/>
                </a:lnTo>
                <a:lnTo>
                  <a:pt x="2170872" y="4279970"/>
                </a:lnTo>
                <a:lnTo>
                  <a:pt x="2171514" y="4254903"/>
                </a:lnTo>
                <a:lnTo>
                  <a:pt x="2171680" y="4280403"/>
                </a:lnTo>
                <a:lnTo>
                  <a:pt x="2171865" y="4219011"/>
                </a:lnTo>
                <a:lnTo>
                  <a:pt x="2172252" y="4198059"/>
                </a:lnTo>
                <a:lnTo>
                  <a:pt x="2172629" y="4223700"/>
                </a:lnTo>
                <a:lnTo>
                  <a:pt x="2173315" y="4217823"/>
                </a:lnTo>
                <a:lnTo>
                  <a:pt x="2173727" y="4250421"/>
                </a:lnTo>
                <a:lnTo>
                  <a:pt x="2174352" y="4237818"/>
                </a:lnTo>
                <a:lnTo>
                  <a:pt x="2174439" y="4199726"/>
                </a:lnTo>
                <a:lnTo>
                  <a:pt x="2174589" y="4216419"/>
                </a:lnTo>
                <a:lnTo>
                  <a:pt x="2175485" y="4218011"/>
                </a:lnTo>
                <a:lnTo>
                  <a:pt x="2176153" y="4258804"/>
                </a:lnTo>
                <a:lnTo>
                  <a:pt x="2176873" y="4248261"/>
                </a:lnTo>
                <a:lnTo>
                  <a:pt x="2178701" y="4283444"/>
                </a:lnTo>
                <a:lnTo>
                  <a:pt x="2178859" y="4328651"/>
                </a:lnTo>
                <a:lnTo>
                  <a:pt x="2179280" y="4271252"/>
                </a:lnTo>
                <a:lnTo>
                  <a:pt x="2182057" y="4310073"/>
                </a:lnTo>
                <a:lnTo>
                  <a:pt x="2182180" y="4316781"/>
                </a:lnTo>
                <a:lnTo>
                  <a:pt x="2182848" y="4256944"/>
                </a:lnTo>
                <a:lnTo>
                  <a:pt x="2184455" y="4200393"/>
                </a:lnTo>
                <a:lnTo>
                  <a:pt x="2185035" y="4224455"/>
                </a:lnTo>
                <a:lnTo>
                  <a:pt x="2185615" y="4271368"/>
                </a:lnTo>
                <a:lnTo>
                  <a:pt x="2185853" y="4258539"/>
                </a:lnTo>
                <a:lnTo>
                  <a:pt x="2186705" y="4271526"/>
                </a:lnTo>
                <a:lnTo>
                  <a:pt x="2187003" y="4266421"/>
                </a:lnTo>
                <a:lnTo>
                  <a:pt x="2187012" y="4258090"/>
                </a:lnTo>
                <a:lnTo>
                  <a:pt x="2187776" y="4279537"/>
                </a:lnTo>
                <a:lnTo>
                  <a:pt x="2187961" y="4297036"/>
                </a:lnTo>
                <a:lnTo>
                  <a:pt x="2189700" y="4261728"/>
                </a:lnTo>
                <a:lnTo>
                  <a:pt x="2189753" y="4284738"/>
                </a:lnTo>
                <a:lnTo>
                  <a:pt x="2190060" y="4245485"/>
                </a:lnTo>
                <a:lnTo>
                  <a:pt x="2190693" y="4238886"/>
                </a:lnTo>
                <a:lnTo>
                  <a:pt x="2191563" y="4260345"/>
                </a:lnTo>
                <a:lnTo>
                  <a:pt x="2191572" y="4248242"/>
                </a:lnTo>
                <a:lnTo>
                  <a:pt x="2191713" y="4237166"/>
                </a:lnTo>
                <a:lnTo>
                  <a:pt x="2192424" y="4251748"/>
                </a:lnTo>
                <a:lnTo>
                  <a:pt x="2193619" y="4220549"/>
                </a:lnTo>
                <a:lnTo>
                  <a:pt x="2194067" y="4237148"/>
                </a:lnTo>
                <a:lnTo>
                  <a:pt x="2194129" y="4228306"/>
                </a:lnTo>
                <a:lnTo>
                  <a:pt x="2195078" y="4215821"/>
                </a:lnTo>
                <a:lnTo>
                  <a:pt x="2196580" y="4256763"/>
                </a:lnTo>
                <a:lnTo>
                  <a:pt x="2197353" y="4240922"/>
                </a:lnTo>
                <a:lnTo>
                  <a:pt x="2197485" y="4245417"/>
                </a:lnTo>
                <a:lnTo>
                  <a:pt x="2198556" y="4277209"/>
                </a:lnTo>
                <a:lnTo>
                  <a:pt x="2198829" y="4261025"/>
                </a:lnTo>
                <a:lnTo>
                  <a:pt x="2199005" y="4290518"/>
                </a:lnTo>
                <a:lnTo>
                  <a:pt x="2199207" y="4302899"/>
                </a:lnTo>
                <a:lnTo>
                  <a:pt x="2199944" y="4302528"/>
                </a:lnTo>
                <a:lnTo>
                  <a:pt x="2200692" y="4246279"/>
                </a:lnTo>
                <a:lnTo>
                  <a:pt x="2201746" y="4294982"/>
                </a:lnTo>
                <a:lnTo>
                  <a:pt x="2202660" y="4279379"/>
                </a:lnTo>
                <a:lnTo>
                  <a:pt x="2202765" y="4274570"/>
                </a:lnTo>
                <a:lnTo>
                  <a:pt x="2202844" y="4296937"/>
                </a:lnTo>
                <a:lnTo>
                  <a:pt x="2203415" y="4285797"/>
                </a:lnTo>
                <a:lnTo>
                  <a:pt x="2203784" y="4293501"/>
                </a:lnTo>
                <a:lnTo>
                  <a:pt x="2203916" y="4281992"/>
                </a:lnTo>
                <a:lnTo>
                  <a:pt x="2203995" y="4290464"/>
                </a:lnTo>
                <a:lnTo>
                  <a:pt x="2204479" y="4278165"/>
                </a:lnTo>
                <a:lnTo>
                  <a:pt x="2204900" y="4280431"/>
                </a:lnTo>
                <a:lnTo>
                  <a:pt x="2204979" y="4302498"/>
                </a:lnTo>
                <a:lnTo>
                  <a:pt x="2205507" y="4254204"/>
                </a:lnTo>
                <a:lnTo>
                  <a:pt x="2206560" y="4213953"/>
                </a:lnTo>
                <a:lnTo>
                  <a:pt x="2208001" y="4260068"/>
                </a:lnTo>
                <a:lnTo>
                  <a:pt x="2209803" y="4247698"/>
                </a:lnTo>
                <a:lnTo>
                  <a:pt x="2210444" y="4248263"/>
                </a:lnTo>
                <a:lnTo>
                  <a:pt x="2210540" y="4257431"/>
                </a:lnTo>
                <a:lnTo>
                  <a:pt x="2210602" y="4244936"/>
                </a:lnTo>
                <a:lnTo>
                  <a:pt x="2211771" y="4254642"/>
                </a:lnTo>
                <a:lnTo>
                  <a:pt x="2212245" y="4220568"/>
                </a:lnTo>
                <a:lnTo>
                  <a:pt x="2212517" y="4245451"/>
                </a:lnTo>
                <a:lnTo>
                  <a:pt x="2214582" y="4278266"/>
                </a:lnTo>
                <a:lnTo>
                  <a:pt x="2214766" y="4274598"/>
                </a:lnTo>
                <a:lnTo>
                  <a:pt x="2215777" y="4258618"/>
                </a:lnTo>
                <a:lnTo>
                  <a:pt x="2217824" y="4305239"/>
                </a:lnTo>
                <a:lnTo>
                  <a:pt x="2219818" y="4300269"/>
                </a:lnTo>
                <a:lnTo>
                  <a:pt x="2220267" y="4301872"/>
                </a:lnTo>
                <a:lnTo>
                  <a:pt x="2220812" y="4322356"/>
                </a:lnTo>
                <a:lnTo>
                  <a:pt x="2221005" y="4321804"/>
                </a:lnTo>
                <a:lnTo>
                  <a:pt x="2221444" y="4290194"/>
                </a:lnTo>
                <a:lnTo>
                  <a:pt x="2221997" y="4326802"/>
                </a:lnTo>
                <a:lnTo>
                  <a:pt x="2222305" y="4307124"/>
                </a:lnTo>
                <a:lnTo>
                  <a:pt x="2223641" y="4274236"/>
                </a:lnTo>
                <a:lnTo>
                  <a:pt x="2224194" y="4317894"/>
                </a:lnTo>
                <a:lnTo>
                  <a:pt x="2226619" y="4331530"/>
                </a:lnTo>
                <a:lnTo>
                  <a:pt x="2227155" y="4328435"/>
                </a:lnTo>
                <a:lnTo>
                  <a:pt x="2227409" y="4321178"/>
                </a:lnTo>
                <a:lnTo>
                  <a:pt x="2227770" y="4225999"/>
                </a:lnTo>
                <a:lnTo>
                  <a:pt x="2228288" y="4287897"/>
                </a:lnTo>
                <a:lnTo>
                  <a:pt x="2229079" y="4350949"/>
                </a:lnTo>
                <a:lnTo>
                  <a:pt x="2229211" y="4337296"/>
                </a:lnTo>
                <a:lnTo>
                  <a:pt x="2229967" y="4308697"/>
                </a:lnTo>
                <a:lnTo>
                  <a:pt x="2230045" y="4333480"/>
                </a:lnTo>
                <a:lnTo>
                  <a:pt x="2232364" y="4318524"/>
                </a:lnTo>
                <a:lnTo>
                  <a:pt x="2232576" y="4313629"/>
                </a:lnTo>
                <a:lnTo>
                  <a:pt x="2233120" y="4352530"/>
                </a:lnTo>
                <a:lnTo>
                  <a:pt x="2234174" y="4330870"/>
                </a:lnTo>
                <a:lnTo>
                  <a:pt x="2234421" y="4339453"/>
                </a:lnTo>
                <a:lnTo>
                  <a:pt x="2234623" y="4350754"/>
                </a:lnTo>
                <a:lnTo>
                  <a:pt x="2234649" y="4347130"/>
                </a:lnTo>
                <a:lnTo>
                  <a:pt x="2235519" y="4295747"/>
                </a:lnTo>
                <a:lnTo>
                  <a:pt x="2237215" y="4331236"/>
                </a:lnTo>
                <a:lnTo>
                  <a:pt x="2237232" y="4326740"/>
                </a:lnTo>
                <a:lnTo>
                  <a:pt x="2237566" y="4289806"/>
                </a:lnTo>
                <a:lnTo>
                  <a:pt x="2238823" y="4298160"/>
                </a:lnTo>
                <a:lnTo>
                  <a:pt x="2239033" y="4284585"/>
                </a:lnTo>
                <a:lnTo>
                  <a:pt x="2240580" y="4285384"/>
                </a:lnTo>
                <a:lnTo>
                  <a:pt x="2240729" y="4307572"/>
                </a:lnTo>
                <a:lnTo>
                  <a:pt x="2240799" y="4303744"/>
                </a:lnTo>
                <a:lnTo>
                  <a:pt x="2241519" y="4291811"/>
                </a:lnTo>
                <a:lnTo>
                  <a:pt x="2242231" y="4321156"/>
                </a:lnTo>
                <a:lnTo>
                  <a:pt x="2242258" y="4319823"/>
                </a:lnTo>
                <a:lnTo>
                  <a:pt x="2242820" y="4313546"/>
                </a:lnTo>
                <a:lnTo>
                  <a:pt x="2244656" y="4308143"/>
                </a:lnTo>
                <a:lnTo>
                  <a:pt x="2244999" y="4255395"/>
                </a:lnTo>
                <a:lnTo>
                  <a:pt x="2245052" y="4265887"/>
                </a:lnTo>
                <a:lnTo>
                  <a:pt x="2246774" y="4289158"/>
                </a:lnTo>
                <a:lnTo>
                  <a:pt x="2246826" y="4284722"/>
                </a:lnTo>
                <a:lnTo>
                  <a:pt x="2248803" y="4351403"/>
                </a:lnTo>
                <a:lnTo>
                  <a:pt x="2249278" y="4346592"/>
                </a:lnTo>
                <a:lnTo>
                  <a:pt x="2250024" y="4269990"/>
                </a:lnTo>
                <a:lnTo>
                  <a:pt x="2250104" y="4283772"/>
                </a:lnTo>
                <a:lnTo>
                  <a:pt x="2250244" y="4311875"/>
                </a:lnTo>
                <a:lnTo>
                  <a:pt x="2251017" y="4291383"/>
                </a:lnTo>
                <a:lnTo>
                  <a:pt x="2251509" y="4275811"/>
                </a:lnTo>
                <a:lnTo>
                  <a:pt x="2252019" y="4288468"/>
                </a:lnTo>
                <a:lnTo>
                  <a:pt x="2253504" y="4343524"/>
                </a:lnTo>
                <a:lnTo>
                  <a:pt x="2253715" y="4338252"/>
                </a:lnTo>
                <a:lnTo>
                  <a:pt x="2254540" y="4276295"/>
                </a:lnTo>
                <a:lnTo>
                  <a:pt x="2255252" y="4297043"/>
                </a:lnTo>
                <a:lnTo>
                  <a:pt x="2255481" y="4296422"/>
                </a:lnTo>
                <a:lnTo>
                  <a:pt x="2256218" y="4309377"/>
                </a:lnTo>
                <a:lnTo>
                  <a:pt x="2257045" y="4306853"/>
                </a:lnTo>
                <a:lnTo>
                  <a:pt x="2257159" y="4342696"/>
                </a:lnTo>
                <a:lnTo>
                  <a:pt x="2257668" y="4335526"/>
                </a:lnTo>
                <a:lnTo>
                  <a:pt x="2258265" y="4351340"/>
                </a:lnTo>
                <a:lnTo>
                  <a:pt x="2258318" y="4338043"/>
                </a:lnTo>
                <a:lnTo>
                  <a:pt x="2258837" y="4322786"/>
                </a:lnTo>
                <a:lnTo>
                  <a:pt x="2259022" y="4343777"/>
                </a:lnTo>
                <a:lnTo>
                  <a:pt x="2259425" y="4365768"/>
                </a:lnTo>
                <a:lnTo>
                  <a:pt x="2259452" y="4307645"/>
                </a:lnTo>
                <a:lnTo>
                  <a:pt x="2260348" y="4315305"/>
                </a:lnTo>
                <a:lnTo>
                  <a:pt x="2260550" y="4336778"/>
                </a:lnTo>
                <a:lnTo>
                  <a:pt x="2261270" y="4318584"/>
                </a:lnTo>
                <a:lnTo>
                  <a:pt x="2261323" y="4309702"/>
                </a:lnTo>
                <a:lnTo>
                  <a:pt x="2261341" y="4321733"/>
                </a:lnTo>
                <a:lnTo>
                  <a:pt x="2262465" y="4318500"/>
                </a:lnTo>
                <a:lnTo>
                  <a:pt x="2262527" y="4327397"/>
                </a:lnTo>
                <a:lnTo>
                  <a:pt x="2262624" y="4302618"/>
                </a:lnTo>
                <a:lnTo>
                  <a:pt x="2262659" y="4304224"/>
                </a:lnTo>
                <a:lnTo>
                  <a:pt x="2263476" y="4298167"/>
                </a:lnTo>
                <a:lnTo>
                  <a:pt x="2264557" y="4364575"/>
                </a:lnTo>
                <a:lnTo>
                  <a:pt x="2265242" y="4369323"/>
                </a:lnTo>
                <a:lnTo>
                  <a:pt x="2265329" y="4365278"/>
                </a:lnTo>
                <a:lnTo>
                  <a:pt x="2265488" y="4378914"/>
                </a:lnTo>
                <a:lnTo>
                  <a:pt x="2265831" y="4353805"/>
                </a:lnTo>
                <a:lnTo>
                  <a:pt x="2265883" y="4367762"/>
                </a:lnTo>
                <a:lnTo>
                  <a:pt x="2266841" y="4326036"/>
                </a:lnTo>
                <a:lnTo>
                  <a:pt x="2267026" y="4273331"/>
                </a:lnTo>
                <a:lnTo>
                  <a:pt x="2267465" y="4277183"/>
                </a:lnTo>
                <a:lnTo>
                  <a:pt x="2268739" y="4265910"/>
                </a:lnTo>
                <a:lnTo>
                  <a:pt x="2268826" y="4278914"/>
                </a:lnTo>
                <a:lnTo>
                  <a:pt x="2269248" y="4261007"/>
                </a:lnTo>
                <a:lnTo>
                  <a:pt x="2269740" y="4244328"/>
                </a:lnTo>
                <a:lnTo>
                  <a:pt x="2269837" y="4245263"/>
                </a:lnTo>
                <a:lnTo>
                  <a:pt x="2271260" y="4313444"/>
                </a:lnTo>
                <a:lnTo>
                  <a:pt x="2272420" y="4355109"/>
                </a:lnTo>
                <a:lnTo>
                  <a:pt x="2272806" y="4350868"/>
                </a:lnTo>
                <a:lnTo>
                  <a:pt x="2272816" y="4356041"/>
                </a:lnTo>
                <a:lnTo>
                  <a:pt x="2273808" y="4375637"/>
                </a:lnTo>
                <a:lnTo>
                  <a:pt x="2274458" y="4336594"/>
                </a:lnTo>
                <a:lnTo>
                  <a:pt x="2274598" y="4368736"/>
                </a:lnTo>
                <a:lnTo>
                  <a:pt x="2276171" y="4336313"/>
                </a:lnTo>
                <a:lnTo>
                  <a:pt x="2276277" y="4362997"/>
                </a:lnTo>
                <a:lnTo>
                  <a:pt x="2276787" y="4362848"/>
                </a:lnTo>
                <a:lnTo>
                  <a:pt x="2277112" y="4254908"/>
                </a:lnTo>
                <a:lnTo>
                  <a:pt x="2277709" y="4278296"/>
                </a:lnTo>
                <a:lnTo>
                  <a:pt x="2278236" y="4275538"/>
                </a:lnTo>
                <a:lnTo>
                  <a:pt x="2278254" y="4269213"/>
                </a:lnTo>
                <a:lnTo>
                  <a:pt x="2278667" y="4286297"/>
                </a:lnTo>
                <a:lnTo>
                  <a:pt x="2281469" y="4362370"/>
                </a:lnTo>
                <a:lnTo>
                  <a:pt x="2281795" y="4354999"/>
                </a:lnTo>
                <a:lnTo>
                  <a:pt x="2282365" y="4314543"/>
                </a:lnTo>
                <a:lnTo>
                  <a:pt x="2282980" y="4312307"/>
                </a:lnTo>
                <a:lnTo>
                  <a:pt x="2283719" y="4336622"/>
                </a:lnTo>
                <a:lnTo>
                  <a:pt x="2283851" y="4333876"/>
                </a:lnTo>
                <a:lnTo>
                  <a:pt x="2284510" y="4270075"/>
                </a:lnTo>
                <a:lnTo>
                  <a:pt x="2284641" y="4305594"/>
                </a:lnTo>
                <a:lnTo>
                  <a:pt x="2285098" y="4348143"/>
                </a:lnTo>
                <a:lnTo>
                  <a:pt x="2285458" y="4311447"/>
                </a:lnTo>
                <a:lnTo>
                  <a:pt x="2286767" y="4264933"/>
                </a:lnTo>
                <a:lnTo>
                  <a:pt x="2288568" y="4358312"/>
                </a:lnTo>
                <a:lnTo>
                  <a:pt x="2289315" y="4330571"/>
                </a:lnTo>
                <a:lnTo>
                  <a:pt x="2289825" y="4332182"/>
                </a:lnTo>
                <a:lnTo>
                  <a:pt x="2290325" y="4275744"/>
                </a:lnTo>
                <a:lnTo>
                  <a:pt x="2290686" y="4286145"/>
                </a:lnTo>
                <a:lnTo>
                  <a:pt x="2290897" y="4319658"/>
                </a:lnTo>
                <a:lnTo>
                  <a:pt x="2290984" y="4310133"/>
                </a:lnTo>
                <a:lnTo>
                  <a:pt x="2291863" y="4303521"/>
                </a:lnTo>
                <a:lnTo>
                  <a:pt x="2292215" y="4331084"/>
                </a:lnTo>
                <a:lnTo>
                  <a:pt x="2292417" y="4300494"/>
                </a:lnTo>
                <a:lnTo>
                  <a:pt x="2293084" y="4270661"/>
                </a:lnTo>
                <a:lnTo>
                  <a:pt x="2293445" y="4288294"/>
                </a:lnTo>
                <a:lnTo>
                  <a:pt x="2295017" y="4333841"/>
                </a:lnTo>
                <a:lnTo>
                  <a:pt x="2296221" y="4366904"/>
                </a:lnTo>
                <a:lnTo>
                  <a:pt x="2296247" y="4379590"/>
                </a:lnTo>
                <a:lnTo>
                  <a:pt x="2296581" y="4340331"/>
                </a:lnTo>
                <a:lnTo>
                  <a:pt x="2297512" y="4331679"/>
                </a:lnTo>
                <a:lnTo>
                  <a:pt x="2297996" y="4370155"/>
                </a:lnTo>
                <a:lnTo>
                  <a:pt x="2298558" y="4349330"/>
                </a:lnTo>
                <a:lnTo>
                  <a:pt x="2299384" y="4307224"/>
                </a:lnTo>
                <a:lnTo>
                  <a:pt x="2301624" y="4385724"/>
                </a:lnTo>
                <a:lnTo>
                  <a:pt x="2301668" y="4370129"/>
                </a:lnTo>
                <a:lnTo>
                  <a:pt x="2301993" y="4359342"/>
                </a:lnTo>
                <a:lnTo>
                  <a:pt x="2302257" y="4365832"/>
                </a:lnTo>
                <a:lnTo>
                  <a:pt x="2302881" y="4370300"/>
                </a:lnTo>
                <a:lnTo>
                  <a:pt x="2303153" y="4368021"/>
                </a:lnTo>
                <a:lnTo>
                  <a:pt x="2303689" y="4364165"/>
                </a:lnTo>
                <a:lnTo>
                  <a:pt x="2304234" y="4343530"/>
                </a:lnTo>
                <a:lnTo>
                  <a:pt x="2304919" y="4343322"/>
                </a:lnTo>
                <a:lnTo>
                  <a:pt x="2305156" y="4367271"/>
                </a:lnTo>
                <a:lnTo>
                  <a:pt x="2305376" y="4354718"/>
                </a:lnTo>
                <a:lnTo>
                  <a:pt x="2306878" y="4323029"/>
                </a:lnTo>
                <a:lnTo>
                  <a:pt x="2307845" y="4353129"/>
                </a:lnTo>
                <a:lnTo>
                  <a:pt x="2308126" y="4330412"/>
                </a:lnTo>
                <a:lnTo>
                  <a:pt x="2308451" y="4341260"/>
                </a:lnTo>
                <a:lnTo>
                  <a:pt x="2311096" y="4377686"/>
                </a:lnTo>
                <a:lnTo>
                  <a:pt x="2311684" y="4366923"/>
                </a:lnTo>
                <a:lnTo>
                  <a:pt x="2312185" y="4367979"/>
                </a:lnTo>
                <a:lnTo>
                  <a:pt x="2313846" y="4360386"/>
                </a:lnTo>
                <a:lnTo>
                  <a:pt x="2314285" y="4360629"/>
                </a:lnTo>
                <a:lnTo>
                  <a:pt x="2314741" y="4334134"/>
                </a:lnTo>
                <a:lnTo>
                  <a:pt x="2315067" y="4356074"/>
                </a:lnTo>
                <a:lnTo>
                  <a:pt x="2315409" y="4364497"/>
                </a:lnTo>
                <a:lnTo>
                  <a:pt x="2316253" y="4320639"/>
                </a:lnTo>
                <a:lnTo>
                  <a:pt x="2316499" y="4344315"/>
                </a:lnTo>
                <a:lnTo>
                  <a:pt x="2316868" y="4338511"/>
                </a:lnTo>
                <a:lnTo>
                  <a:pt x="2317333" y="4356188"/>
                </a:lnTo>
                <a:lnTo>
                  <a:pt x="2318783" y="4293499"/>
                </a:lnTo>
                <a:lnTo>
                  <a:pt x="2319310" y="4271000"/>
                </a:lnTo>
                <a:lnTo>
                  <a:pt x="2319451" y="4327842"/>
                </a:lnTo>
                <a:lnTo>
                  <a:pt x="2319873" y="4252365"/>
                </a:lnTo>
                <a:lnTo>
                  <a:pt x="2319978" y="4280091"/>
                </a:lnTo>
                <a:lnTo>
                  <a:pt x="2320935" y="4338712"/>
                </a:lnTo>
                <a:lnTo>
                  <a:pt x="2321569" y="4322971"/>
                </a:lnTo>
                <a:lnTo>
                  <a:pt x="2322438" y="4325866"/>
                </a:lnTo>
                <a:lnTo>
                  <a:pt x="2322754" y="4302112"/>
                </a:lnTo>
                <a:lnTo>
                  <a:pt x="2323123" y="4309543"/>
                </a:lnTo>
                <a:lnTo>
                  <a:pt x="2324125" y="4287600"/>
                </a:lnTo>
                <a:lnTo>
                  <a:pt x="2324327" y="4302471"/>
                </a:lnTo>
                <a:lnTo>
                  <a:pt x="2324890" y="4308923"/>
                </a:lnTo>
                <a:lnTo>
                  <a:pt x="2325021" y="4304855"/>
                </a:lnTo>
                <a:lnTo>
                  <a:pt x="2325355" y="4300256"/>
                </a:lnTo>
                <a:lnTo>
                  <a:pt x="2326093" y="4314028"/>
                </a:lnTo>
                <a:lnTo>
                  <a:pt x="2326075" y="4298722"/>
                </a:lnTo>
                <a:lnTo>
                  <a:pt x="2326146" y="4310108"/>
                </a:lnTo>
                <a:lnTo>
                  <a:pt x="2326383" y="4304779"/>
                </a:lnTo>
                <a:lnTo>
                  <a:pt x="2327674" y="4325876"/>
                </a:lnTo>
                <a:lnTo>
                  <a:pt x="2327990" y="4314709"/>
                </a:lnTo>
                <a:lnTo>
                  <a:pt x="2328658" y="4303250"/>
                </a:lnTo>
                <a:lnTo>
                  <a:pt x="2330477" y="4382800"/>
                </a:lnTo>
                <a:lnTo>
                  <a:pt x="2330529" y="4377156"/>
                </a:lnTo>
                <a:lnTo>
                  <a:pt x="2330644" y="4356141"/>
                </a:lnTo>
                <a:lnTo>
                  <a:pt x="2330943" y="4379114"/>
                </a:lnTo>
                <a:lnTo>
                  <a:pt x="2331311" y="4373318"/>
                </a:lnTo>
                <a:lnTo>
                  <a:pt x="2333166" y="4419502"/>
                </a:lnTo>
                <a:lnTo>
                  <a:pt x="2333754" y="4379573"/>
                </a:lnTo>
                <a:lnTo>
                  <a:pt x="2334097" y="4391202"/>
                </a:lnTo>
                <a:lnTo>
                  <a:pt x="2334642" y="4381587"/>
                </a:lnTo>
                <a:lnTo>
                  <a:pt x="2335670" y="4397249"/>
                </a:lnTo>
                <a:lnTo>
                  <a:pt x="2335933" y="4357594"/>
                </a:lnTo>
                <a:lnTo>
                  <a:pt x="2336153" y="4400339"/>
                </a:lnTo>
                <a:lnTo>
                  <a:pt x="2336926" y="4399161"/>
                </a:lnTo>
                <a:lnTo>
                  <a:pt x="2337444" y="4434478"/>
                </a:lnTo>
                <a:lnTo>
                  <a:pt x="2338376" y="4383891"/>
                </a:lnTo>
                <a:lnTo>
                  <a:pt x="2338806" y="4389274"/>
                </a:lnTo>
                <a:lnTo>
                  <a:pt x="2338903" y="4370320"/>
                </a:lnTo>
                <a:lnTo>
                  <a:pt x="2338964" y="4386855"/>
                </a:lnTo>
                <a:lnTo>
                  <a:pt x="2339632" y="4411459"/>
                </a:lnTo>
                <a:lnTo>
                  <a:pt x="2339852" y="4399569"/>
                </a:lnTo>
                <a:lnTo>
                  <a:pt x="2340458" y="4400669"/>
                </a:lnTo>
                <a:lnTo>
                  <a:pt x="2340722" y="4385963"/>
                </a:lnTo>
                <a:lnTo>
                  <a:pt x="2340739" y="4403317"/>
                </a:lnTo>
                <a:lnTo>
                  <a:pt x="2341565" y="4439651"/>
                </a:lnTo>
                <a:lnTo>
                  <a:pt x="2341617" y="4429009"/>
                </a:lnTo>
                <a:lnTo>
                  <a:pt x="2342268" y="4418898"/>
                </a:lnTo>
                <a:lnTo>
                  <a:pt x="2343700" y="4441603"/>
                </a:lnTo>
                <a:lnTo>
                  <a:pt x="2343770" y="4402235"/>
                </a:lnTo>
                <a:lnTo>
                  <a:pt x="2344569" y="4422240"/>
                </a:lnTo>
                <a:lnTo>
                  <a:pt x="2345914" y="4415361"/>
                </a:lnTo>
                <a:lnTo>
                  <a:pt x="2346758" y="4447196"/>
                </a:lnTo>
                <a:lnTo>
                  <a:pt x="2346555" y="4396054"/>
                </a:lnTo>
                <a:lnTo>
                  <a:pt x="2346792" y="4445858"/>
                </a:lnTo>
                <a:lnTo>
                  <a:pt x="2347188" y="4394483"/>
                </a:lnTo>
                <a:lnTo>
                  <a:pt x="2348839" y="4394438"/>
                </a:lnTo>
                <a:lnTo>
                  <a:pt x="2349138" y="4419908"/>
                </a:lnTo>
                <a:lnTo>
                  <a:pt x="2350263" y="4419796"/>
                </a:lnTo>
                <a:lnTo>
                  <a:pt x="2350948" y="4466232"/>
                </a:lnTo>
                <a:lnTo>
                  <a:pt x="2352160" y="4406604"/>
                </a:lnTo>
                <a:lnTo>
                  <a:pt x="2352574" y="4420637"/>
                </a:lnTo>
                <a:lnTo>
                  <a:pt x="2353092" y="4427013"/>
                </a:lnTo>
                <a:lnTo>
                  <a:pt x="2353681" y="4412467"/>
                </a:lnTo>
                <a:lnTo>
                  <a:pt x="2353944" y="4434185"/>
                </a:lnTo>
                <a:lnTo>
                  <a:pt x="2354506" y="4418643"/>
                </a:lnTo>
                <a:lnTo>
                  <a:pt x="2355824" y="4351653"/>
                </a:lnTo>
                <a:lnTo>
                  <a:pt x="2355974" y="4366781"/>
                </a:lnTo>
                <a:lnTo>
                  <a:pt x="2356774" y="4392712"/>
                </a:lnTo>
                <a:lnTo>
                  <a:pt x="2357977" y="4371536"/>
                </a:lnTo>
                <a:lnTo>
                  <a:pt x="2358258" y="4376103"/>
                </a:lnTo>
                <a:lnTo>
                  <a:pt x="2358908" y="4402436"/>
                </a:lnTo>
                <a:lnTo>
                  <a:pt x="2358979" y="4375651"/>
                </a:lnTo>
                <a:lnTo>
                  <a:pt x="2359295" y="4356805"/>
                </a:lnTo>
                <a:lnTo>
                  <a:pt x="2359673" y="4326843"/>
                </a:lnTo>
                <a:lnTo>
                  <a:pt x="2359778" y="4132628"/>
                </a:lnTo>
                <a:lnTo>
                  <a:pt x="2360385" y="4170258"/>
                </a:lnTo>
                <a:lnTo>
                  <a:pt x="2360850" y="4180318"/>
                </a:lnTo>
                <a:lnTo>
                  <a:pt x="2362027" y="4250502"/>
                </a:lnTo>
                <a:lnTo>
                  <a:pt x="2362432" y="4349839"/>
                </a:lnTo>
                <a:lnTo>
                  <a:pt x="2363267" y="4336526"/>
                </a:lnTo>
                <a:lnTo>
                  <a:pt x="2363978" y="4133078"/>
                </a:lnTo>
                <a:lnTo>
                  <a:pt x="2364496" y="4184602"/>
                </a:lnTo>
                <a:lnTo>
                  <a:pt x="2367686" y="4318469"/>
                </a:lnTo>
                <a:lnTo>
                  <a:pt x="2367764" y="4297611"/>
                </a:lnTo>
                <a:lnTo>
                  <a:pt x="2368160" y="4325387"/>
                </a:lnTo>
                <a:lnTo>
                  <a:pt x="2368942" y="4365598"/>
                </a:lnTo>
                <a:lnTo>
                  <a:pt x="2369241" y="4344342"/>
                </a:lnTo>
                <a:lnTo>
                  <a:pt x="2369417" y="4328530"/>
                </a:lnTo>
                <a:lnTo>
                  <a:pt x="2369768" y="4357389"/>
                </a:lnTo>
                <a:lnTo>
                  <a:pt x="2370848" y="4390221"/>
                </a:lnTo>
                <a:lnTo>
                  <a:pt x="2370971" y="4370387"/>
                </a:lnTo>
                <a:lnTo>
                  <a:pt x="2371331" y="4381927"/>
                </a:lnTo>
                <a:lnTo>
                  <a:pt x="2372377" y="4384892"/>
                </a:lnTo>
                <a:lnTo>
                  <a:pt x="2372799" y="4366669"/>
                </a:lnTo>
                <a:lnTo>
                  <a:pt x="2373115" y="4376512"/>
                </a:lnTo>
                <a:lnTo>
                  <a:pt x="2373607" y="4370402"/>
                </a:lnTo>
                <a:lnTo>
                  <a:pt x="2373695" y="4357832"/>
                </a:lnTo>
                <a:lnTo>
                  <a:pt x="2374134" y="4392171"/>
                </a:lnTo>
                <a:lnTo>
                  <a:pt x="2375312" y="4412183"/>
                </a:lnTo>
                <a:lnTo>
                  <a:pt x="2375391" y="4399423"/>
                </a:lnTo>
                <a:lnTo>
                  <a:pt x="2375654" y="4390550"/>
                </a:lnTo>
                <a:lnTo>
                  <a:pt x="2375672" y="4358550"/>
                </a:lnTo>
                <a:lnTo>
                  <a:pt x="2376375" y="4412741"/>
                </a:lnTo>
                <a:lnTo>
                  <a:pt x="2378070" y="4377635"/>
                </a:lnTo>
                <a:lnTo>
                  <a:pt x="2378282" y="4391543"/>
                </a:lnTo>
                <a:lnTo>
                  <a:pt x="2379134" y="4353618"/>
                </a:lnTo>
                <a:lnTo>
                  <a:pt x="2380012" y="4366641"/>
                </a:lnTo>
                <a:lnTo>
                  <a:pt x="2380064" y="4342951"/>
                </a:lnTo>
                <a:lnTo>
                  <a:pt x="2380513" y="4389911"/>
                </a:lnTo>
                <a:lnTo>
                  <a:pt x="2381488" y="4406638"/>
                </a:lnTo>
                <a:lnTo>
                  <a:pt x="2381505" y="4396948"/>
                </a:lnTo>
                <a:lnTo>
                  <a:pt x="2381893" y="4375383"/>
                </a:lnTo>
                <a:lnTo>
                  <a:pt x="2382437" y="4391097"/>
                </a:lnTo>
                <a:lnTo>
                  <a:pt x="2382912" y="4407283"/>
                </a:lnTo>
                <a:lnTo>
                  <a:pt x="2384001" y="4361453"/>
                </a:lnTo>
                <a:lnTo>
                  <a:pt x="2384353" y="4370681"/>
                </a:lnTo>
                <a:lnTo>
                  <a:pt x="2384888" y="4367870"/>
                </a:lnTo>
                <a:lnTo>
                  <a:pt x="2385284" y="4353131"/>
                </a:lnTo>
                <a:lnTo>
                  <a:pt x="2385504" y="4376475"/>
                </a:lnTo>
                <a:lnTo>
                  <a:pt x="2385873" y="4420740"/>
                </a:lnTo>
                <a:lnTo>
                  <a:pt x="2386892" y="4404836"/>
                </a:lnTo>
                <a:lnTo>
                  <a:pt x="2388587" y="4448936"/>
                </a:lnTo>
                <a:lnTo>
                  <a:pt x="2389747" y="4438772"/>
                </a:lnTo>
                <a:lnTo>
                  <a:pt x="2389782" y="4444421"/>
                </a:lnTo>
                <a:lnTo>
                  <a:pt x="2390845" y="4333871"/>
                </a:lnTo>
                <a:lnTo>
                  <a:pt x="2390915" y="4334905"/>
                </a:lnTo>
                <a:lnTo>
                  <a:pt x="2391451" y="4349539"/>
                </a:lnTo>
                <a:lnTo>
                  <a:pt x="2391917" y="4396452"/>
                </a:lnTo>
                <a:lnTo>
                  <a:pt x="2391926" y="4386432"/>
                </a:lnTo>
                <a:lnTo>
                  <a:pt x="2392813" y="4384283"/>
                </a:lnTo>
                <a:lnTo>
                  <a:pt x="2393270" y="4378783"/>
                </a:lnTo>
                <a:lnTo>
                  <a:pt x="2393341" y="4356329"/>
                </a:lnTo>
                <a:lnTo>
                  <a:pt x="2394043" y="4383140"/>
                </a:lnTo>
                <a:lnTo>
                  <a:pt x="2394193" y="4368367"/>
                </a:lnTo>
                <a:lnTo>
                  <a:pt x="2396890" y="4290506"/>
                </a:lnTo>
                <a:lnTo>
                  <a:pt x="2394526" y="4375595"/>
                </a:lnTo>
                <a:lnTo>
                  <a:pt x="2397031" y="4310270"/>
                </a:lnTo>
                <a:lnTo>
                  <a:pt x="2397645" y="4358583"/>
                </a:lnTo>
                <a:lnTo>
                  <a:pt x="2398647" y="4352811"/>
                </a:lnTo>
                <a:lnTo>
                  <a:pt x="2398981" y="4355512"/>
                </a:lnTo>
                <a:lnTo>
                  <a:pt x="2399042" y="4343636"/>
                </a:lnTo>
                <a:lnTo>
                  <a:pt x="2399587" y="4381392"/>
                </a:lnTo>
                <a:lnTo>
                  <a:pt x="2400536" y="4389278"/>
                </a:lnTo>
                <a:lnTo>
                  <a:pt x="2400606" y="4387603"/>
                </a:lnTo>
                <a:lnTo>
                  <a:pt x="2400984" y="4377471"/>
                </a:lnTo>
                <a:lnTo>
                  <a:pt x="2401450" y="4387270"/>
                </a:lnTo>
                <a:lnTo>
                  <a:pt x="2402513" y="4367962"/>
                </a:lnTo>
                <a:lnTo>
                  <a:pt x="2402988" y="4370946"/>
                </a:lnTo>
                <a:lnTo>
                  <a:pt x="2403005" y="4391095"/>
                </a:lnTo>
                <a:lnTo>
                  <a:pt x="2403145" y="4357154"/>
                </a:lnTo>
                <a:lnTo>
                  <a:pt x="2403840" y="4373924"/>
                </a:lnTo>
                <a:lnTo>
                  <a:pt x="2404885" y="4359171"/>
                </a:lnTo>
                <a:lnTo>
                  <a:pt x="2405122" y="4340513"/>
                </a:lnTo>
                <a:lnTo>
                  <a:pt x="2405368" y="4364873"/>
                </a:lnTo>
                <a:lnTo>
                  <a:pt x="2405737" y="4357795"/>
                </a:lnTo>
                <a:lnTo>
                  <a:pt x="2406027" y="4355302"/>
                </a:lnTo>
                <a:lnTo>
                  <a:pt x="2406124" y="4350978"/>
                </a:lnTo>
                <a:lnTo>
                  <a:pt x="2406291" y="4354098"/>
                </a:lnTo>
                <a:lnTo>
                  <a:pt x="2407231" y="4353282"/>
                </a:lnTo>
                <a:lnTo>
                  <a:pt x="2407618" y="4355948"/>
                </a:lnTo>
                <a:lnTo>
                  <a:pt x="2408338" y="4384810"/>
                </a:lnTo>
                <a:lnTo>
                  <a:pt x="2408364" y="4379168"/>
                </a:lnTo>
                <a:lnTo>
                  <a:pt x="2408637" y="4350733"/>
                </a:lnTo>
                <a:lnTo>
                  <a:pt x="2409102" y="4373686"/>
                </a:lnTo>
                <a:lnTo>
                  <a:pt x="2411193" y="4359988"/>
                </a:lnTo>
                <a:lnTo>
                  <a:pt x="2412247" y="4412538"/>
                </a:lnTo>
                <a:lnTo>
                  <a:pt x="2412537" y="4387964"/>
                </a:lnTo>
                <a:lnTo>
                  <a:pt x="2412669" y="4365261"/>
                </a:lnTo>
                <a:lnTo>
                  <a:pt x="2413205" y="4402258"/>
                </a:lnTo>
                <a:lnTo>
                  <a:pt x="2413768" y="4403829"/>
                </a:lnTo>
                <a:lnTo>
                  <a:pt x="2414479" y="4452293"/>
                </a:lnTo>
                <a:lnTo>
                  <a:pt x="2415393" y="4433214"/>
                </a:lnTo>
                <a:lnTo>
                  <a:pt x="2415701" y="4427020"/>
                </a:lnTo>
                <a:lnTo>
                  <a:pt x="2416922" y="4447846"/>
                </a:lnTo>
                <a:lnTo>
                  <a:pt x="2417493" y="4415044"/>
                </a:lnTo>
                <a:lnTo>
                  <a:pt x="2418170" y="4418566"/>
                </a:lnTo>
                <a:lnTo>
                  <a:pt x="2419461" y="4463449"/>
                </a:lnTo>
                <a:lnTo>
                  <a:pt x="2419611" y="4446593"/>
                </a:lnTo>
                <a:lnTo>
                  <a:pt x="2419900" y="4442752"/>
                </a:lnTo>
                <a:lnTo>
                  <a:pt x="2420155" y="4448801"/>
                </a:lnTo>
                <a:lnTo>
                  <a:pt x="2420331" y="4464123"/>
                </a:lnTo>
                <a:lnTo>
                  <a:pt x="2420340" y="4462680"/>
                </a:lnTo>
                <a:lnTo>
                  <a:pt x="2422018" y="4386179"/>
                </a:lnTo>
                <a:lnTo>
                  <a:pt x="2423212" y="4415581"/>
                </a:lnTo>
                <a:lnTo>
                  <a:pt x="2424425" y="4406673"/>
                </a:lnTo>
                <a:lnTo>
                  <a:pt x="2426130" y="4428210"/>
                </a:lnTo>
                <a:lnTo>
                  <a:pt x="2426349" y="4427338"/>
                </a:lnTo>
                <a:lnTo>
                  <a:pt x="2426367" y="4418837"/>
                </a:lnTo>
                <a:lnTo>
                  <a:pt x="2426912" y="4453511"/>
                </a:lnTo>
                <a:lnTo>
                  <a:pt x="2427359" y="4452308"/>
                </a:lnTo>
                <a:lnTo>
                  <a:pt x="2427474" y="4463983"/>
                </a:lnTo>
                <a:lnTo>
                  <a:pt x="2427799" y="4431565"/>
                </a:lnTo>
                <a:lnTo>
                  <a:pt x="2428334" y="4413223"/>
                </a:lnTo>
                <a:lnTo>
                  <a:pt x="2428370" y="4424983"/>
                </a:lnTo>
                <a:lnTo>
                  <a:pt x="2428747" y="4449945"/>
                </a:lnTo>
                <a:lnTo>
                  <a:pt x="2429125" y="4423424"/>
                </a:lnTo>
                <a:lnTo>
                  <a:pt x="2429231" y="4432280"/>
                </a:lnTo>
                <a:lnTo>
                  <a:pt x="2430101" y="4434541"/>
                </a:lnTo>
                <a:lnTo>
                  <a:pt x="2430452" y="4314939"/>
                </a:lnTo>
                <a:lnTo>
                  <a:pt x="2430619" y="4328473"/>
                </a:lnTo>
                <a:lnTo>
                  <a:pt x="2432121" y="4339414"/>
                </a:lnTo>
                <a:lnTo>
                  <a:pt x="2432288" y="4312955"/>
                </a:lnTo>
                <a:lnTo>
                  <a:pt x="2432578" y="4325016"/>
                </a:lnTo>
                <a:lnTo>
                  <a:pt x="2433219" y="4329193"/>
                </a:lnTo>
                <a:lnTo>
                  <a:pt x="2433940" y="4370695"/>
                </a:lnTo>
                <a:lnTo>
                  <a:pt x="2434503" y="4388602"/>
                </a:lnTo>
                <a:lnTo>
                  <a:pt x="2435091" y="4382307"/>
                </a:lnTo>
                <a:lnTo>
                  <a:pt x="2436119" y="4320897"/>
                </a:lnTo>
                <a:lnTo>
                  <a:pt x="2437103" y="4333122"/>
                </a:lnTo>
                <a:lnTo>
                  <a:pt x="2437806" y="4390120"/>
                </a:lnTo>
                <a:lnTo>
                  <a:pt x="2439335" y="4395611"/>
                </a:lnTo>
                <a:lnTo>
                  <a:pt x="2439915" y="4421532"/>
                </a:lnTo>
                <a:lnTo>
                  <a:pt x="2440424" y="4402058"/>
                </a:lnTo>
                <a:lnTo>
                  <a:pt x="2440890" y="4410759"/>
                </a:lnTo>
                <a:lnTo>
                  <a:pt x="2441602" y="4409124"/>
                </a:lnTo>
                <a:lnTo>
                  <a:pt x="2441715" y="4388683"/>
                </a:lnTo>
                <a:lnTo>
                  <a:pt x="2442418" y="4390576"/>
                </a:lnTo>
                <a:lnTo>
                  <a:pt x="2443271" y="4386224"/>
                </a:lnTo>
                <a:lnTo>
                  <a:pt x="2443613" y="4389353"/>
                </a:lnTo>
                <a:lnTo>
                  <a:pt x="2444931" y="4444071"/>
                </a:lnTo>
                <a:lnTo>
                  <a:pt x="2445441" y="4457714"/>
                </a:lnTo>
                <a:lnTo>
                  <a:pt x="2445555" y="4453698"/>
                </a:lnTo>
                <a:lnTo>
                  <a:pt x="2447303" y="4420473"/>
                </a:lnTo>
                <a:lnTo>
                  <a:pt x="2448138" y="4482873"/>
                </a:lnTo>
                <a:lnTo>
                  <a:pt x="2448226" y="4476366"/>
                </a:lnTo>
                <a:lnTo>
                  <a:pt x="2448524" y="4473653"/>
                </a:lnTo>
                <a:lnTo>
                  <a:pt x="2449043" y="4426807"/>
                </a:lnTo>
                <a:lnTo>
                  <a:pt x="2449728" y="4427344"/>
                </a:lnTo>
                <a:lnTo>
                  <a:pt x="2450027" y="4412421"/>
                </a:lnTo>
                <a:lnTo>
                  <a:pt x="2450607" y="4459396"/>
                </a:lnTo>
                <a:lnTo>
                  <a:pt x="2451152" y="4428604"/>
                </a:lnTo>
                <a:lnTo>
                  <a:pt x="2451266" y="4420989"/>
                </a:lnTo>
                <a:lnTo>
                  <a:pt x="2451987" y="4423441"/>
                </a:lnTo>
                <a:lnTo>
                  <a:pt x="2452689" y="4452200"/>
                </a:lnTo>
                <a:lnTo>
                  <a:pt x="2453102" y="4432419"/>
                </a:lnTo>
                <a:lnTo>
                  <a:pt x="2453173" y="4433906"/>
                </a:lnTo>
                <a:lnTo>
                  <a:pt x="2453515" y="4322139"/>
                </a:lnTo>
                <a:lnTo>
                  <a:pt x="2454191" y="4346165"/>
                </a:lnTo>
                <a:lnTo>
                  <a:pt x="2454328" y="0"/>
                </a:lnTo>
                <a:moveTo>
                  <a:pt x="2459518" y="0"/>
                </a:moveTo>
                <a:lnTo>
                  <a:pt x="2460333" y="1556413"/>
                </a:lnTo>
                <a:lnTo>
                  <a:pt x="2462441" y="3287147"/>
                </a:lnTo>
                <a:lnTo>
                  <a:pt x="2464436" y="3581190"/>
                </a:lnTo>
                <a:lnTo>
                  <a:pt x="2465200" y="3945562"/>
                </a:lnTo>
                <a:lnTo>
                  <a:pt x="2469119" y="4284934"/>
                </a:lnTo>
                <a:lnTo>
                  <a:pt x="2470147" y="4271212"/>
                </a:lnTo>
                <a:lnTo>
                  <a:pt x="2470613" y="4265585"/>
                </a:lnTo>
                <a:lnTo>
                  <a:pt x="2470956" y="4270696"/>
                </a:lnTo>
                <a:lnTo>
                  <a:pt x="2471297" y="4284224"/>
                </a:lnTo>
                <a:lnTo>
                  <a:pt x="2472563" y="4289812"/>
                </a:lnTo>
                <a:lnTo>
                  <a:pt x="2473600" y="4305024"/>
                </a:lnTo>
                <a:lnTo>
                  <a:pt x="2474865" y="4376864"/>
                </a:lnTo>
                <a:lnTo>
                  <a:pt x="2475427" y="4361860"/>
                </a:lnTo>
                <a:lnTo>
                  <a:pt x="2475717" y="4339997"/>
                </a:lnTo>
                <a:lnTo>
                  <a:pt x="2475981" y="4368740"/>
                </a:lnTo>
                <a:lnTo>
                  <a:pt x="2476297" y="4380123"/>
                </a:lnTo>
                <a:lnTo>
                  <a:pt x="2476824" y="4346842"/>
                </a:lnTo>
                <a:lnTo>
                  <a:pt x="2476921" y="4350567"/>
                </a:lnTo>
                <a:lnTo>
                  <a:pt x="2477123" y="4390111"/>
                </a:lnTo>
                <a:lnTo>
                  <a:pt x="2477694" y="4354680"/>
                </a:lnTo>
                <a:lnTo>
                  <a:pt x="2477879" y="4358413"/>
                </a:lnTo>
                <a:lnTo>
                  <a:pt x="2477931" y="4342243"/>
                </a:lnTo>
                <a:lnTo>
                  <a:pt x="2478678" y="4339238"/>
                </a:lnTo>
                <a:lnTo>
                  <a:pt x="2479390" y="4385866"/>
                </a:lnTo>
                <a:lnTo>
                  <a:pt x="2479768" y="4375157"/>
                </a:lnTo>
                <a:lnTo>
                  <a:pt x="2480514" y="4419768"/>
                </a:lnTo>
                <a:lnTo>
                  <a:pt x="2480602" y="4443455"/>
                </a:lnTo>
                <a:lnTo>
                  <a:pt x="2481182" y="4382541"/>
                </a:lnTo>
                <a:lnTo>
                  <a:pt x="2481340" y="4338713"/>
                </a:lnTo>
                <a:lnTo>
                  <a:pt x="2481762" y="4380208"/>
                </a:lnTo>
                <a:lnTo>
                  <a:pt x="2482614" y="4378859"/>
                </a:lnTo>
                <a:lnTo>
                  <a:pt x="2483053" y="4429100"/>
                </a:lnTo>
                <a:lnTo>
                  <a:pt x="2483536" y="4395145"/>
                </a:lnTo>
                <a:lnTo>
                  <a:pt x="2484530" y="4421668"/>
                </a:lnTo>
                <a:lnTo>
                  <a:pt x="2485698" y="4392302"/>
                </a:lnTo>
                <a:lnTo>
                  <a:pt x="2485944" y="4392791"/>
                </a:lnTo>
                <a:lnTo>
                  <a:pt x="2487156" y="4391347"/>
                </a:lnTo>
                <a:lnTo>
                  <a:pt x="2487297" y="4399530"/>
                </a:lnTo>
                <a:lnTo>
                  <a:pt x="2487630" y="4378547"/>
                </a:lnTo>
                <a:lnTo>
                  <a:pt x="2487912" y="4397731"/>
                </a:lnTo>
                <a:lnTo>
                  <a:pt x="2488957" y="4419232"/>
                </a:lnTo>
                <a:lnTo>
                  <a:pt x="2489660" y="4387535"/>
                </a:lnTo>
                <a:lnTo>
                  <a:pt x="2489950" y="4396440"/>
                </a:lnTo>
                <a:lnTo>
                  <a:pt x="2491936" y="4451793"/>
                </a:lnTo>
                <a:lnTo>
                  <a:pt x="2492612" y="4449092"/>
                </a:lnTo>
                <a:lnTo>
                  <a:pt x="2492990" y="4420592"/>
                </a:lnTo>
                <a:lnTo>
                  <a:pt x="2493166" y="4422252"/>
                </a:lnTo>
                <a:lnTo>
                  <a:pt x="2494185" y="4405653"/>
                </a:lnTo>
                <a:lnTo>
                  <a:pt x="2495240" y="4468422"/>
                </a:lnTo>
                <a:lnTo>
                  <a:pt x="2495889" y="4453897"/>
                </a:lnTo>
                <a:lnTo>
                  <a:pt x="2496645" y="4388074"/>
                </a:lnTo>
                <a:lnTo>
                  <a:pt x="2497612" y="4380441"/>
                </a:lnTo>
                <a:lnTo>
                  <a:pt x="2498086" y="4381156"/>
                </a:lnTo>
                <a:lnTo>
                  <a:pt x="2498464" y="4404257"/>
                </a:lnTo>
                <a:lnTo>
                  <a:pt x="2498727" y="4403187"/>
                </a:lnTo>
                <a:lnTo>
                  <a:pt x="2499544" y="4404114"/>
                </a:lnTo>
                <a:lnTo>
                  <a:pt x="2499597" y="4419048"/>
                </a:lnTo>
                <a:lnTo>
                  <a:pt x="2500098" y="4388487"/>
                </a:lnTo>
                <a:lnTo>
                  <a:pt x="2500651" y="4387422"/>
                </a:lnTo>
                <a:lnTo>
                  <a:pt x="2501038" y="4381841"/>
                </a:lnTo>
                <a:lnTo>
                  <a:pt x="2501442" y="4385073"/>
                </a:lnTo>
                <a:lnTo>
                  <a:pt x="2502128" y="4425669"/>
                </a:lnTo>
                <a:lnTo>
                  <a:pt x="2502831" y="4417352"/>
                </a:lnTo>
                <a:lnTo>
                  <a:pt x="2503050" y="4405154"/>
                </a:lnTo>
                <a:lnTo>
                  <a:pt x="2503305" y="4428040"/>
                </a:lnTo>
                <a:lnTo>
                  <a:pt x="2503533" y="4417469"/>
                </a:lnTo>
                <a:lnTo>
                  <a:pt x="2505044" y="4454346"/>
                </a:lnTo>
                <a:lnTo>
                  <a:pt x="2505923" y="4447289"/>
                </a:lnTo>
                <a:lnTo>
                  <a:pt x="2507021" y="4432078"/>
                </a:lnTo>
                <a:lnTo>
                  <a:pt x="2507100" y="4463965"/>
                </a:lnTo>
                <a:lnTo>
                  <a:pt x="2507830" y="4416000"/>
                </a:lnTo>
                <a:lnTo>
                  <a:pt x="2507856" y="4434681"/>
                </a:lnTo>
                <a:lnTo>
                  <a:pt x="2509938" y="4463489"/>
                </a:lnTo>
                <a:lnTo>
                  <a:pt x="2512592" y="4428342"/>
                </a:lnTo>
                <a:lnTo>
                  <a:pt x="2512811" y="4434361"/>
                </a:lnTo>
                <a:lnTo>
                  <a:pt x="2514173" y="4456484"/>
                </a:lnTo>
                <a:lnTo>
                  <a:pt x="2514463" y="4457227"/>
                </a:lnTo>
                <a:lnTo>
                  <a:pt x="2516089" y="4522984"/>
                </a:lnTo>
                <a:lnTo>
                  <a:pt x="2516598" y="4532005"/>
                </a:lnTo>
                <a:lnTo>
                  <a:pt x="2516800" y="4506000"/>
                </a:lnTo>
                <a:lnTo>
                  <a:pt x="2516905" y="4522026"/>
                </a:lnTo>
                <a:lnTo>
                  <a:pt x="2518268" y="4565944"/>
                </a:lnTo>
                <a:lnTo>
                  <a:pt x="2519120" y="4500812"/>
                </a:lnTo>
                <a:lnTo>
                  <a:pt x="2519251" y="4474678"/>
                </a:lnTo>
                <a:lnTo>
                  <a:pt x="2519928" y="4496463"/>
                </a:lnTo>
                <a:lnTo>
                  <a:pt x="2520209" y="4501492"/>
                </a:lnTo>
                <a:lnTo>
                  <a:pt x="2521457" y="4383386"/>
                </a:lnTo>
                <a:lnTo>
                  <a:pt x="2522388" y="4395624"/>
                </a:lnTo>
                <a:lnTo>
                  <a:pt x="2523521" y="4432046"/>
                </a:lnTo>
                <a:lnTo>
                  <a:pt x="2523530" y="4403117"/>
                </a:lnTo>
                <a:lnTo>
                  <a:pt x="2524145" y="4437461"/>
                </a:lnTo>
                <a:lnTo>
                  <a:pt x="2524426" y="4424102"/>
                </a:lnTo>
                <a:lnTo>
                  <a:pt x="2524488" y="4428894"/>
                </a:lnTo>
                <a:lnTo>
                  <a:pt x="2524962" y="4427819"/>
                </a:lnTo>
                <a:lnTo>
                  <a:pt x="2525709" y="4384919"/>
                </a:lnTo>
                <a:lnTo>
                  <a:pt x="2526702" y="4392204"/>
                </a:lnTo>
                <a:lnTo>
                  <a:pt x="2527739" y="4456568"/>
                </a:lnTo>
                <a:lnTo>
                  <a:pt x="2528230" y="4448187"/>
                </a:lnTo>
                <a:lnTo>
                  <a:pt x="2529012" y="4424860"/>
                </a:lnTo>
                <a:lnTo>
                  <a:pt x="2529100" y="4443078"/>
                </a:lnTo>
                <a:lnTo>
                  <a:pt x="2529224" y="4450863"/>
                </a:lnTo>
                <a:lnTo>
                  <a:pt x="2530348" y="4460496"/>
                </a:lnTo>
                <a:lnTo>
                  <a:pt x="2530453" y="4455638"/>
                </a:lnTo>
                <a:lnTo>
                  <a:pt x="2530541" y="4450083"/>
                </a:lnTo>
                <a:lnTo>
                  <a:pt x="2530849" y="4454379"/>
                </a:lnTo>
                <a:lnTo>
                  <a:pt x="2531824" y="4488518"/>
                </a:lnTo>
                <a:lnTo>
                  <a:pt x="2531868" y="4478725"/>
                </a:lnTo>
                <a:lnTo>
                  <a:pt x="2534003" y="4415636"/>
                </a:lnTo>
                <a:lnTo>
                  <a:pt x="2534056" y="4421545"/>
                </a:lnTo>
                <a:lnTo>
                  <a:pt x="2534530" y="4432970"/>
                </a:lnTo>
                <a:lnTo>
                  <a:pt x="2534741" y="4430708"/>
                </a:lnTo>
                <a:lnTo>
                  <a:pt x="2535567" y="4369024"/>
                </a:lnTo>
                <a:lnTo>
                  <a:pt x="2535953" y="4396032"/>
                </a:lnTo>
                <a:lnTo>
                  <a:pt x="2536366" y="4411854"/>
                </a:lnTo>
                <a:lnTo>
                  <a:pt x="2537833" y="4398642"/>
                </a:lnTo>
                <a:lnTo>
                  <a:pt x="2538264" y="4420490"/>
                </a:lnTo>
                <a:lnTo>
                  <a:pt x="2539292" y="4424715"/>
                </a:lnTo>
                <a:lnTo>
                  <a:pt x="2539327" y="4388090"/>
                </a:lnTo>
                <a:lnTo>
                  <a:pt x="2539907" y="4410162"/>
                </a:lnTo>
                <a:lnTo>
                  <a:pt x="2541524" y="4414627"/>
                </a:lnTo>
                <a:lnTo>
                  <a:pt x="2542042" y="4442540"/>
                </a:lnTo>
                <a:lnTo>
                  <a:pt x="2542262" y="4437209"/>
                </a:lnTo>
                <a:lnTo>
                  <a:pt x="2543404" y="4425738"/>
                </a:lnTo>
                <a:lnTo>
                  <a:pt x="2543457" y="4434105"/>
                </a:lnTo>
                <a:lnTo>
                  <a:pt x="2543474" y="4409673"/>
                </a:lnTo>
                <a:lnTo>
                  <a:pt x="2544783" y="4398292"/>
                </a:lnTo>
                <a:lnTo>
                  <a:pt x="2546022" y="4473485"/>
                </a:lnTo>
                <a:lnTo>
                  <a:pt x="2546259" y="4470372"/>
                </a:lnTo>
                <a:lnTo>
                  <a:pt x="2546734" y="4451448"/>
                </a:lnTo>
                <a:lnTo>
                  <a:pt x="2547217" y="4453896"/>
                </a:lnTo>
                <a:lnTo>
                  <a:pt x="2548122" y="4505575"/>
                </a:lnTo>
                <a:lnTo>
                  <a:pt x="2547638" y="4449811"/>
                </a:lnTo>
                <a:lnTo>
                  <a:pt x="2548183" y="4498671"/>
                </a:lnTo>
                <a:lnTo>
                  <a:pt x="2548912" y="4512564"/>
                </a:lnTo>
                <a:lnTo>
                  <a:pt x="2550081" y="4482492"/>
                </a:lnTo>
                <a:lnTo>
                  <a:pt x="2550283" y="4494612"/>
                </a:lnTo>
                <a:lnTo>
                  <a:pt x="2550599" y="4502868"/>
                </a:lnTo>
                <a:lnTo>
                  <a:pt x="2550881" y="4470204"/>
                </a:lnTo>
                <a:lnTo>
                  <a:pt x="2551065" y="4529973"/>
                </a:lnTo>
                <a:lnTo>
                  <a:pt x="2551328" y="4498155"/>
                </a:lnTo>
                <a:lnTo>
                  <a:pt x="2552418" y="4526066"/>
                </a:lnTo>
                <a:lnTo>
                  <a:pt x="2552638" y="4507776"/>
                </a:lnTo>
                <a:lnTo>
                  <a:pt x="2552796" y="4499514"/>
                </a:lnTo>
                <a:lnTo>
                  <a:pt x="2553138" y="4509522"/>
                </a:lnTo>
                <a:lnTo>
                  <a:pt x="2554053" y="4504115"/>
                </a:lnTo>
                <a:lnTo>
                  <a:pt x="2554668" y="4483437"/>
                </a:lnTo>
                <a:lnTo>
                  <a:pt x="2555001" y="4452364"/>
                </a:lnTo>
                <a:lnTo>
                  <a:pt x="2555564" y="4475470"/>
                </a:lnTo>
                <a:lnTo>
                  <a:pt x="2555933" y="4486382"/>
                </a:lnTo>
                <a:lnTo>
                  <a:pt x="2555959" y="4463197"/>
                </a:lnTo>
                <a:lnTo>
                  <a:pt x="2556257" y="4463256"/>
                </a:lnTo>
                <a:lnTo>
                  <a:pt x="2556556" y="4470631"/>
                </a:lnTo>
                <a:lnTo>
                  <a:pt x="2556645" y="4515226"/>
                </a:lnTo>
                <a:lnTo>
                  <a:pt x="2558112" y="4523948"/>
                </a:lnTo>
                <a:lnTo>
                  <a:pt x="2558911" y="4509818"/>
                </a:lnTo>
                <a:lnTo>
                  <a:pt x="2559746" y="4506970"/>
                </a:lnTo>
                <a:lnTo>
                  <a:pt x="2560502" y="4554504"/>
                </a:lnTo>
                <a:lnTo>
                  <a:pt x="2560572" y="4535723"/>
                </a:lnTo>
                <a:lnTo>
                  <a:pt x="2561274" y="4542905"/>
                </a:lnTo>
                <a:lnTo>
                  <a:pt x="2561564" y="4447850"/>
                </a:lnTo>
                <a:lnTo>
                  <a:pt x="2562961" y="4452324"/>
                </a:lnTo>
                <a:lnTo>
                  <a:pt x="2563225" y="4468085"/>
                </a:lnTo>
                <a:lnTo>
                  <a:pt x="2563857" y="4458704"/>
                </a:lnTo>
                <a:lnTo>
                  <a:pt x="2564077" y="4465533"/>
                </a:lnTo>
                <a:lnTo>
                  <a:pt x="2565377" y="4379540"/>
                </a:lnTo>
                <a:lnTo>
                  <a:pt x="2565448" y="4391895"/>
                </a:lnTo>
                <a:lnTo>
                  <a:pt x="2567354" y="4423367"/>
                </a:lnTo>
                <a:lnTo>
                  <a:pt x="2567381" y="4397436"/>
                </a:lnTo>
                <a:lnTo>
                  <a:pt x="2568233" y="4428839"/>
                </a:lnTo>
                <a:lnTo>
                  <a:pt x="2569191" y="4422903"/>
                </a:lnTo>
                <a:lnTo>
                  <a:pt x="2570157" y="4430010"/>
                </a:lnTo>
                <a:lnTo>
                  <a:pt x="2570807" y="4380492"/>
                </a:lnTo>
                <a:lnTo>
                  <a:pt x="2571281" y="4400431"/>
                </a:lnTo>
                <a:lnTo>
                  <a:pt x="2571694" y="4397607"/>
                </a:lnTo>
                <a:lnTo>
                  <a:pt x="2571940" y="4409873"/>
                </a:lnTo>
                <a:lnTo>
                  <a:pt x="2572054" y="4396556"/>
                </a:lnTo>
                <a:lnTo>
                  <a:pt x="2572380" y="4445478"/>
                </a:lnTo>
                <a:lnTo>
                  <a:pt x="2572679" y="4420135"/>
                </a:lnTo>
                <a:lnTo>
                  <a:pt x="2574462" y="4480165"/>
                </a:lnTo>
                <a:lnTo>
                  <a:pt x="2574585" y="4475150"/>
                </a:lnTo>
                <a:lnTo>
                  <a:pt x="2575991" y="4428031"/>
                </a:lnTo>
                <a:lnTo>
                  <a:pt x="2576632" y="4439572"/>
                </a:lnTo>
                <a:lnTo>
                  <a:pt x="2577036" y="4443563"/>
                </a:lnTo>
                <a:lnTo>
                  <a:pt x="2577133" y="4423291"/>
                </a:lnTo>
                <a:lnTo>
                  <a:pt x="2577801" y="4440581"/>
                </a:lnTo>
                <a:lnTo>
                  <a:pt x="2578090" y="4458462"/>
                </a:lnTo>
                <a:lnTo>
                  <a:pt x="2578547" y="4455984"/>
                </a:lnTo>
                <a:lnTo>
                  <a:pt x="2579251" y="4475208"/>
                </a:lnTo>
                <a:lnTo>
                  <a:pt x="2579285" y="4464356"/>
                </a:lnTo>
                <a:lnTo>
                  <a:pt x="2581500" y="4440732"/>
                </a:lnTo>
                <a:lnTo>
                  <a:pt x="2582308" y="4379660"/>
                </a:lnTo>
                <a:lnTo>
                  <a:pt x="2582379" y="4402569"/>
                </a:lnTo>
                <a:lnTo>
                  <a:pt x="2582642" y="4397499"/>
                </a:lnTo>
                <a:lnTo>
                  <a:pt x="2583661" y="4416999"/>
                </a:lnTo>
                <a:lnTo>
                  <a:pt x="2583933" y="4429859"/>
                </a:lnTo>
                <a:lnTo>
                  <a:pt x="2584452" y="4425647"/>
                </a:lnTo>
                <a:lnTo>
                  <a:pt x="2585278" y="4448227"/>
                </a:lnTo>
                <a:lnTo>
                  <a:pt x="2585761" y="0"/>
                </a:lnTo>
                <a:moveTo>
                  <a:pt x="2590940" y="0"/>
                </a:moveTo>
                <a:lnTo>
                  <a:pt x="2594836" y="3517813"/>
                </a:lnTo>
                <a:lnTo>
                  <a:pt x="2596005" y="3660972"/>
                </a:lnTo>
                <a:lnTo>
                  <a:pt x="2596972" y="4013763"/>
                </a:lnTo>
                <a:lnTo>
                  <a:pt x="2601189" y="4299525"/>
                </a:lnTo>
                <a:lnTo>
                  <a:pt x="2601549" y="4280633"/>
                </a:lnTo>
                <a:lnTo>
                  <a:pt x="2601707" y="4290372"/>
                </a:lnTo>
                <a:lnTo>
                  <a:pt x="2602393" y="4357943"/>
                </a:lnTo>
                <a:lnTo>
                  <a:pt x="2604264" y="4361294"/>
                </a:lnTo>
                <a:lnTo>
                  <a:pt x="2604765" y="4377877"/>
                </a:lnTo>
                <a:lnTo>
                  <a:pt x="2605116" y="4314341"/>
                </a:lnTo>
                <a:lnTo>
                  <a:pt x="2605617" y="4351628"/>
                </a:lnTo>
                <a:lnTo>
                  <a:pt x="2606100" y="4340980"/>
                </a:lnTo>
                <a:lnTo>
                  <a:pt x="2606399" y="4308307"/>
                </a:lnTo>
                <a:lnTo>
                  <a:pt x="2606496" y="4348838"/>
                </a:lnTo>
                <a:lnTo>
                  <a:pt x="2608094" y="4380540"/>
                </a:lnTo>
                <a:lnTo>
                  <a:pt x="2609219" y="4367636"/>
                </a:lnTo>
                <a:lnTo>
                  <a:pt x="2609404" y="4373422"/>
                </a:lnTo>
                <a:lnTo>
                  <a:pt x="2611582" y="4376903"/>
                </a:lnTo>
                <a:lnTo>
                  <a:pt x="2612997" y="4457380"/>
                </a:lnTo>
                <a:lnTo>
                  <a:pt x="2613164" y="4446231"/>
                </a:lnTo>
                <a:lnTo>
                  <a:pt x="2615642" y="4408359"/>
                </a:lnTo>
                <a:lnTo>
                  <a:pt x="2615861" y="4408746"/>
                </a:lnTo>
                <a:lnTo>
                  <a:pt x="2616160" y="4450029"/>
                </a:lnTo>
                <a:lnTo>
                  <a:pt x="2616467" y="4431802"/>
                </a:lnTo>
                <a:lnTo>
                  <a:pt x="2616810" y="4408999"/>
                </a:lnTo>
                <a:lnTo>
                  <a:pt x="2618234" y="4441426"/>
                </a:lnTo>
                <a:lnTo>
                  <a:pt x="2618919" y="4430354"/>
                </a:lnTo>
                <a:lnTo>
                  <a:pt x="2619788" y="4433363"/>
                </a:lnTo>
                <a:lnTo>
                  <a:pt x="2620368" y="4443276"/>
                </a:lnTo>
                <a:lnTo>
                  <a:pt x="2621045" y="4402613"/>
                </a:lnTo>
                <a:lnTo>
                  <a:pt x="2621678" y="4412709"/>
                </a:lnTo>
                <a:lnTo>
                  <a:pt x="2622064" y="4436750"/>
                </a:lnTo>
                <a:lnTo>
                  <a:pt x="2622416" y="4405067"/>
                </a:lnTo>
                <a:lnTo>
                  <a:pt x="2622494" y="4356877"/>
                </a:lnTo>
                <a:lnTo>
                  <a:pt x="2623223" y="4391556"/>
                </a:lnTo>
                <a:lnTo>
                  <a:pt x="2623356" y="4411167"/>
                </a:lnTo>
                <a:lnTo>
                  <a:pt x="2623399" y="4391803"/>
                </a:lnTo>
                <a:lnTo>
                  <a:pt x="2624331" y="4393894"/>
                </a:lnTo>
                <a:lnTo>
                  <a:pt x="2624366" y="4369578"/>
                </a:lnTo>
                <a:lnTo>
                  <a:pt x="2626202" y="4373884"/>
                </a:lnTo>
                <a:lnTo>
                  <a:pt x="2626431" y="4345887"/>
                </a:lnTo>
                <a:lnTo>
                  <a:pt x="2626747" y="4357409"/>
                </a:lnTo>
                <a:lnTo>
                  <a:pt x="2628293" y="4369477"/>
                </a:lnTo>
                <a:lnTo>
                  <a:pt x="2629515" y="4455848"/>
                </a:lnTo>
                <a:lnTo>
                  <a:pt x="2629971" y="4433614"/>
                </a:lnTo>
                <a:lnTo>
                  <a:pt x="2630454" y="4443724"/>
                </a:lnTo>
                <a:lnTo>
                  <a:pt x="2631544" y="4477063"/>
                </a:lnTo>
                <a:lnTo>
                  <a:pt x="2632194" y="4475089"/>
                </a:lnTo>
                <a:lnTo>
                  <a:pt x="2634698" y="4413564"/>
                </a:lnTo>
                <a:lnTo>
                  <a:pt x="2635744" y="4420208"/>
                </a:lnTo>
                <a:lnTo>
                  <a:pt x="2636693" y="4419056"/>
                </a:lnTo>
                <a:lnTo>
                  <a:pt x="2638002" y="4391222"/>
                </a:lnTo>
                <a:lnTo>
                  <a:pt x="2638634" y="4458985"/>
                </a:lnTo>
                <a:lnTo>
                  <a:pt x="2639302" y="4447827"/>
                </a:lnTo>
                <a:lnTo>
                  <a:pt x="2640743" y="4377223"/>
                </a:lnTo>
                <a:lnTo>
                  <a:pt x="2641472" y="4362588"/>
                </a:lnTo>
                <a:lnTo>
                  <a:pt x="2642140" y="4365988"/>
                </a:lnTo>
                <a:lnTo>
                  <a:pt x="2643247" y="4356347"/>
                </a:lnTo>
                <a:lnTo>
                  <a:pt x="2643563" y="4325076"/>
                </a:lnTo>
                <a:lnTo>
                  <a:pt x="2643660" y="4360816"/>
                </a:lnTo>
                <a:lnTo>
                  <a:pt x="2645100" y="4413880"/>
                </a:lnTo>
                <a:lnTo>
                  <a:pt x="2645558" y="4409913"/>
                </a:lnTo>
                <a:lnTo>
                  <a:pt x="2646541" y="4390693"/>
                </a:lnTo>
                <a:lnTo>
                  <a:pt x="2646823" y="4420009"/>
                </a:lnTo>
                <a:lnTo>
                  <a:pt x="2647429" y="4416725"/>
                </a:lnTo>
                <a:lnTo>
                  <a:pt x="2648615" y="4403425"/>
                </a:lnTo>
                <a:lnTo>
                  <a:pt x="2649370" y="4427888"/>
                </a:lnTo>
                <a:lnTo>
                  <a:pt x="2649608" y="4425942"/>
                </a:lnTo>
                <a:lnTo>
                  <a:pt x="2650012" y="4398243"/>
                </a:lnTo>
                <a:lnTo>
                  <a:pt x="2650618" y="4419308"/>
                </a:lnTo>
                <a:lnTo>
                  <a:pt x="2651945" y="4436875"/>
                </a:lnTo>
                <a:lnTo>
                  <a:pt x="2653113" y="4369559"/>
                </a:lnTo>
                <a:lnTo>
                  <a:pt x="2653430" y="4421047"/>
                </a:lnTo>
                <a:lnTo>
                  <a:pt x="2654062" y="4421005"/>
                </a:lnTo>
                <a:lnTo>
                  <a:pt x="2655143" y="4431116"/>
                </a:lnTo>
                <a:lnTo>
                  <a:pt x="2655767" y="4467426"/>
                </a:lnTo>
                <a:lnTo>
                  <a:pt x="2656681" y="4437151"/>
                </a:lnTo>
                <a:lnTo>
                  <a:pt x="2656988" y="4470936"/>
                </a:lnTo>
                <a:lnTo>
                  <a:pt x="2657515" y="4459757"/>
                </a:lnTo>
                <a:lnTo>
                  <a:pt x="2658816" y="4470536"/>
                </a:lnTo>
                <a:lnTo>
                  <a:pt x="2659896" y="4483488"/>
                </a:lnTo>
                <a:lnTo>
                  <a:pt x="2661329" y="4448865"/>
                </a:lnTo>
                <a:lnTo>
                  <a:pt x="2661776" y="4481990"/>
                </a:lnTo>
                <a:lnTo>
                  <a:pt x="2662743" y="4481244"/>
                </a:lnTo>
                <a:lnTo>
                  <a:pt x="2663279" y="4460984"/>
                </a:lnTo>
                <a:lnTo>
                  <a:pt x="2663050" y="4493097"/>
                </a:lnTo>
                <a:lnTo>
                  <a:pt x="2663542" y="4478336"/>
                </a:lnTo>
                <a:lnTo>
                  <a:pt x="2664262" y="4537909"/>
                </a:lnTo>
                <a:lnTo>
                  <a:pt x="2664139" y="4477284"/>
                </a:lnTo>
                <a:lnTo>
                  <a:pt x="2664667" y="4490869"/>
                </a:lnTo>
                <a:lnTo>
                  <a:pt x="2665194" y="4458720"/>
                </a:lnTo>
                <a:lnTo>
                  <a:pt x="2665519" y="4484524"/>
                </a:lnTo>
                <a:lnTo>
                  <a:pt x="2665703" y="4522222"/>
                </a:lnTo>
                <a:lnTo>
                  <a:pt x="2666055" y="4467439"/>
                </a:lnTo>
                <a:lnTo>
                  <a:pt x="2666750" y="4466843"/>
                </a:lnTo>
                <a:lnTo>
                  <a:pt x="2667030" y="4473118"/>
                </a:lnTo>
                <a:lnTo>
                  <a:pt x="2667312" y="4502481"/>
                </a:lnTo>
                <a:lnTo>
                  <a:pt x="2667602" y="4499324"/>
                </a:lnTo>
                <a:lnTo>
                  <a:pt x="2668041" y="4500295"/>
                </a:lnTo>
                <a:lnTo>
                  <a:pt x="2669903" y="4469230"/>
                </a:lnTo>
                <a:lnTo>
                  <a:pt x="2670035" y="4474647"/>
                </a:lnTo>
                <a:lnTo>
                  <a:pt x="2670510" y="4493507"/>
                </a:lnTo>
                <a:lnTo>
                  <a:pt x="2671019" y="4472309"/>
                </a:lnTo>
                <a:lnTo>
                  <a:pt x="2671336" y="4478488"/>
                </a:lnTo>
                <a:lnTo>
                  <a:pt x="2672003" y="4545018"/>
                </a:lnTo>
                <a:lnTo>
                  <a:pt x="2672390" y="4526576"/>
                </a:lnTo>
                <a:lnTo>
                  <a:pt x="2672706" y="4533938"/>
                </a:lnTo>
                <a:lnTo>
                  <a:pt x="2673233" y="4525398"/>
                </a:lnTo>
                <a:lnTo>
                  <a:pt x="2674006" y="4477370"/>
                </a:lnTo>
                <a:lnTo>
                  <a:pt x="2674332" y="4498869"/>
                </a:lnTo>
                <a:lnTo>
                  <a:pt x="2676036" y="4454690"/>
                </a:lnTo>
                <a:lnTo>
                  <a:pt x="2676045" y="4455136"/>
                </a:lnTo>
                <a:lnTo>
                  <a:pt x="2677003" y="4503770"/>
                </a:lnTo>
                <a:lnTo>
                  <a:pt x="2678039" y="4526443"/>
                </a:lnTo>
                <a:lnTo>
                  <a:pt x="2679120" y="4491719"/>
                </a:lnTo>
                <a:lnTo>
                  <a:pt x="2679313" y="4517616"/>
                </a:lnTo>
                <a:lnTo>
                  <a:pt x="2679743" y="4516827"/>
                </a:lnTo>
                <a:lnTo>
                  <a:pt x="2680156" y="4533411"/>
                </a:lnTo>
                <a:lnTo>
                  <a:pt x="2681150" y="4438252"/>
                </a:lnTo>
                <a:lnTo>
                  <a:pt x="2681422" y="4477459"/>
                </a:lnTo>
                <a:lnTo>
                  <a:pt x="2683706" y="4544451"/>
                </a:lnTo>
                <a:lnTo>
                  <a:pt x="2684242" y="4525864"/>
                </a:lnTo>
                <a:lnTo>
                  <a:pt x="2685613" y="4492623"/>
                </a:lnTo>
                <a:lnTo>
                  <a:pt x="2685920" y="4495968"/>
                </a:lnTo>
                <a:lnTo>
                  <a:pt x="2686931" y="4479297"/>
                </a:lnTo>
                <a:lnTo>
                  <a:pt x="2687159" y="4467694"/>
                </a:lnTo>
                <a:lnTo>
                  <a:pt x="2687589" y="4484260"/>
                </a:lnTo>
                <a:lnTo>
                  <a:pt x="2688002" y="4482909"/>
                </a:lnTo>
                <a:lnTo>
                  <a:pt x="2688433" y="4495438"/>
                </a:lnTo>
                <a:lnTo>
                  <a:pt x="2689259" y="4481892"/>
                </a:lnTo>
                <a:lnTo>
                  <a:pt x="2689294" y="4498177"/>
                </a:lnTo>
                <a:lnTo>
                  <a:pt x="2690286" y="4523296"/>
                </a:lnTo>
                <a:lnTo>
                  <a:pt x="2690831" y="4521865"/>
                </a:lnTo>
                <a:lnTo>
                  <a:pt x="2691148" y="4488918"/>
                </a:lnTo>
                <a:lnTo>
                  <a:pt x="2691420" y="4506383"/>
                </a:lnTo>
                <a:lnTo>
                  <a:pt x="2691965" y="4509960"/>
                </a:lnTo>
                <a:lnTo>
                  <a:pt x="2693696" y="4476847"/>
                </a:lnTo>
                <a:lnTo>
                  <a:pt x="2693722" y="4486885"/>
                </a:lnTo>
                <a:lnTo>
                  <a:pt x="2695268" y="4518376"/>
                </a:lnTo>
                <a:lnTo>
                  <a:pt x="2696305" y="4475261"/>
                </a:lnTo>
                <a:lnTo>
                  <a:pt x="2697254" y="4459908"/>
                </a:lnTo>
                <a:lnTo>
                  <a:pt x="2698106" y="4477495"/>
                </a:lnTo>
                <a:lnTo>
                  <a:pt x="2698844" y="4447302"/>
                </a:lnTo>
                <a:lnTo>
                  <a:pt x="2699222" y="4465776"/>
                </a:lnTo>
                <a:lnTo>
                  <a:pt x="2699547" y="4498087"/>
                </a:lnTo>
                <a:lnTo>
                  <a:pt x="2700232" y="4494193"/>
                </a:lnTo>
                <a:lnTo>
                  <a:pt x="2700487" y="4473176"/>
                </a:lnTo>
                <a:lnTo>
                  <a:pt x="2701164" y="4487304"/>
                </a:lnTo>
                <a:lnTo>
                  <a:pt x="2701444" y="4474584"/>
                </a:lnTo>
                <a:lnTo>
                  <a:pt x="2703606" y="4504784"/>
                </a:lnTo>
                <a:lnTo>
                  <a:pt x="2703624" y="4481489"/>
                </a:lnTo>
                <a:lnTo>
                  <a:pt x="2703913" y="4539428"/>
                </a:lnTo>
                <a:lnTo>
                  <a:pt x="2704941" y="4527890"/>
                </a:lnTo>
                <a:lnTo>
                  <a:pt x="2705882" y="4490627"/>
                </a:lnTo>
                <a:lnTo>
                  <a:pt x="2706945" y="4478478"/>
                </a:lnTo>
                <a:lnTo>
                  <a:pt x="2707762" y="4496944"/>
                </a:lnTo>
                <a:lnTo>
                  <a:pt x="2708403" y="4488243"/>
                </a:lnTo>
                <a:lnTo>
                  <a:pt x="2709211" y="4506126"/>
                </a:lnTo>
                <a:lnTo>
                  <a:pt x="2710196" y="4497718"/>
                </a:lnTo>
                <a:lnTo>
                  <a:pt x="2711637" y="4401101"/>
                </a:lnTo>
                <a:lnTo>
                  <a:pt x="2712182" y="4448946"/>
                </a:lnTo>
                <a:lnTo>
                  <a:pt x="2712357" y="4322379"/>
                </a:lnTo>
                <a:lnTo>
                  <a:pt x="2713060" y="4354185"/>
                </a:lnTo>
                <a:lnTo>
                  <a:pt x="2713376" y="4353763"/>
                </a:lnTo>
                <a:lnTo>
                  <a:pt x="2713921" y="4179093"/>
                </a:lnTo>
                <a:lnTo>
                  <a:pt x="2714536" y="4211700"/>
                </a:lnTo>
                <a:lnTo>
                  <a:pt x="2715458" y="4262593"/>
                </a:lnTo>
                <a:lnTo>
                  <a:pt x="2716293" y="4254528"/>
                </a:lnTo>
                <a:lnTo>
                  <a:pt x="2717137" y="4259620"/>
                </a:lnTo>
                <a:lnTo>
                  <a:pt x="2718006" y="4314473"/>
                </a:lnTo>
                <a:lnTo>
                  <a:pt x="2719684" y="4374737"/>
                </a:lnTo>
                <a:lnTo>
                  <a:pt x="2721284" y="4397370"/>
                </a:lnTo>
                <a:lnTo>
                  <a:pt x="2721363" y="4395041"/>
                </a:lnTo>
                <a:lnTo>
                  <a:pt x="2721749" y="4380357"/>
                </a:lnTo>
                <a:lnTo>
                  <a:pt x="2722715" y="4381370"/>
                </a:lnTo>
                <a:lnTo>
                  <a:pt x="2722935" y="4377355"/>
                </a:lnTo>
                <a:lnTo>
                  <a:pt x="2723340" y="4391466"/>
                </a:lnTo>
                <a:lnTo>
                  <a:pt x="2723638" y="4380470"/>
                </a:lnTo>
                <a:lnTo>
                  <a:pt x="2725044" y="4389063"/>
                </a:lnTo>
                <a:lnTo>
                  <a:pt x="2726731" y="4467825"/>
                </a:lnTo>
                <a:lnTo>
                  <a:pt x="2727811" y="4419699"/>
                </a:lnTo>
                <a:lnTo>
                  <a:pt x="2729481" y="4473240"/>
                </a:lnTo>
                <a:lnTo>
                  <a:pt x="2729920" y="4439933"/>
                </a:lnTo>
                <a:lnTo>
                  <a:pt x="2730043" y="4403458"/>
                </a:lnTo>
                <a:lnTo>
                  <a:pt x="2730482" y="4414210"/>
                </a:lnTo>
                <a:lnTo>
                  <a:pt x="2732002" y="4479199"/>
                </a:lnTo>
                <a:lnTo>
                  <a:pt x="2732046" y="4491716"/>
                </a:lnTo>
                <a:lnTo>
                  <a:pt x="2732424" y="4489436"/>
                </a:lnTo>
                <a:lnTo>
                  <a:pt x="2733671" y="4462623"/>
                </a:lnTo>
                <a:lnTo>
                  <a:pt x="2735086" y="4498735"/>
                </a:lnTo>
                <a:lnTo>
                  <a:pt x="2735314" y="4490804"/>
                </a:lnTo>
                <a:lnTo>
                  <a:pt x="2735490" y="4469812"/>
                </a:lnTo>
                <a:lnTo>
                  <a:pt x="2735604" y="4510323"/>
                </a:lnTo>
                <a:lnTo>
                  <a:pt x="2736202" y="2875273"/>
                </a:lnTo>
                <a:lnTo>
                  <a:pt x="2736922" y="3312999"/>
                </a:lnTo>
                <a:lnTo>
                  <a:pt x="2737617" y="3679231"/>
                </a:lnTo>
                <a:lnTo>
                  <a:pt x="2739743" y="4063493"/>
                </a:lnTo>
                <a:lnTo>
                  <a:pt x="2742510" y="4236375"/>
                </a:lnTo>
                <a:lnTo>
                  <a:pt x="2742668" y="4236800"/>
                </a:lnTo>
                <a:lnTo>
                  <a:pt x="2742721" y="4225483"/>
                </a:lnTo>
                <a:lnTo>
                  <a:pt x="2745533" y="4274945"/>
                </a:lnTo>
                <a:lnTo>
                  <a:pt x="2747175" y="4377545"/>
                </a:lnTo>
                <a:lnTo>
                  <a:pt x="2747255" y="4364062"/>
                </a:lnTo>
                <a:lnTo>
                  <a:pt x="2747904" y="4390626"/>
                </a:lnTo>
                <a:lnTo>
                  <a:pt x="2748801" y="4424309"/>
                </a:lnTo>
                <a:lnTo>
                  <a:pt x="2748968" y="4404676"/>
                </a:lnTo>
                <a:lnTo>
                  <a:pt x="2749038" y="4395298"/>
                </a:lnTo>
                <a:lnTo>
                  <a:pt x="2749671" y="4423907"/>
                </a:lnTo>
                <a:lnTo>
                  <a:pt x="2750506" y="4426487"/>
                </a:lnTo>
                <a:lnTo>
                  <a:pt x="2750743" y="4421164"/>
                </a:lnTo>
                <a:lnTo>
                  <a:pt x="2750971" y="4445616"/>
                </a:lnTo>
                <a:lnTo>
                  <a:pt x="2751411" y="4440227"/>
                </a:lnTo>
                <a:lnTo>
                  <a:pt x="2751964" y="4437727"/>
                </a:lnTo>
                <a:lnTo>
                  <a:pt x="2752666" y="4462867"/>
                </a:lnTo>
                <a:lnTo>
                  <a:pt x="2753176" y="4444386"/>
                </a:lnTo>
                <a:lnTo>
                  <a:pt x="2754160" y="4460568"/>
                </a:lnTo>
                <a:lnTo>
                  <a:pt x="2754889" y="4536735"/>
                </a:lnTo>
                <a:lnTo>
                  <a:pt x="2755637" y="4517922"/>
                </a:lnTo>
                <a:lnTo>
                  <a:pt x="2755997" y="4519790"/>
                </a:lnTo>
                <a:lnTo>
                  <a:pt x="2756154" y="4528595"/>
                </a:lnTo>
                <a:lnTo>
                  <a:pt x="2756260" y="4490106"/>
                </a:lnTo>
                <a:lnTo>
                  <a:pt x="2756445" y="4512648"/>
                </a:lnTo>
                <a:lnTo>
                  <a:pt x="2757227" y="4472270"/>
                </a:lnTo>
                <a:lnTo>
                  <a:pt x="2757262" y="4450657"/>
                </a:lnTo>
                <a:lnTo>
                  <a:pt x="2757780" y="4506155"/>
                </a:lnTo>
                <a:lnTo>
                  <a:pt x="2757991" y="4505340"/>
                </a:lnTo>
                <a:lnTo>
                  <a:pt x="2758483" y="4498672"/>
                </a:lnTo>
                <a:lnTo>
                  <a:pt x="2759318" y="4512344"/>
                </a:lnTo>
                <a:lnTo>
                  <a:pt x="2759475" y="4512155"/>
                </a:lnTo>
                <a:lnTo>
                  <a:pt x="2760627" y="4505018"/>
                </a:lnTo>
                <a:lnTo>
                  <a:pt x="2761075" y="4485882"/>
                </a:lnTo>
                <a:lnTo>
                  <a:pt x="2761637" y="4520231"/>
                </a:lnTo>
                <a:lnTo>
                  <a:pt x="2762015" y="4490851"/>
                </a:lnTo>
                <a:lnTo>
                  <a:pt x="2763184" y="4485079"/>
                </a:lnTo>
                <a:lnTo>
                  <a:pt x="2764124" y="4459426"/>
                </a:lnTo>
                <a:lnTo>
                  <a:pt x="2764229" y="4487292"/>
                </a:lnTo>
                <a:lnTo>
                  <a:pt x="2764818" y="4455430"/>
                </a:lnTo>
                <a:lnTo>
                  <a:pt x="2764958" y="4477139"/>
                </a:lnTo>
                <a:lnTo>
                  <a:pt x="2765485" y="4479892"/>
                </a:lnTo>
                <a:lnTo>
                  <a:pt x="2766382" y="4453824"/>
                </a:lnTo>
                <a:lnTo>
                  <a:pt x="2766610" y="4458606"/>
                </a:lnTo>
                <a:lnTo>
                  <a:pt x="2768024" y="4503924"/>
                </a:lnTo>
                <a:lnTo>
                  <a:pt x="2768499" y="4456389"/>
                </a:lnTo>
                <a:lnTo>
                  <a:pt x="2769412" y="4460880"/>
                </a:lnTo>
                <a:lnTo>
                  <a:pt x="2769588" y="4449345"/>
                </a:lnTo>
                <a:lnTo>
                  <a:pt x="2770045" y="4491604"/>
                </a:lnTo>
                <a:lnTo>
                  <a:pt x="2770063" y="4487877"/>
                </a:lnTo>
                <a:lnTo>
                  <a:pt x="2770529" y="4519078"/>
                </a:lnTo>
                <a:lnTo>
                  <a:pt x="2770994" y="4505582"/>
                </a:lnTo>
                <a:lnTo>
                  <a:pt x="2771398" y="4510278"/>
                </a:lnTo>
                <a:lnTo>
                  <a:pt x="2771750" y="4488242"/>
                </a:lnTo>
                <a:lnTo>
                  <a:pt x="2772145" y="4507644"/>
                </a:lnTo>
                <a:lnTo>
                  <a:pt x="2773208" y="4516882"/>
                </a:lnTo>
                <a:lnTo>
                  <a:pt x="2773525" y="4500442"/>
                </a:lnTo>
                <a:lnTo>
                  <a:pt x="2773753" y="4476567"/>
                </a:lnTo>
                <a:lnTo>
                  <a:pt x="2774193" y="4485325"/>
                </a:lnTo>
                <a:lnTo>
                  <a:pt x="2775756" y="4496320"/>
                </a:lnTo>
                <a:lnTo>
                  <a:pt x="2776363" y="4463831"/>
                </a:lnTo>
                <a:lnTo>
                  <a:pt x="2776766" y="4492265"/>
                </a:lnTo>
                <a:lnTo>
                  <a:pt x="2777241" y="4499392"/>
                </a:lnTo>
                <a:lnTo>
                  <a:pt x="2778682" y="4448063"/>
                </a:lnTo>
                <a:lnTo>
                  <a:pt x="2779525" y="4474610"/>
                </a:lnTo>
                <a:lnTo>
                  <a:pt x="2780044" y="4472058"/>
                </a:lnTo>
                <a:lnTo>
                  <a:pt x="2780808" y="4272060"/>
                </a:lnTo>
                <a:lnTo>
                  <a:pt x="2781441" y="4331520"/>
                </a:lnTo>
                <a:lnTo>
                  <a:pt x="2781599" y="4362772"/>
                </a:lnTo>
                <a:lnTo>
                  <a:pt x="2782495" y="4344777"/>
                </a:lnTo>
                <a:lnTo>
                  <a:pt x="2782926" y="4377631"/>
                </a:lnTo>
                <a:lnTo>
                  <a:pt x="2783382" y="4368459"/>
                </a:lnTo>
                <a:lnTo>
                  <a:pt x="2786158" y="4405464"/>
                </a:lnTo>
                <a:lnTo>
                  <a:pt x="2786396" y="4398474"/>
                </a:lnTo>
                <a:lnTo>
                  <a:pt x="2787204" y="4515466"/>
                </a:lnTo>
                <a:lnTo>
                  <a:pt x="2787714" y="4520235"/>
                </a:lnTo>
                <a:lnTo>
                  <a:pt x="2787898" y="4519508"/>
                </a:lnTo>
                <a:lnTo>
                  <a:pt x="2788127" y="4505701"/>
                </a:lnTo>
                <a:lnTo>
                  <a:pt x="2788601" y="4519471"/>
                </a:lnTo>
                <a:lnTo>
                  <a:pt x="2790200" y="4528750"/>
                </a:lnTo>
                <a:lnTo>
                  <a:pt x="2790613" y="4517465"/>
                </a:lnTo>
                <a:lnTo>
                  <a:pt x="2791308" y="4524054"/>
                </a:lnTo>
                <a:lnTo>
                  <a:pt x="2791369" y="4518216"/>
                </a:lnTo>
                <a:lnTo>
                  <a:pt x="2791650" y="4539589"/>
                </a:lnTo>
                <a:lnTo>
                  <a:pt x="2791940" y="4526543"/>
                </a:lnTo>
                <a:lnTo>
                  <a:pt x="2792677" y="4520711"/>
                </a:lnTo>
                <a:lnTo>
                  <a:pt x="2794470" y="4571637"/>
                </a:lnTo>
                <a:lnTo>
                  <a:pt x="2795226" y="4573338"/>
                </a:lnTo>
                <a:lnTo>
                  <a:pt x="2795744" y="4605674"/>
                </a:lnTo>
                <a:lnTo>
                  <a:pt x="2795937" y="4588232"/>
                </a:lnTo>
                <a:lnTo>
                  <a:pt x="2796772" y="4579186"/>
                </a:lnTo>
                <a:lnTo>
                  <a:pt x="2796860" y="4586590"/>
                </a:lnTo>
                <a:lnTo>
                  <a:pt x="2797141" y="4599323"/>
                </a:lnTo>
                <a:lnTo>
                  <a:pt x="2797950" y="4594246"/>
                </a:lnTo>
                <a:lnTo>
                  <a:pt x="2799092" y="4511580"/>
                </a:lnTo>
                <a:lnTo>
                  <a:pt x="2799118" y="4515120"/>
                </a:lnTo>
                <a:lnTo>
                  <a:pt x="2799927" y="4521294"/>
                </a:lnTo>
                <a:lnTo>
                  <a:pt x="2800251" y="4566451"/>
                </a:lnTo>
                <a:lnTo>
                  <a:pt x="2800840" y="4550781"/>
                </a:lnTo>
                <a:lnTo>
                  <a:pt x="2801393" y="4559331"/>
                </a:lnTo>
                <a:lnTo>
                  <a:pt x="2802246" y="4526127"/>
                </a:lnTo>
                <a:lnTo>
                  <a:pt x="2802711" y="4547708"/>
                </a:lnTo>
                <a:lnTo>
                  <a:pt x="2802922" y="4552523"/>
                </a:lnTo>
                <a:lnTo>
                  <a:pt x="2803186" y="4546409"/>
                </a:lnTo>
                <a:lnTo>
                  <a:pt x="2804381" y="4496787"/>
                </a:lnTo>
                <a:lnTo>
                  <a:pt x="2804530" y="4513132"/>
                </a:lnTo>
                <a:lnTo>
                  <a:pt x="2805049" y="4531569"/>
                </a:lnTo>
                <a:lnTo>
                  <a:pt x="2807052" y="4553031"/>
                </a:lnTo>
                <a:lnTo>
                  <a:pt x="2810171" y="4471050"/>
                </a:lnTo>
                <a:lnTo>
                  <a:pt x="2810864" y="4514497"/>
                </a:lnTo>
                <a:lnTo>
                  <a:pt x="2811172" y="4499830"/>
                </a:lnTo>
                <a:lnTo>
                  <a:pt x="2811866" y="4354066"/>
                </a:lnTo>
                <a:lnTo>
                  <a:pt x="2812174" y="4397340"/>
                </a:lnTo>
                <a:lnTo>
                  <a:pt x="2813474" y="4465774"/>
                </a:lnTo>
                <a:lnTo>
                  <a:pt x="2814783" y="4439773"/>
                </a:lnTo>
                <a:lnTo>
                  <a:pt x="2814862" y="4450683"/>
                </a:lnTo>
                <a:lnTo>
                  <a:pt x="2816224" y="4510722"/>
                </a:lnTo>
                <a:lnTo>
                  <a:pt x="2816514" y="4502909"/>
                </a:lnTo>
                <a:lnTo>
                  <a:pt x="2816531" y="4518276"/>
                </a:lnTo>
                <a:lnTo>
                  <a:pt x="2817146" y="4529014"/>
                </a:lnTo>
                <a:lnTo>
                  <a:pt x="2817358" y="4510896"/>
                </a:lnTo>
                <a:lnTo>
                  <a:pt x="2817410" y="4521795"/>
                </a:lnTo>
                <a:lnTo>
                  <a:pt x="2818298" y="4541709"/>
                </a:lnTo>
                <a:lnTo>
                  <a:pt x="2819492" y="4525954"/>
                </a:lnTo>
                <a:lnTo>
                  <a:pt x="2820388" y="4471617"/>
                </a:lnTo>
                <a:lnTo>
                  <a:pt x="2821126" y="4500331"/>
                </a:lnTo>
                <a:lnTo>
                  <a:pt x="2822005" y="4496412"/>
                </a:lnTo>
                <a:lnTo>
                  <a:pt x="2823798" y="4557133"/>
                </a:lnTo>
                <a:lnTo>
                  <a:pt x="2824035" y="4530754"/>
                </a:lnTo>
                <a:lnTo>
                  <a:pt x="2824342" y="4557445"/>
                </a:lnTo>
                <a:lnTo>
                  <a:pt x="2825124" y="4538375"/>
                </a:lnTo>
                <a:lnTo>
                  <a:pt x="2825722" y="4551340"/>
                </a:lnTo>
                <a:lnTo>
                  <a:pt x="2825968" y="4552057"/>
                </a:lnTo>
                <a:lnTo>
                  <a:pt x="2826152" y="4540760"/>
                </a:lnTo>
                <a:lnTo>
                  <a:pt x="2826214" y="4559570"/>
                </a:lnTo>
                <a:lnTo>
                  <a:pt x="2826267" y="4554979"/>
                </a:lnTo>
                <a:lnTo>
                  <a:pt x="2826943" y="4560971"/>
                </a:lnTo>
                <a:lnTo>
                  <a:pt x="2827892" y="4490938"/>
                </a:lnTo>
                <a:lnTo>
                  <a:pt x="2828621" y="4511736"/>
                </a:lnTo>
                <a:lnTo>
                  <a:pt x="2829342" y="4519484"/>
                </a:lnTo>
                <a:lnTo>
                  <a:pt x="2830079" y="4559411"/>
                </a:lnTo>
                <a:lnTo>
                  <a:pt x="2829552" y="4500831"/>
                </a:lnTo>
                <a:lnTo>
                  <a:pt x="2830281" y="4549401"/>
                </a:lnTo>
                <a:lnTo>
                  <a:pt x="2830932" y="4546466"/>
                </a:lnTo>
                <a:lnTo>
                  <a:pt x="2832495" y="4488952"/>
                </a:lnTo>
                <a:lnTo>
                  <a:pt x="2833559" y="4512626"/>
                </a:lnTo>
                <a:lnTo>
                  <a:pt x="2833620" y="4500477"/>
                </a:lnTo>
                <a:lnTo>
                  <a:pt x="2835017" y="4532417"/>
                </a:lnTo>
                <a:lnTo>
                  <a:pt x="2835070" y="4529466"/>
                </a:lnTo>
                <a:lnTo>
                  <a:pt x="2835149" y="4543747"/>
                </a:lnTo>
                <a:lnTo>
                  <a:pt x="2835896" y="4522091"/>
                </a:lnTo>
                <a:lnTo>
                  <a:pt x="2837530" y="4592754"/>
                </a:lnTo>
                <a:lnTo>
                  <a:pt x="2837609" y="4558347"/>
                </a:lnTo>
                <a:lnTo>
                  <a:pt x="2838365" y="4562340"/>
                </a:lnTo>
                <a:lnTo>
                  <a:pt x="2839595" y="4517330"/>
                </a:lnTo>
                <a:lnTo>
                  <a:pt x="2839841" y="4526549"/>
                </a:lnTo>
                <a:lnTo>
                  <a:pt x="2840245" y="4532041"/>
                </a:lnTo>
                <a:lnTo>
                  <a:pt x="2840991" y="4508527"/>
                </a:lnTo>
                <a:lnTo>
                  <a:pt x="2842089" y="4506954"/>
                </a:lnTo>
                <a:lnTo>
                  <a:pt x="2843346" y="4558221"/>
                </a:lnTo>
                <a:lnTo>
                  <a:pt x="2844049" y="4573693"/>
                </a:lnTo>
                <a:lnTo>
                  <a:pt x="2844207" y="4560318"/>
                </a:lnTo>
                <a:lnTo>
                  <a:pt x="2844963" y="4553210"/>
                </a:lnTo>
                <a:lnTo>
                  <a:pt x="2845525" y="4433562"/>
                </a:lnTo>
                <a:lnTo>
                  <a:pt x="2846307" y="4443523"/>
                </a:lnTo>
                <a:lnTo>
                  <a:pt x="2846474" y="4439723"/>
                </a:lnTo>
                <a:lnTo>
                  <a:pt x="2847326" y="4477790"/>
                </a:lnTo>
                <a:lnTo>
                  <a:pt x="2848583" y="4526208"/>
                </a:lnTo>
                <a:lnTo>
                  <a:pt x="2849224" y="4451858"/>
                </a:lnTo>
                <a:lnTo>
                  <a:pt x="2850585" y="4498803"/>
                </a:lnTo>
                <a:lnTo>
                  <a:pt x="2851034" y="4474764"/>
                </a:lnTo>
                <a:lnTo>
                  <a:pt x="2851675" y="4485199"/>
                </a:lnTo>
                <a:lnTo>
                  <a:pt x="2851746" y="4492914"/>
                </a:lnTo>
                <a:lnTo>
                  <a:pt x="2852431" y="4477668"/>
                </a:lnTo>
                <a:lnTo>
                  <a:pt x="2852747" y="4481093"/>
                </a:lnTo>
                <a:lnTo>
                  <a:pt x="2853679" y="4477639"/>
                </a:lnTo>
                <a:lnTo>
                  <a:pt x="2853836" y="4464023"/>
                </a:lnTo>
                <a:lnTo>
                  <a:pt x="2855084" y="4507900"/>
                </a:lnTo>
                <a:lnTo>
                  <a:pt x="2855682" y="4508771"/>
                </a:lnTo>
                <a:lnTo>
                  <a:pt x="2856446" y="4462987"/>
                </a:lnTo>
                <a:lnTo>
                  <a:pt x="2856560" y="4469225"/>
                </a:lnTo>
                <a:lnTo>
                  <a:pt x="2857896" y="4485676"/>
                </a:lnTo>
                <a:lnTo>
                  <a:pt x="2858757" y="4534823"/>
                </a:lnTo>
                <a:lnTo>
                  <a:pt x="2859170" y="4530709"/>
                </a:lnTo>
                <a:lnTo>
                  <a:pt x="2859266" y="4502161"/>
                </a:lnTo>
                <a:lnTo>
                  <a:pt x="2859881" y="4546136"/>
                </a:lnTo>
                <a:lnTo>
                  <a:pt x="2859899" y="4545014"/>
                </a:lnTo>
                <a:lnTo>
                  <a:pt x="2860128" y="4604239"/>
                </a:lnTo>
                <a:lnTo>
                  <a:pt x="2860154" y="4592345"/>
                </a:lnTo>
                <a:lnTo>
                  <a:pt x="2862008" y="4598575"/>
                </a:lnTo>
                <a:lnTo>
                  <a:pt x="2862938" y="4591573"/>
                </a:lnTo>
                <a:lnTo>
                  <a:pt x="2863527" y="4554423"/>
                </a:lnTo>
                <a:lnTo>
                  <a:pt x="2863993" y="4584794"/>
                </a:lnTo>
                <a:lnTo>
                  <a:pt x="2865030" y="4551005"/>
                </a:lnTo>
                <a:lnTo>
                  <a:pt x="2865038" y="4505548"/>
                </a:lnTo>
                <a:lnTo>
                  <a:pt x="2865399" y="4520711"/>
                </a:lnTo>
                <a:lnTo>
                  <a:pt x="2865970" y="4510362"/>
                </a:lnTo>
                <a:lnTo>
                  <a:pt x="2866831" y="4528087"/>
                </a:lnTo>
                <a:lnTo>
                  <a:pt x="2867164" y="4443949"/>
                </a:lnTo>
                <a:lnTo>
                  <a:pt x="2867577" y="4484091"/>
                </a:lnTo>
                <a:lnTo>
                  <a:pt x="2868043" y="4472948"/>
                </a:lnTo>
                <a:lnTo>
                  <a:pt x="2868334" y="4480276"/>
                </a:lnTo>
                <a:lnTo>
                  <a:pt x="2868870" y="4514387"/>
                </a:lnTo>
                <a:lnTo>
                  <a:pt x="2869230" y="4496720"/>
                </a:lnTo>
                <a:lnTo>
                  <a:pt x="2870925" y="4413727"/>
                </a:lnTo>
                <a:lnTo>
                  <a:pt x="2871197" y="4423329"/>
                </a:lnTo>
                <a:lnTo>
                  <a:pt x="2871576" y="4332800"/>
                </a:lnTo>
                <a:lnTo>
                  <a:pt x="2871900" y="4354786"/>
                </a:lnTo>
                <a:lnTo>
                  <a:pt x="2873500" y="4463572"/>
                </a:lnTo>
                <a:lnTo>
                  <a:pt x="2874659" y="4487504"/>
                </a:lnTo>
                <a:lnTo>
                  <a:pt x="2874826" y="4472519"/>
                </a:lnTo>
                <a:lnTo>
                  <a:pt x="2875783" y="4459831"/>
                </a:lnTo>
                <a:lnTo>
                  <a:pt x="2876258" y="4510261"/>
                </a:lnTo>
                <a:lnTo>
                  <a:pt x="2876741" y="4498246"/>
                </a:lnTo>
                <a:lnTo>
                  <a:pt x="2877313" y="4490043"/>
                </a:lnTo>
                <a:lnTo>
                  <a:pt x="2877576" y="4522453"/>
                </a:lnTo>
                <a:lnTo>
                  <a:pt x="2878033" y="4470178"/>
                </a:lnTo>
                <a:lnTo>
                  <a:pt x="2878807" y="4519643"/>
                </a:lnTo>
                <a:lnTo>
                  <a:pt x="2879017" y="4550615"/>
                </a:lnTo>
                <a:lnTo>
                  <a:pt x="2880072" y="4515608"/>
                </a:lnTo>
                <a:lnTo>
                  <a:pt x="2880572" y="4546629"/>
                </a:lnTo>
                <a:lnTo>
                  <a:pt x="2880721" y="4462743"/>
                </a:lnTo>
                <a:lnTo>
                  <a:pt x="2880985" y="4458011"/>
                </a:lnTo>
                <a:lnTo>
                  <a:pt x="2882689" y="4468928"/>
                </a:lnTo>
                <a:lnTo>
                  <a:pt x="2885668" y="4535084"/>
                </a:lnTo>
                <a:lnTo>
                  <a:pt x="2886397" y="4528584"/>
                </a:lnTo>
                <a:lnTo>
                  <a:pt x="2887996" y="4531492"/>
                </a:lnTo>
                <a:lnTo>
                  <a:pt x="2889191" y="4536426"/>
                </a:lnTo>
                <a:lnTo>
                  <a:pt x="2889586" y="4493020"/>
                </a:lnTo>
                <a:lnTo>
                  <a:pt x="2890421" y="4491824"/>
                </a:lnTo>
                <a:lnTo>
                  <a:pt x="2890658" y="4499412"/>
                </a:lnTo>
                <a:lnTo>
                  <a:pt x="2892283" y="4463579"/>
                </a:lnTo>
                <a:lnTo>
                  <a:pt x="2892301" y="4444097"/>
                </a:lnTo>
                <a:lnTo>
                  <a:pt x="2892925" y="4472774"/>
                </a:lnTo>
                <a:lnTo>
                  <a:pt x="2893057" y="4467979"/>
                </a:lnTo>
                <a:lnTo>
                  <a:pt x="2894358" y="4530683"/>
                </a:lnTo>
                <a:lnTo>
                  <a:pt x="2896299" y="4489040"/>
                </a:lnTo>
                <a:lnTo>
                  <a:pt x="2896922" y="4493276"/>
                </a:lnTo>
                <a:lnTo>
                  <a:pt x="2896993" y="4535036"/>
                </a:lnTo>
                <a:lnTo>
                  <a:pt x="2897608" y="4520612"/>
                </a:lnTo>
                <a:lnTo>
                  <a:pt x="2897889" y="4520450"/>
                </a:lnTo>
                <a:lnTo>
                  <a:pt x="2898372" y="4522464"/>
                </a:lnTo>
                <a:lnTo>
                  <a:pt x="2898416" y="4559951"/>
                </a:lnTo>
                <a:lnTo>
                  <a:pt x="2898759" y="4556683"/>
                </a:lnTo>
                <a:lnTo>
                  <a:pt x="2899444" y="4557389"/>
                </a:lnTo>
                <a:lnTo>
                  <a:pt x="2899787" y="4532469"/>
                </a:lnTo>
                <a:lnTo>
                  <a:pt x="2900095" y="4555274"/>
                </a:lnTo>
                <a:lnTo>
                  <a:pt x="2900455" y="4593560"/>
                </a:lnTo>
                <a:lnTo>
                  <a:pt x="2901307" y="4572009"/>
                </a:lnTo>
                <a:lnTo>
                  <a:pt x="2901773" y="4507726"/>
                </a:lnTo>
                <a:lnTo>
                  <a:pt x="2902282" y="4513121"/>
                </a:lnTo>
                <a:lnTo>
                  <a:pt x="2904066" y="4546368"/>
                </a:lnTo>
                <a:lnTo>
                  <a:pt x="2904127" y="4538521"/>
                </a:lnTo>
                <a:lnTo>
                  <a:pt x="2904426" y="4517883"/>
                </a:lnTo>
                <a:lnTo>
                  <a:pt x="2904778" y="4540037"/>
                </a:lnTo>
                <a:lnTo>
                  <a:pt x="2905541" y="4532036"/>
                </a:lnTo>
                <a:lnTo>
                  <a:pt x="2905612" y="4500173"/>
                </a:lnTo>
                <a:lnTo>
                  <a:pt x="2906921" y="4517141"/>
                </a:lnTo>
                <a:lnTo>
                  <a:pt x="2907984" y="4483963"/>
                </a:lnTo>
                <a:lnTo>
                  <a:pt x="2908731" y="4492546"/>
                </a:lnTo>
                <a:lnTo>
                  <a:pt x="2909065" y="4490472"/>
                </a:lnTo>
                <a:lnTo>
                  <a:pt x="2909250" y="4455596"/>
                </a:lnTo>
                <a:lnTo>
                  <a:pt x="2909873" y="4479184"/>
                </a:lnTo>
                <a:lnTo>
                  <a:pt x="2910110" y="4496361"/>
                </a:lnTo>
                <a:lnTo>
                  <a:pt x="2910945" y="4484452"/>
                </a:lnTo>
                <a:lnTo>
                  <a:pt x="2911323" y="4502791"/>
                </a:lnTo>
                <a:lnTo>
                  <a:pt x="2911894" y="4495290"/>
                </a:lnTo>
                <a:lnTo>
                  <a:pt x="2912492" y="4489181"/>
                </a:lnTo>
                <a:lnTo>
                  <a:pt x="2913203" y="4450153"/>
                </a:lnTo>
                <a:lnTo>
                  <a:pt x="2913221" y="4480938"/>
                </a:lnTo>
                <a:lnTo>
                  <a:pt x="2913370" y="4512376"/>
                </a:lnTo>
                <a:lnTo>
                  <a:pt x="2913967" y="4503105"/>
                </a:lnTo>
                <a:lnTo>
                  <a:pt x="2914793" y="4486681"/>
                </a:lnTo>
                <a:lnTo>
                  <a:pt x="2915408" y="4504427"/>
                </a:lnTo>
                <a:lnTo>
                  <a:pt x="2915549" y="4487084"/>
                </a:lnTo>
                <a:lnTo>
                  <a:pt x="2916120" y="4468930"/>
                </a:lnTo>
                <a:lnTo>
                  <a:pt x="2916234" y="4481195"/>
                </a:lnTo>
                <a:lnTo>
                  <a:pt x="2918088" y="4505492"/>
                </a:lnTo>
                <a:lnTo>
                  <a:pt x="2918712" y="4500231"/>
                </a:lnTo>
                <a:lnTo>
                  <a:pt x="2919221" y="4503806"/>
                </a:lnTo>
                <a:lnTo>
                  <a:pt x="2920073" y="4518758"/>
                </a:lnTo>
                <a:lnTo>
                  <a:pt x="2920206" y="4516500"/>
                </a:lnTo>
                <a:lnTo>
                  <a:pt x="2920381" y="4488773"/>
                </a:lnTo>
                <a:lnTo>
                  <a:pt x="2920776" y="4511208"/>
                </a:lnTo>
                <a:lnTo>
                  <a:pt x="2921550" y="4508507"/>
                </a:lnTo>
                <a:lnTo>
                  <a:pt x="2922182" y="4484688"/>
                </a:lnTo>
                <a:lnTo>
                  <a:pt x="2922991" y="4492398"/>
                </a:lnTo>
                <a:lnTo>
                  <a:pt x="2923438" y="4522625"/>
                </a:lnTo>
                <a:lnTo>
                  <a:pt x="2923799" y="4507913"/>
                </a:lnTo>
                <a:lnTo>
                  <a:pt x="2923966" y="4506517"/>
                </a:lnTo>
                <a:lnTo>
                  <a:pt x="2924906" y="4565438"/>
                </a:lnTo>
                <a:lnTo>
                  <a:pt x="2925415" y="4534583"/>
                </a:lnTo>
                <a:lnTo>
                  <a:pt x="2926110" y="4530535"/>
                </a:lnTo>
                <a:lnTo>
                  <a:pt x="2926189" y="4518585"/>
                </a:lnTo>
                <a:lnTo>
                  <a:pt x="2926233" y="4531735"/>
                </a:lnTo>
                <a:lnTo>
                  <a:pt x="2926619" y="4529724"/>
                </a:lnTo>
                <a:lnTo>
                  <a:pt x="2930512" y="4587628"/>
                </a:lnTo>
                <a:lnTo>
                  <a:pt x="2931091" y="4575617"/>
                </a:lnTo>
                <a:lnTo>
                  <a:pt x="2931601" y="4595276"/>
                </a:lnTo>
                <a:lnTo>
                  <a:pt x="2933534" y="4536876"/>
                </a:lnTo>
                <a:lnTo>
                  <a:pt x="2934719" y="4527653"/>
                </a:lnTo>
                <a:lnTo>
                  <a:pt x="2935018" y="4492043"/>
                </a:lnTo>
                <a:lnTo>
                  <a:pt x="2935141" y="4502988"/>
                </a:lnTo>
                <a:lnTo>
                  <a:pt x="2937206" y="4551665"/>
                </a:lnTo>
                <a:lnTo>
                  <a:pt x="2937408" y="4520627"/>
                </a:lnTo>
                <a:lnTo>
                  <a:pt x="2937575" y="4553043"/>
                </a:lnTo>
                <a:lnTo>
                  <a:pt x="2940712" y="4615055"/>
                </a:lnTo>
                <a:lnTo>
                  <a:pt x="2940843" y="4574085"/>
                </a:lnTo>
                <a:lnTo>
                  <a:pt x="2940966" y="4601215"/>
                </a:lnTo>
                <a:lnTo>
                  <a:pt x="2942179" y="4630260"/>
                </a:lnTo>
                <a:lnTo>
                  <a:pt x="2942838" y="4577783"/>
                </a:lnTo>
                <a:lnTo>
                  <a:pt x="2943840" y="4583264"/>
                </a:lnTo>
                <a:lnTo>
                  <a:pt x="2944499" y="4601081"/>
                </a:lnTo>
                <a:lnTo>
                  <a:pt x="2945702" y="4581049"/>
                </a:lnTo>
                <a:lnTo>
                  <a:pt x="2946519" y="4612701"/>
                </a:lnTo>
                <a:lnTo>
                  <a:pt x="2946756" y="4610540"/>
                </a:lnTo>
                <a:lnTo>
                  <a:pt x="2948285" y="4549041"/>
                </a:lnTo>
                <a:lnTo>
                  <a:pt x="2948382" y="4556541"/>
                </a:lnTo>
                <a:lnTo>
                  <a:pt x="2948821" y="4537324"/>
                </a:lnTo>
                <a:lnTo>
                  <a:pt x="2949269" y="4554263"/>
                </a:lnTo>
                <a:lnTo>
                  <a:pt x="2949840" y="4569602"/>
                </a:lnTo>
                <a:lnTo>
                  <a:pt x="2950209" y="4557645"/>
                </a:lnTo>
                <a:lnTo>
                  <a:pt x="2950350" y="4543964"/>
                </a:lnTo>
                <a:lnTo>
                  <a:pt x="2950579" y="4560898"/>
                </a:lnTo>
                <a:lnTo>
                  <a:pt x="2951791" y="4589491"/>
                </a:lnTo>
                <a:lnTo>
                  <a:pt x="2951914" y="4587493"/>
                </a:lnTo>
                <a:lnTo>
                  <a:pt x="2952853" y="4584563"/>
                </a:lnTo>
                <a:lnTo>
                  <a:pt x="2953469" y="4589578"/>
                </a:lnTo>
                <a:lnTo>
                  <a:pt x="2953934" y="4544176"/>
                </a:lnTo>
                <a:lnTo>
                  <a:pt x="2954998" y="4510335"/>
                </a:lnTo>
                <a:lnTo>
                  <a:pt x="2955270" y="4519964"/>
                </a:lnTo>
                <a:lnTo>
                  <a:pt x="2955674" y="4505118"/>
                </a:lnTo>
                <a:lnTo>
                  <a:pt x="2955981" y="4514170"/>
                </a:lnTo>
                <a:lnTo>
                  <a:pt x="2956263" y="4548398"/>
                </a:lnTo>
                <a:lnTo>
                  <a:pt x="2956913" y="4545981"/>
                </a:lnTo>
                <a:lnTo>
                  <a:pt x="2957194" y="4542607"/>
                </a:lnTo>
                <a:lnTo>
                  <a:pt x="2957352" y="4550586"/>
                </a:lnTo>
                <a:lnTo>
                  <a:pt x="2957704" y="4548437"/>
                </a:lnTo>
                <a:lnTo>
                  <a:pt x="2957976" y="4583917"/>
                </a:lnTo>
                <a:lnTo>
                  <a:pt x="2958942" y="4580261"/>
                </a:lnTo>
                <a:lnTo>
                  <a:pt x="2959312" y="4558357"/>
                </a:lnTo>
                <a:lnTo>
                  <a:pt x="2959838" y="4562996"/>
                </a:lnTo>
                <a:lnTo>
                  <a:pt x="2960726" y="4577059"/>
                </a:lnTo>
                <a:lnTo>
                  <a:pt x="2961710" y="4515017"/>
                </a:lnTo>
                <a:lnTo>
                  <a:pt x="2961903" y="4524307"/>
                </a:lnTo>
                <a:lnTo>
                  <a:pt x="2961921" y="4538059"/>
                </a:lnTo>
                <a:lnTo>
                  <a:pt x="2962606" y="4520116"/>
                </a:lnTo>
                <a:lnTo>
                  <a:pt x="2962993" y="4562063"/>
                </a:lnTo>
                <a:lnTo>
                  <a:pt x="2963362" y="4560467"/>
                </a:lnTo>
                <a:lnTo>
                  <a:pt x="2964153" y="4497285"/>
                </a:lnTo>
                <a:lnTo>
                  <a:pt x="2964223" y="4506921"/>
                </a:lnTo>
                <a:lnTo>
                  <a:pt x="2965172" y="4532992"/>
                </a:lnTo>
                <a:lnTo>
                  <a:pt x="2965717" y="4538582"/>
                </a:lnTo>
                <a:lnTo>
                  <a:pt x="2967359" y="4581901"/>
                </a:lnTo>
                <a:lnTo>
                  <a:pt x="2968440" y="4549540"/>
                </a:lnTo>
                <a:lnTo>
                  <a:pt x="2970118" y="4584569"/>
                </a:lnTo>
                <a:lnTo>
                  <a:pt x="2970892" y="4543536"/>
                </a:lnTo>
                <a:lnTo>
                  <a:pt x="2970918" y="4550689"/>
                </a:lnTo>
                <a:lnTo>
                  <a:pt x="2971392" y="4560695"/>
                </a:lnTo>
                <a:lnTo>
                  <a:pt x="2972297" y="4605408"/>
                </a:lnTo>
                <a:lnTo>
                  <a:pt x="2973158" y="4598635"/>
                </a:lnTo>
                <a:lnTo>
                  <a:pt x="2974072" y="4545622"/>
                </a:lnTo>
                <a:lnTo>
                  <a:pt x="2975442" y="4475968"/>
                </a:lnTo>
                <a:lnTo>
                  <a:pt x="2975486" y="4504123"/>
                </a:lnTo>
                <a:lnTo>
                  <a:pt x="2976690" y="4535922"/>
                </a:lnTo>
                <a:lnTo>
                  <a:pt x="2978263" y="4524589"/>
                </a:lnTo>
                <a:lnTo>
                  <a:pt x="2979396" y="4568378"/>
                </a:lnTo>
                <a:lnTo>
                  <a:pt x="2979545" y="4554441"/>
                </a:lnTo>
                <a:lnTo>
                  <a:pt x="2980969" y="4630676"/>
                </a:lnTo>
                <a:lnTo>
                  <a:pt x="2981391" y="4605767"/>
                </a:lnTo>
                <a:lnTo>
                  <a:pt x="2981575" y="4533629"/>
                </a:lnTo>
                <a:lnTo>
                  <a:pt x="2982340" y="4578007"/>
                </a:lnTo>
                <a:lnTo>
                  <a:pt x="2982357" y="4572342"/>
                </a:lnTo>
                <a:lnTo>
                  <a:pt x="2982919" y="4607282"/>
                </a:lnTo>
                <a:lnTo>
                  <a:pt x="2983534" y="4621785"/>
                </a:lnTo>
                <a:lnTo>
                  <a:pt x="2983719" y="4610982"/>
                </a:lnTo>
                <a:lnTo>
                  <a:pt x="2984474" y="4574459"/>
                </a:lnTo>
                <a:lnTo>
                  <a:pt x="2984624" y="4582657"/>
                </a:lnTo>
                <a:lnTo>
                  <a:pt x="2987638" y="4491582"/>
                </a:lnTo>
                <a:lnTo>
                  <a:pt x="2988173" y="4479963"/>
                </a:lnTo>
                <a:lnTo>
                  <a:pt x="2988666" y="4484109"/>
                </a:lnTo>
                <a:lnTo>
                  <a:pt x="2989790" y="4513203"/>
                </a:lnTo>
                <a:lnTo>
                  <a:pt x="2990378" y="4459530"/>
                </a:lnTo>
                <a:lnTo>
                  <a:pt x="2990572" y="4495174"/>
                </a:lnTo>
                <a:lnTo>
                  <a:pt x="2990932" y="4495787"/>
                </a:lnTo>
                <a:lnTo>
                  <a:pt x="2991116" y="4493899"/>
                </a:lnTo>
                <a:lnTo>
                  <a:pt x="2992258" y="4522142"/>
                </a:lnTo>
                <a:lnTo>
                  <a:pt x="2993392" y="4540735"/>
                </a:lnTo>
                <a:lnTo>
                  <a:pt x="2994068" y="4493862"/>
                </a:lnTo>
                <a:lnTo>
                  <a:pt x="2995044" y="4476867"/>
                </a:lnTo>
                <a:lnTo>
                  <a:pt x="2995721" y="4284100"/>
                </a:lnTo>
                <a:lnTo>
                  <a:pt x="2996151" y="4286609"/>
                </a:lnTo>
                <a:lnTo>
                  <a:pt x="2996511" y="4291718"/>
                </a:lnTo>
                <a:lnTo>
                  <a:pt x="2997214" y="4399231"/>
                </a:lnTo>
                <a:lnTo>
                  <a:pt x="2997522" y="4385745"/>
                </a:lnTo>
                <a:lnTo>
                  <a:pt x="2999436" y="4496100"/>
                </a:lnTo>
                <a:lnTo>
                  <a:pt x="3000368" y="4478173"/>
                </a:lnTo>
                <a:lnTo>
                  <a:pt x="3000711" y="4505570"/>
                </a:lnTo>
                <a:lnTo>
                  <a:pt x="3001071" y="4478087"/>
                </a:lnTo>
                <a:lnTo>
                  <a:pt x="3001563" y="4512852"/>
                </a:lnTo>
                <a:lnTo>
                  <a:pt x="3002117" y="4510013"/>
                </a:lnTo>
                <a:lnTo>
                  <a:pt x="3002907" y="4486371"/>
                </a:lnTo>
                <a:lnTo>
                  <a:pt x="3003215" y="4496153"/>
                </a:lnTo>
                <a:lnTo>
                  <a:pt x="3003566" y="4516821"/>
                </a:lnTo>
                <a:lnTo>
                  <a:pt x="3003829" y="4495393"/>
                </a:lnTo>
                <a:lnTo>
                  <a:pt x="3004023" y="4477757"/>
                </a:lnTo>
                <a:lnTo>
                  <a:pt x="3004251" y="4501252"/>
                </a:lnTo>
                <a:lnTo>
                  <a:pt x="3004410" y="4489479"/>
                </a:lnTo>
                <a:lnTo>
                  <a:pt x="3005658" y="4477990"/>
                </a:lnTo>
                <a:lnTo>
                  <a:pt x="3006492" y="4479256"/>
                </a:lnTo>
                <a:lnTo>
                  <a:pt x="3007915" y="4503810"/>
                </a:lnTo>
                <a:lnTo>
                  <a:pt x="3009593" y="4056262"/>
                </a:lnTo>
                <a:lnTo>
                  <a:pt x="3010085" y="4107666"/>
                </a:lnTo>
                <a:lnTo>
                  <a:pt x="3012264" y="4294476"/>
                </a:lnTo>
                <a:lnTo>
                  <a:pt x="3013468" y="4379129"/>
                </a:lnTo>
                <a:lnTo>
                  <a:pt x="3014153" y="4374318"/>
                </a:lnTo>
                <a:lnTo>
                  <a:pt x="3015049" y="4459157"/>
                </a:lnTo>
                <a:lnTo>
                  <a:pt x="3016068" y="4424362"/>
                </a:lnTo>
                <a:lnTo>
                  <a:pt x="3016332" y="4441289"/>
                </a:lnTo>
                <a:lnTo>
                  <a:pt x="3016939" y="4490801"/>
                </a:lnTo>
                <a:lnTo>
                  <a:pt x="3018573" y="4524820"/>
                </a:lnTo>
                <a:lnTo>
                  <a:pt x="3019293" y="4521400"/>
                </a:lnTo>
                <a:lnTo>
                  <a:pt x="3019355" y="4507253"/>
                </a:lnTo>
                <a:lnTo>
                  <a:pt x="3020031" y="4517212"/>
                </a:lnTo>
                <a:lnTo>
                  <a:pt x="3020550" y="4552436"/>
                </a:lnTo>
                <a:lnTo>
                  <a:pt x="3021595" y="4568757"/>
                </a:lnTo>
                <a:lnTo>
                  <a:pt x="3021665" y="4558873"/>
                </a:lnTo>
                <a:lnTo>
                  <a:pt x="3022324" y="4545507"/>
                </a:lnTo>
                <a:lnTo>
                  <a:pt x="3022526" y="4550197"/>
                </a:lnTo>
                <a:lnTo>
                  <a:pt x="3022843" y="4555410"/>
                </a:lnTo>
                <a:lnTo>
                  <a:pt x="3023150" y="4534098"/>
                </a:lnTo>
                <a:lnTo>
                  <a:pt x="3023563" y="4547622"/>
                </a:lnTo>
                <a:lnTo>
                  <a:pt x="3024635" y="4533709"/>
                </a:lnTo>
                <a:lnTo>
                  <a:pt x="3024670" y="4545050"/>
                </a:lnTo>
                <a:lnTo>
                  <a:pt x="3024793" y="4545467"/>
                </a:lnTo>
                <a:lnTo>
                  <a:pt x="3024986" y="4573802"/>
                </a:lnTo>
                <a:lnTo>
                  <a:pt x="3025706" y="4541548"/>
                </a:lnTo>
                <a:lnTo>
                  <a:pt x="3025865" y="4509268"/>
                </a:lnTo>
                <a:lnTo>
                  <a:pt x="3026410" y="4524557"/>
                </a:lnTo>
                <a:lnTo>
                  <a:pt x="3026743" y="4527621"/>
                </a:lnTo>
                <a:lnTo>
                  <a:pt x="3027499" y="4521225"/>
                </a:lnTo>
                <a:lnTo>
                  <a:pt x="3027587" y="4532490"/>
                </a:lnTo>
                <a:lnTo>
                  <a:pt x="3027745" y="4507441"/>
                </a:lnTo>
                <a:lnTo>
                  <a:pt x="3028351" y="4516114"/>
                </a:lnTo>
                <a:lnTo>
                  <a:pt x="3028949" y="4487922"/>
                </a:lnTo>
                <a:lnTo>
                  <a:pt x="3028553" y="4518563"/>
                </a:lnTo>
                <a:lnTo>
                  <a:pt x="3029599" y="4491165"/>
                </a:lnTo>
                <a:lnTo>
                  <a:pt x="3030231" y="4487509"/>
                </a:lnTo>
                <a:lnTo>
                  <a:pt x="3030557" y="4504689"/>
                </a:lnTo>
                <a:lnTo>
                  <a:pt x="3031690" y="4491254"/>
                </a:lnTo>
                <a:lnTo>
                  <a:pt x="3033227" y="4550200"/>
                </a:lnTo>
                <a:lnTo>
                  <a:pt x="3034993" y="4520947"/>
                </a:lnTo>
                <a:lnTo>
                  <a:pt x="3035802" y="4568179"/>
                </a:lnTo>
                <a:lnTo>
                  <a:pt x="3035836" y="4551539"/>
                </a:lnTo>
                <a:lnTo>
                  <a:pt x="3036926" y="4535025"/>
                </a:lnTo>
                <a:lnTo>
                  <a:pt x="3037445" y="4604594"/>
                </a:lnTo>
                <a:lnTo>
                  <a:pt x="3037998" y="4565218"/>
                </a:lnTo>
                <a:lnTo>
                  <a:pt x="3038279" y="4516392"/>
                </a:lnTo>
                <a:lnTo>
                  <a:pt x="3038561" y="4274433"/>
                </a:lnTo>
                <a:lnTo>
                  <a:pt x="3039210" y="4318080"/>
                </a:lnTo>
                <a:lnTo>
                  <a:pt x="3040520" y="4389130"/>
                </a:lnTo>
                <a:lnTo>
                  <a:pt x="3041811" y="4460361"/>
                </a:lnTo>
                <a:lnTo>
                  <a:pt x="3042479" y="4463313"/>
                </a:lnTo>
                <a:lnTo>
                  <a:pt x="3043313" y="4455967"/>
                </a:lnTo>
                <a:lnTo>
                  <a:pt x="3043498" y="4443222"/>
                </a:lnTo>
                <a:lnTo>
                  <a:pt x="3043832" y="4452793"/>
                </a:lnTo>
                <a:lnTo>
                  <a:pt x="3044790" y="4518601"/>
                </a:lnTo>
                <a:lnTo>
                  <a:pt x="3044843" y="4513583"/>
                </a:lnTo>
                <a:lnTo>
                  <a:pt x="3045625" y="4525474"/>
                </a:lnTo>
                <a:lnTo>
                  <a:pt x="3045765" y="4521146"/>
                </a:lnTo>
                <a:lnTo>
                  <a:pt x="3046108" y="4510688"/>
                </a:lnTo>
                <a:lnTo>
                  <a:pt x="3046169" y="4526428"/>
                </a:lnTo>
                <a:lnTo>
                  <a:pt x="3046854" y="4536743"/>
                </a:lnTo>
                <a:lnTo>
                  <a:pt x="3047355" y="4531303"/>
                </a:lnTo>
                <a:lnTo>
                  <a:pt x="3048093" y="4497269"/>
                </a:lnTo>
                <a:lnTo>
                  <a:pt x="3047557" y="4547651"/>
                </a:lnTo>
                <a:lnTo>
                  <a:pt x="3048778" y="4501857"/>
                </a:lnTo>
                <a:lnTo>
                  <a:pt x="3048823" y="4530533"/>
                </a:lnTo>
                <a:lnTo>
                  <a:pt x="3049772" y="4542381"/>
                </a:lnTo>
                <a:lnTo>
                  <a:pt x="3050720" y="4523393"/>
                </a:lnTo>
                <a:lnTo>
                  <a:pt x="3050825" y="4524312"/>
                </a:lnTo>
                <a:lnTo>
                  <a:pt x="3051019" y="4519114"/>
                </a:lnTo>
                <a:lnTo>
                  <a:pt x="3051221" y="4542342"/>
                </a:lnTo>
                <a:lnTo>
                  <a:pt x="3053672" y="4553579"/>
                </a:lnTo>
                <a:lnTo>
                  <a:pt x="3053909" y="4552488"/>
                </a:lnTo>
                <a:lnTo>
                  <a:pt x="3054463" y="4563551"/>
                </a:lnTo>
                <a:lnTo>
                  <a:pt x="3054621" y="4558023"/>
                </a:lnTo>
                <a:lnTo>
                  <a:pt x="3054981" y="4546631"/>
                </a:lnTo>
                <a:lnTo>
                  <a:pt x="3055096" y="4557600"/>
                </a:lnTo>
                <a:lnTo>
                  <a:pt x="3055763" y="4579536"/>
                </a:lnTo>
                <a:lnTo>
                  <a:pt x="3056396" y="4546529"/>
                </a:lnTo>
                <a:lnTo>
                  <a:pt x="3056501" y="4578173"/>
                </a:lnTo>
                <a:lnTo>
                  <a:pt x="3056818" y="4576295"/>
                </a:lnTo>
                <a:lnTo>
                  <a:pt x="3057406" y="4539277"/>
                </a:lnTo>
                <a:lnTo>
                  <a:pt x="3057635" y="4547223"/>
                </a:lnTo>
                <a:lnTo>
                  <a:pt x="3058970" y="4554395"/>
                </a:lnTo>
                <a:lnTo>
                  <a:pt x="3059383" y="4572871"/>
                </a:lnTo>
                <a:lnTo>
                  <a:pt x="3059673" y="4561560"/>
                </a:lnTo>
                <a:lnTo>
                  <a:pt x="3060025" y="4559960"/>
                </a:lnTo>
                <a:lnTo>
                  <a:pt x="3060604" y="4599142"/>
                </a:lnTo>
                <a:lnTo>
                  <a:pt x="3062950" y="4552827"/>
                </a:lnTo>
                <a:lnTo>
                  <a:pt x="3063082" y="4511879"/>
                </a:lnTo>
                <a:lnTo>
                  <a:pt x="3063741" y="4532312"/>
                </a:lnTo>
                <a:lnTo>
                  <a:pt x="3064031" y="4528659"/>
                </a:lnTo>
                <a:lnTo>
                  <a:pt x="3065058" y="4584609"/>
                </a:lnTo>
                <a:lnTo>
                  <a:pt x="3065401" y="4576128"/>
                </a:lnTo>
                <a:lnTo>
                  <a:pt x="3066262" y="4495433"/>
                </a:lnTo>
                <a:lnTo>
                  <a:pt x="3066631" y="4297898"/>
                </a:lnTo>
                <a:lnTo>
                  <a:pt x="3067317" y="4323313"/>
                </a:lnTo>
                <a:lnTo>
                  <a:pt x="3068019" y="4314624"/>
                </a:lnTo>
                <a:lnTo>
                  <a:pt x="3068152" y="4321557"/>
                </a:lnTo>
                <a:lnTo>
                  <a:pt x="3069531" y="4391569"/>
                </a:lnTo>
                <a:lnTo>
                  <a:pt x="3070322" y="4418930"/>
                </a:lnTo>
                <a:lnTo>
                  <a:pt x="3071876" y="4418660"/>
                </a:lnTo>
                <a:lnTo>
                  <a:pt x="3073212" y="4483806"/>
                </a:lnTo>
                <a:lnTo>
                  <a:pt x="3073968" y="4475734"/>
                </a:lnTo>
                <a:lnTo>
                  <a:pt x="3074117" y="4496887"/>
                </a:lnTo>
                <a:lnTo>
                  <a:pt x="3074785" y="4463121"/>
                </a:lnTo>
                <a:lnTo>
                  <a:pt x="3075136" y="4462744"/>
                </a:lnTo>
                <a:lnTo>
                  <a:pt x="3075241" y="4459797"/>
                </a:lnTo>
                <a:lnTo>
                  <a:pt x="3075531" y="4462037"/>
                </a:lnTo>
                <a:lnTo>
                  <a:pt x="3075646" y="4513010"/>
                </a:lnTo>
                <a:lnTo>
                  <a:pt x="3075883" y="4500839"/>
                </a:lnTo>
                <a:lnTo>
                  <a:pt x="3076577" y="4500528"/>
                </a:lnTo>
                <a:lnTo>
                  <a:pt x="3076709" y="4491950"/>
                </a:lnTo>
                <a:lnTo>
                  <a:pt x="3077051" y="4509165"/>
                </a:lnTo>
                <a:lnTo>
                  <a:pt x="3077587" y="4506365"/>
                </a:lnTo>
                <a:lnTo>
                  <a:pt x="3077939" y="4499193"/>
                </a:lnTo>
                <a:lnTo>
                  <a:pt x="3078501" y="4540915"/>
                </a:lnTo>
                <a:lnTo>
                  <a:pt x="3079248" y="4519828"/>
                </a:lnTo>
                <a:lnTo>
                  <a:pt x="3079670" y="4533979"/>
                </a:lnTo>
                <a:lnTo>
                  <a:pt x="3080065" y="4543449"/>
                </a:lnTo>
                <a:lnTo>
                  <a:pt x="3080531" y="4578828"/>
                </a:lnTo>
                <a:lnTo>
                  <a:pt x="3080856" y="4574776"/>
                </a:lnTo>
                <a:lnTo>
                  <a:pt x="3081734" y="4549253"/>
                </a:lnTo>
                <a:lnTo>
                  <a:pt x="3082315" y="4556371"/>
                </a:lnTo>
                <a:lnTo>
                  <a:pt x="3083343" y="4574192"/>
                </a:lnTo>
                <a:lnTo>
                  <a:pt x="3083808" y="4556177"/>
                </a:lnTo>
                <a:lnTo>
                  <a:pt x="3083869" y="4559024"/>
                </a:lnTo>
                <a:lnTo>
                  <a:pt x="3084634" y="4615135"/>
                </a:lnTo>
                <a:lnTo>
                  <a:pt x="3085187" y="4587622"/>
                </a:lnTo>
                <a:lnTo>
                  <a:pt x="3085240" y="4576773"/>
                </a:lnTo>
                <a:lnTo>
                  <a:pt x="3085486" y="4621872"/>
                </a:lnTo>
                <a:lnTo>
                  <a:pt x="3086180" y="4618929"/>
                </a:lnTo>
                <a:lnTo>
                  <a:pt x="3087366" y="4589294"/>
                </a:lnTo>
                <a:lnTo>
                  <a:pt x="3087788" y="4621858"/>
                </a:lnTo>
                <a:lnTo>
                  <a:pt x="3088438" y="4620539"/>
                </a:lnTo>
                <a:lnTo>
                  <a:pt x="3089747" y="4607783"/>
                </a:lnTo>
                <a:lnTo>
                  <a:pt x="3089783" y="4611527"/>
                </a:lnTo>
                <a:lnTo>
                  <a:pt x="3090239" y="4651142"/>
                </a:lnTo>
                <a:lnTo>
                  <a:pt x="3090775" y="4625368"/>
                </a:lnTo>
                <a:lnTo>
                  <a:pt x="3091451" y="4582451"/>
                </a:lnTo>
                <a:lnTo>
                  <a:pt x="3091504" y="4586961"/>
                </a:lnTo>
                <a:lnTo>
                  <a:pt x="3092251" y="4597480"/>
                </a:lnTo>
                <a:lnTo>
                  <a:pt x="3092919" y="4626149"/>
                </a:lnTo>
                <a:lnTo>
                  <a:pt x="3093051" y="4616823"/>
                </a:lnTo>
                <a:lnTo>
                  <a:pt x="3093850" y="4607000"/>
                </a:lnTo>
                <a:lnTo>
                  <a:pt x="3093894" y="4611842"/>
                </a:lnTo>
                <a:lnTo>
                  <a:pt x="3094070" y="4616363"/>
                </a:lnTo>
                <a:lnTo>
                  <a:pt x="3094360" y="4580931"/>
                </a:lnTo>
                <a:lnTo>
                  <a:pt x="3094711" y="4584641"/>
                </a:lnTo>
                <a:lnTo>
                  <a:pt x="3095045" y="4589602"/>
                </a:lnTo>
                <a:lnTo>
                  <a:pt x="3095660" y="4579061"/>
                </a:lnTo>
                <a:lnTo>
                  <a:pt x="3095836" y="4606887"/>
                </a:lnTo>
                <a:lnTo>
                  <a:pt x="3096416" y="4555637"/>
                </a:lnTo>
                <a:lnTo>
                  <a:pt x="3097426" y="4613690"/>
                </a:lnTo>
                <a:lnTo>
                  <a:pt x="3097531" y="4630783"/>
                </a:lnTo>
                <a:lnTo>
                  <a:pt x="3098313" y="4623387"/>
                </a:lnTo>
                <a:lnTo>
                  <a:pt x="3099350" y="4600948"/>
                </a:lnTo>
                <a:lnTo>
                  <a:pt x="3099763" y="4590812"/>
                </a:lnTo>
                <a:lnTo>
                  <a:pt x="3100738" y="4607423"/>
                </a:lnTo>
                <a:lnTo>
                  <a:pt x="3101652" y="4584955"/>
                </a:lnTo>
                <a:lnTo>
                  <a:pt x="3101846" y="4586889"/>
                </a:lnTo>
                <a:lnTo>
                  <a:pt x="3101942" y="4569236"/>
                </a:lnTo>
                <a:lnTo>
                  <a:pt x="3102812" y="4600409"/>
                </a:lnTo>
                <a:lnTo>
                  <a:pt x="3103128" y="4570236"/>
                </a:lnTo>
                <a:lnTo>
                  <a:pt x="3103234" y="4587841"/>
                </a:lnTo>
                <a:lnTo>
                  <a:pt x="3104270" y="4567742"/>
                </a:lnTo>
                <a:lnTo>
                  <a:pt x="3105483" y="4573313"/>
                </a:lnTo>
                <a:lnTo>
                  <a:pt x="3105764" y="4540054"/>
                </a:lnTo>
                <a:lnTo>
                  <a:pt x="3106142" y="4599527"/>
                </a:lnTo>
                <a:lnTo>
                  <a:pt x="3107460" y="4553719"/>
                </a:lnTo>
                <a:lnTo>
                  <a:pt x="3107477" y="4568808"/>
                </a:lnTo>
                <a:lnTo>
                  <a:pt x="3107600" y="4592512"/>
                </a:lnTo>
                <a:lnTo>
                  <a:pt x="3108092" y="4562694"/>
                </a:lnTo>
                <a:lnTo>
                  <a:pt x="3108452" y="4555410"/>
                </a:lnTo>
                <a:lnTo>
                  <a:pt x="3108602" y="4568528"/>
                </a:lnTo>
                <a:lnTo>
                  <a:pt x="3108874" y="4594855"/>
                </a:lnTo>
                <a:lnTo>
                  <a:pt x="3109471" y="4588852"/>
                </a:lnTo>
                <a:lnTo>
                  <a:pt x="3109586" y="4583862"/>
                </a:lnTo>
                <a:lnTo>
                  <a:pt x="3110315" y="4578425"/>
                </a:lnTo>
                <a:lnTo>
                  <a:pt x="3110878" y="4609886"/>
                </a:lnTo>
                <a:lnTo>
                  <a:pt x="3111325" y="4340000"/>
                </a:lnTo>
                <a:lnTo>
                  <a:pt x="3112986" y="4430728"/>
                </a:lnTo>
                <a:lnTo>
                  <a:pt x="3113144" y="4422658"/>
                </a:lnTo>
                <a:lnTo>
                  <a:pt x="3115358" y="4587100"/>
                </a:lnTo>
                <a:lnTo>
                  <a:pt x="3115657" y="4586375"/>
                </a:lnTo>
                <a:lnTo>
                  <a:pt x="3115744" y="4588053"/>
                </a:lnTo>
                <a:lnTo>
                  <a:pt x="3118688" y="4493439"/>
                </a:lnTo>
                <a:lnTo>
                  <a:pt x="3118978" y="4510586"/>
                </a:lnTo>
                <a:lnTo>
                  <a:pt x="3119971" y="4570816"/>
                </a:lnTo>
                <a:lnTo>
                  <a:pt x="3120296" y="4598655"/>
                </a:lnTo>
                <a:lnTo>
                  <a:pt x="3121280" y="4590489"/>
                </a:lnTo>
                <a:lnTo>
                  <a:pt x="3122818" y="4624890"/>
                </a:lnTo>
                <a:lnTo>
                  <a:pt x="3123520" y="4612281"/>
                </a:lnTo>
                <a:lnTo>
                  <a:pt x="3124346" y="4610071"/>
                </a:lnTo>
                <a:lnTo>
                  <a:pt x="3124566" y="4626096"/>
                </a:lnTo>
                <a:lnTo>
                  <a:pt x="3125971" y="4585244"/>
                </a:lnTo>
                <a:lnTo>
                  <a:pt x="3126086" y="4592759"/>
                </a:lnTo>
                <a:lnTo>
                  <a:pt x="3127166" y="4632830"/>
                </a:lnTo>
                <a:lnTo>
                  <a:pt x="3127263" y="4629378"/>
                </a:lnTo>
                <a:lnTo>
                  <a:pt x="3127553" y="4611095"/>
                </a:lnTo>
                <a:lnTo>
                  <a:pt x="3127641" y="4637583"/>
                </a:lnTo>
                <a:lnTo>
                  <a:pt x="3127878" y="4651771"/>
                </a:lnTo>
                <a:lnTo>
                  <a:pt x="3128142" y="4645821"/>
                </a:lnTo>
                <a:lnTo>
                  <a:pt x="3129653" y="4642651"/>
                </a:lnTo>
                <a:lnTo>
                  <a:pt x="3131269" y="4522147"/>
                </a:lnTo>
                <a:lnTo>
                  <a:pt x="3131384" y="4540067"/>
                </a:lnTo>
                <a:lnTo>
                  <a:pt x="3132306" y="4554037"/>
                </a:lnTo>
                <a:lnTo>
                  <a:pt x="3132324" y="4541807"/>
                </a:lnTo>
                <a:lnTo>
                  <a:pt x="3132719" y="4531319"/>
                </a:lnTo>
                <a:moveTo>
                  <a:pt x="3132719" y="4531319"/>
                </a:moveTo>
                <a:lnTo>
                  <a:pt x="3132702" y="454814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000000">
                <a:alpha val="30000"/>
              </a:srgbClr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08F2C-38BF-4E57-B0E7-708802EF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164" y="121635"/>
            <a:ext cx="75163" cy="2333070"/>
          </a:xfrm>
          <a:custGeom xmlns:a="http://schemas.openxmlformats.org/drawingml/2006/main">
            <a:pathLst>
              <a:path w="75163" h="2333070" fill="none">
                <a:moveTo>
                  <a:pt x="0" y="0"/>
                </a:moveTo>
                <a:lnTo>
                  <a:pt x="140" y="38416"/>
                </a:lnTo>
                <a:lnTo>
                  <a:pt x="1072" y="72567"/>
                </a:lnTo>
                <a:lnTo>
                  <a:pt x="3303" y="447637"/>
                </a:lnTo>
                <a:lnTo>
                  <a:pt x="4032" y="496994"/>
                </a:lnTo>
                <a:lnTo>
                  <a:pt x="4920" y="589059"/>
                </a:lnTo>
                <a:lnTo>
                  <a:pt x="5298" y="578650"/>
                </a:lnTo>
                <a:lnTo>
                  <a:pt x="6475" y="611353"/>
                </a:lnTo>
                <a:lnTo>
                  <a:pt x="6668" y="681117"/>
                </a:lnTo>
                <a:lnTo>
                  <a:pt x="7125" y="671354"/>
                </a:lnTo>
                <a:lnTo>
                  <a:pt x="7582" y="675400"/>
                </a:lnTo>
                <a:lnTo>
                  <a:pt x="7661" y="674019"/>
                </a:lnTo>
                <a:lnTo>
                  <a:pt x="8355" y="794509"/>
                </a:lnTo>
                <a:lnTo>
                  <a:pt x="8496" y="788242"/>
                </a:lnTo>
                <a:lnTo>
                  <a:pt x="8671" y="787495"/>
                </a:lnTo>
                <a:lnTo>
                  <a:pt x="9269" y="786852"/>
                </a:lnTo>
                <a:lnTo>
                  <a:pt x="13328" y="1093016"/>
                </a:lnTo>
                <a:lnTo>
                  <a:pt x="13653" y="1100539"/>
                </a:lnTo>
                <a:lnTo>
                  <a:pt x="13987" y="1070162"/>
                </a:lnTo>
                <a:lnTo>
                  <a:pt x="14461" y="1085560"/>
                </a:lnTo>
                <a:lnTo>
                  <a:pt x="15955" y="1202530"/>
                </a:lnTo>
                <a:lnTo>
                  <a:pt x="19786" y="1327130"/>
                </a:lnTo>
                <a:lnTo>
                  <a:pt x="20541" y="1398396"/>
                </a:lnTo>
                <a:lnTo>
                  <a:pt x="21745" y="1465288"/>
                </a:lnTo>
                <a:lnTo>
                  <a:pt x="22131" y="1459892"/>
                </a:lnTo>
                <a:lnTo>
                  <a:pt x="22896" y="1503931"/>
                </a:lnTo>
                <a:lnTo>
                  <a:pt x="23669" y="1553033"/>
                </a:lnTo>
                <a:lnTo>
                  <a:pt x="23774" y="1549864"/>
                </a:lnTo>
                <a:lnTo>
                  <a:pt x="24152" y="1525879"/>
                </a:lnTo>
                <a:lnTo>
                  <a:pt x="24407" y="1587928"/>
                </a:lnTo>
                <a:lnTo>
                  <a:pt x="24750" y="1575267"/>
                </a:lnTo>
                <a:lnTo>
                  <a:pt x="25918" y="1629409"/>
                </a:lnTo>
                <a:lnTo>
                  <a:pt x="25962" y="1605780"/>
                </a:lnTo>
                <a:lnTo>
                  <a:pt x="26050" y="1587631"/>
                </a:lnTo>
                <a:lnTo>
                  <a:pt x="26612" y="1608540"/>
                </a:lnTo>
                <a:lnTo>
                  <a:pt x="26990" y="1602727"/>
                </a:lnTo>
                <a:lnTo>
                  <a:pt x="29441" y="1684787"/>
                </a:lnTo>
                <a:lnTo>
                  <a:pt x="29538" y="1673138"/>
                </a:lnTo>
                <a:lnTo>
                  <a:pt x="30074" y="1695087"/>
                </a:lnTo>
                <a:lnTo>
                  <a:pt x="31067" y="1716302"/>
                </a:lnTo>
                <a:lnTo>
                  <a:pt x="31866" y="1712710"/>
                </a:lnTo>
                <a:lnTo>
                  <a:pt x="32139" y="1708504"/>
                </a:lnTo>
                <a:lnTo>
                  <a:pt x="33184" y="1756324"/>
                </a:lnTo>
                <a:lnTo>
                  <a:pt x="33825" y="1748972"/>
                </a:lnTo>
                <a:lnTo>
                  <a:pt x="34221" y="1727492"/>
                </a:lnTo>
                <a:lnTo>
                  <a:pt x="34599" y="1746451"/>
                </a:lnTo>
                <a:lnTo>
                  <a:pt x="34897" y="1745702"/>
                </a:lnTo>
                <a:lnTo>
                  <a:pt x="36013" y="1812263"/>
                </a:lnTo>
                <a:lnTo>
                  <a:pt x="36575" y="1845804"/>
                </a:lnTo>
                <a:lnTo>
                  <a:pt x="37032" y="1841724"/>
                </a:lnTo>
                <a:lnTo>
                  <a:pt x="37674" y="1809455"/>
                </a:lnTo>
                <a:lnTo>
                  <a:pt x="38456" y="1813877"/>
                </a:lnTo>
                <a:lnTo>
                  <a:pt x="38833" y="1835841"/>
                </a:lnTo>
                <a:lnTo>
                  <a:pt x="39440" y="1818814"/>
                </a:lnTo>
                <a:lnTo>
                  <a:pt x="39844" y="1820968"/>
                </a:lnTo>
                <a:lnTo>
                  <a:pt x="40424" y="1844409"/>
                </a:lnTo>
                <a:lnTo>
                  <a:pt x="41047" y="1836748"/>
                </a:lnTo>
                <a:lnTo>
                  <a:pt x="42866" y="1859295"/>
                </a:lnTo>
                <a:lnTo>
                  <a:pt x="43701" y="1971085"/>
                </a:lnTo>
                <a:lnTo>
                  <a:pt x="44017" y="1947555"/>
                </a:lnTo>
                <a:lnTo>
                  <a:pt x="44527" y="1950677"/>
                </a:lnTo>
                <a:lnTo>
                  <a:pt x="44904" y="1940681"/>
                </a:lnTo>
                <a:lnTo>
                  <a:pt x="44755" y="1969636"/>
                </a:lnTo>
                <a:lnTo>
                  <a:pt x="45159" y="1960819"/>
                </a:lnTo>
                <a:lnTo>
                  <a:pt x="45845" y="1931307"/>
                </a:lnTo>
                <a:lnTo>
                  <a:pt x="46047" y="1940983"/>
                </a:lnTo>
                <a:lnTo>
                  <a:pt x="46082" y="1962225"/>
                </a:lnTo>
                <a:lnTo>
                  <a:pt x="46644" y="1914687"/>
                </a:lnTo>
                <a:lnTo>
                  <a:pt x="46750" y="1926823"/>
                </a:lnTo>
                <a:lnTo>
                  <a:pt x="47066" y="1932024"/>
                </a:lnTo>
                <a:lnTo>
                  <a:pt x="48138" y="2001362"/>
                </a:lnTo>
                <a:lnTo>
                  <a:pt x="49482" y="2059101"/>
                </a:lnTo>
                <a:lnTo>
                  <a:pt x="50062" y="2060031"/>
                </a:lnTo>
                <a:lnTo>
                  <a:pt x="50211" y="2043619"/>
                </a:lnTo>
                <a:lnTo>
                  <a:pt x="50923" y="2047915"/>
                </a:lnTo>
                <a:lnTo>
                  <a:pt x="51872" y="2097952"/>
                </a:lnTo>
                <a:lnTo>
                  <a:pt x="53444" y="2056936"/>
                </a:lnTo>
                <a:lnTo>
                  <a:pt x="53664" y="2057348"/>
                </a:lnTo>
                <a:lnTo>
                  <a:pt x="54718" y="2123470"/>
                </a:lnTo>
                <a:lnTo>
                  <a:pt x="54841" y="2119502"/>
                </a:lnTo>
                <a:lnTo>
                  <a:pt x="55597" y="2139357"/>
                </a:lnTo>
                <a:lnTo>
                  <a:pt x="55676" y="2124600"/>
                </a:lnTo>
                <a:lnTo>
                  <a:pt x="56115" y="2121486"/>
                </a:lnTo>
                <a:lnTo>
                  <a:pt x="56212" y="2135371"/>
                </a:lnTo>
                <a:lnTo>
                  <a:pt x="56484" y="2106286"/>
                </a:lnTo>
                <a:lnTo>
                  <a:pt x="57214" y="2123735"/>
                </a:lnTo>
                <a:lnTo>
                  <a:pt x="57310" y="2112153"/>
                </a:lnTo>
                <a:lnTo>
                  <a:pt x="58373" y="2073764"/>
                </a:lnTo>
                <a:lnTo>
                  <a:pt x="58382" y="2096009"/>
                </a:lnTo>
                <a:lnTo>
                  <a:pt x="59542" y="2192269"/>
                </a:lnTo>
                <a:lnTo>
                  <a:pt x="59586" y="2148544"/>
                </a:lnTo>
                <a:lnTo>
                  <a:pt x="59920" y="2148385"/>
                </a:lnTo>
                <a:lnTo>
                  <a:pt x="60666" y="2187312"/>
                </a:lnTo>
                <a:lnTo>
                  <a:pt x="61053" y="2187096"/>
                </a:lnTo>
                <a:lnTo>
                  <a:pt x="61545" y="2160351"/>
                </a:lnTo>
                <a:lnTo>
                  <a:pt x="61694" y="2192014"/>
                </a:lnTo>
                <a:lnTo>
                  <a:pt x="62011" y="2170424"/>
                </a:lnTo>
                <a:lnTo>
                  <a:pt x="63416" y="2200749"/>
                </a:lnTo>
                <a:lnTo>
                  <a:pt x="62591" y="2159464"/>
                </a:lnTo>
                <a:lnTo>
                  <a:pt x="63487" y="2197604"/>
                </a:lnTo>
                <a:lnTo>
                  <a:pt x="63627" y="2191985"/>
                </a:lnTo>
                <a:lnTo>
                  <a:pt x="64646" y="2228657"/>
                </a:lnTo>
                <a:lnTo>
                  <a:pt x="65042" y="2191013"/>
                </a:lnTo>
                <a:lnTo>
                  <a:pt x="65455" y="2201905"/>
                </a:lnTo>
                <a:lnTo>
                  <a:pt x="65639" y="2201125"/>
                </a:lnTo>
                <a:lnTo>
                  <a:pt x="66421" y="2257628"/>
                </a:lnTo>
                <a:lnTo>
                  <a:pt x="66658" y="2262322"/>
                </a:lnTo>
                <a:lnTo>
                  <a:pt x="66764" y="2288129"/>
                </a:lnTo>
                <a:lnTo>
                  <a:pt x="67186" y="2255910"/>
                </a:lnTo>
                <a:lnTo>
                  <a:pt x="67467" y="2270329"/>
                </a:lnTo>
                <a:lnTo>
                  <a:pt x="67906" y="2223202"/>
                </a:lnTo>
                <a:lnTo>
                  <a:pt x="68143" y="2224078"/>
                </a:lnTo>
                <a:lnTo>
                  <a:pt x="68820" y="2231507"/>
                </a:lnTo>
                <a:lnTo>
                  <a:pt x="68829" y="2225181"/>
                </a:lnTo>
                <a:lnTo>
                  <a:pt x="68846" y="2216427"/>
                </a:lnTo>
                <a:lnTo>
                  <a:pt x="69031" y="2267127"/>
                </a:lnTo>
                <a:lnTo>
                  <a:pt x="69637" y="2263281"/>
                </a:lnTo>
                <a:lnTo>
                  <a:pt x="69813" y="2263567"/>
                </a:lnTo>
                <a:lnTo>
                  <a:pt x="70384" y="2218838"/>
                </a:lnTo>
                <a:lnTo>
                  <a:pt x="70665" y="2233224"/>
                </a:lnTo>
                <a:lnTo>
                  <a:pt x="71262" y="2232613"/>
                </a:lnTo>
                <a:lnTo>
                  <a:pt x="71438" y="2214038"/>
                </a:lnTo>
                <a:lnTo>
                  <a:pt x="72132" y="2223799"/>
                </a:lnTo>
                <a:lnTo>
                  <a:pt x="73169" y="2278995"/>
                </a:lnTo>
                <a:lnTo>
                  <a:pt x="73397" y="2279375"/>
                </a:lnTo>
                <a:lnTo>
                  <a:pt x="74399" y="2321646"/>
                </a:lnTo>
                <a:lnTo>
                  <a:pt x="75146" y="2333070"/>
                </a:lnTo>
                <a:lnTo>
                  <a:pt x="75163" y="2326683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90D0F-0D2A-4B11-83DA-9C0A0E3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28" y="2448318"/>
            <a:ext cx="63847" cy="460648"/>
          </a:xfrm>
          <a:custGeom xmlns:a="http://schemas.openxmlformats.org/drawingml/2006/main">
            <a:pathLst>
              <a:path w="63847" h="460648" fill="none">
                <a:moveTo>
                  <a:pt x="0" y="0"/>
                </a:moveTo>
                <a:lnTo>
                  <a:pt x="694" y="60667"/>
                </a:lnTo>
                <a:lnTo>
                  <a:pt x="1168" y="34926"/>
                </a:lnTo>
                <a:lnTo>
                  <a:pt x="1555" y="52779"/>
                </a:lnTo>
                <a:lnTo>
                  <a:pt x="1863" y="54510"/>
                </a:lnTo>
                <a:lnTo>
                  <a:pt x="2276" y="45570"/>
                </a:lnTo>
                <a:lnTo>
                  <a:pt x="2917" y="118304"/>
                </a:lnTo>
                <a:lnTo>
                  <a:pt x="3251" y="117329"/>
                </a:lnTo>
                <a:lnTo>
                  <a:pt x="3795" y="110053"/>
                </a:lnTo>
                <a:lnTo>
                  <a:pt x="3945" y="112089"/>
                </a:lnTo>
                <a:lnTo>
                  <a:pt x="5377" y="181527"/>
                </a:lnTo>
                <a:lnTo>
                  <a:pt x="6827" y="89891"/>
                </a:lnTo>
                <a:lnTo>
                  <a:pt x="7161" y="91705"/>
                </a:lnTo>
                <a:lnTo>
                  <a:pt x="7301" y="89494"/>
                </a:lnTo>
                <a:lnTo>
                  <a:pt x="7494" y="101359"/>
                </a:lnTo>
                <a:lnTo>
                  <a:pt x="7899" y="83584"/>
                </a:lnTo>
                <a:lnTo>
                  <a:pt x="7907" y="89787"/>
                </a:lnTo>
                <a:lnTo>
                  <a:pt x="8531" y="56506"/>
                </a:lnTo>
                <a:lnTo>
                  <a:pt x="8760" y="65173"/>
                </a:lnTo>
                <a:lnTo>
                  <a:pt x="9129" y="121638"/>
                </a:lnTo>
                <a:lnTo>
                  <a:pt x="9673" y="102410"/>
                </a:lnTo>
                <a:lnTo>
                  <a:pt x="10209" y="99342"/>
                </a:lnTo>
                <a:lnTo>
                  <a:pt x="10482" y="93718"/>
                </a:lnTo>
                <a:lnTo>
                  <a:pt x="10798" y="127235"/>
                </a:lnTo>
                <a:lnTo>
                  <a:pt x="11712" y="105377"/>
                </a:lnTo>
                <a:lnTo>
                  <a:pt x="12151" y="109575"/>
                </a:lnTo>
                <a:lnTo>
                  <a:pt x="12836" y="136670"/>
                </a:lnTo>
                <a:lnTo>
                  <a:pt x="13276" y="123088"/>
                </a:lnTo>
                <a:lnTo>
                  <a:pt x="13319" y="112960"/>
                </a:lnTo>
                <a:lnTo>
                  <a:pt x="13565" y="158362"/>
                </a:lnTo>
                <a:lnTo>
                  <a:pt x="14057" y="143845"/>
                </a:lnTo>
                <a:lnTo>
                  <a:pt x="14681" y="158851"/>
                </a:lnTo>
                <a:lnTo>
                  <a:pt x="14708" y="144541"/>
                </a:lnTo>
                <a:lnTo>
                  <a:pt x="14910" y="120767"/>
                </a:lnTo>
                <a:lnTo>
                  <a:pt x="15287" y="144369"/>
                </a:lnTo>
                <a:lnTo>
                  <a:pt x="15823" y="163658"/>
                </a:lnTo>
                <a:lnTo>
                  <a:pt x="16342" y="158489"/>
                </a:lnTo>
                <a:lnTo>
                  <a:pt x="16834" y="145146"/>
                </a:lnTo>
                <a:lnTo>
                  <a:pt x="17018" y="130529"/>
                </a:lnTo>
                <a:lnTo>
                  <a:pt x="17361" y="165518"/>
                </a:lnTo>
                <a:lnTo>
                  <a:pt x="18055" y="155795"/>
                </a:lnTo>
                <a:lnTo>
                  <a:pt x="18775" y="192771"/>
                </a:lnTo>
                <a:lnTo>
                  <a:pt x="19434" y="134748"/>
                </a:lnTo>
                <a:lnTo>
                  <a:pt x="19777" y="155517"/>
                </a:lnTo>
                <a:lnTo>
                  <a:pt x="20172" y="158229"/>
                </a:lnTo>
                <a:lnTo>
                  <a:pt x="21561" y="113924"/>
                </a:lnTo>
                <a:lnTo>
                  <a:pt x="21587" y="128444"/>
                </a:lnTo>
                <a:lnTo>
                  <a:pt x="22264" y="113437"/>
                </a:lnTo>
                <a:lnTo>
                  <a:pt x="22360" y="113645"/>
                </a:lnTo>
                <a:lnTo>
                  <a:pt x="22553" y="108402"/>
                </a:lnTo>
                <a:lnTo>
                  <a:pt x="23388" y="145693"/>
                </a:lnTo>
                <a:lnTo>
                  <a:pt x="23660" y="155268"/>
                </a:lnTo>
                <a:lnTo>
                  <a:pt x="24214" y="151106"/>
                </a:lnTo>
                <a:lnTo>
                  <a:pt x="24522" y="149090"/>
                </a:lnTo>
                <a:lnTo>
                  <a:pt x="25664" y="210509"/>
                </a:lnTo>
                <a:lnTo>
                  <a:pt x="26077" y="213470"/>
                </a:lnTo>
                <a:lnTo>
                  <a:pt x="26217" y="227485"/>
                </a:lnTo>
                <a:lnTo>
                  <a:pt x="26481" y="180294"/>
                </a:lnTo>
                <a:lnTo>
                  <a:pt x="26964" y="151446"/>
                </a:lnTo>
                <a:lnTo>
                  <a:pt x="27412" y="151902"/>
                </a:lnTo>
                <a:lnTo>
                  <a:pt x="27597" y="154234"/>
                </a:lnTo>
                <a:lnTo>
                  <a:pt x="27658" y="143148"/>
                </a:lnTo>
                <a:lnTo>
                  <a:pt x="28133" y="195298"/>
                </a:lnTo>
                <a:lnTo>
                  <a:pt x="28475" y="176524"/>
                </a:lnTo>
                <a:lnTo>
                  <a:pt x="29002" y="178492"/>
                </a:lnTo>
                <a:lnTo>
                  <a:pt x="29257" y="245036"/>
                </a:lnTo>
                <a:lnTo>
                  <a:pt x="29582" y="238201"/>
                </a:lnTo>
                <a:lnTo>
                  <a:pt x="30030" y="224984"/>
                </a:lnTo>
                <a:lnTo>
                  <a:pt x="30250" y="236332"/>
                </a:lnTo>
                <a:lnTo>
                  <a:pt x="30786" y="231032"/>
                </a:lnTo>
                <a:lnTo>
                  <a:pt x="30847" y="248698"/>
                </a:lnTo>
                <a:lnTo>
                  <a:pt x="31164" y="223212"/>
                </a:lnTo>
                <a:lnTo>
                  <a:pt x="31946" y="218493"/>
                </a:lnTo>
                <a:lnTo>
                  <a:pt x="32578" y="257643"/>
                </a:lnTo>
                <a:lnTo>
                  <a:pt x="33246" y="250692"/>
                </a:lnTo>
                <a:lnTo>
                  <a:pt x="33843" y="214233"/>
                </a:lnTo>
                <a:lnTo>
                  <a:pt x="35759" y="299132"/>
                </a:lnTo>
                <a:lnTo>
                  <a:pt x="36145" y="284603"/>
                </a:lnTo>
                <a:lnTo>
                  <a:pt x="36172" y="305273"/>
                </a:lnTo>
                <a:lnTo>
                  <a:pt x="36242" y="299488"/>
                </a:lnTo>
                <a:lnTo>
                  <a:pt x="36620" y="362247"/>
                </a:lnTo>
                <a:lnTo>
                  <a:pt x="36813" y="291915"/>
                </a:lnTo>
                <a:lnTo>
                  <a:pt x="37973" y="260187"/>
                </a:lnTo>
                <a:lnTo>
                  <a:pt x="38386" y="248209"/>
                </a:lnTo>
                <a:lnTo>
                  <a:pt x="39185" y="302136"/>
                </a:lnTo>
                <a:lnTo>
                  <a:pt x="39572" y="294989"/>
                </a:lnTo>
                <a:lnTo>
                  <a:pt x="39914" y="269880"/>
                </a:lnTo>
                <a:lnTo>
                  <a:pt x="40152" y="273831"/>
                </a:lnTo>
                <a:lnTo>
                  <a:pt x="41039" y="277238"/>
                </a:lnTo>
                <a:lnTo>
                  <a:pt x="41434" y="286023"/>
                </a:lnTo>
                <a:lnTo>
                  <a:pt x="41663" y="278591"/>
                </a:lnTo>
                <a:lnTo>
                  <a:pt x="42331" y="252029"/>
                </a:lnTo>
                <a:lnTo>
                  <a:pt x="41751" y="282708"/>
                </a:lnTo>
                <a:lnTo>
                  <a:pt x="42471" y="254097"/>
                </a:lnTo>
                <a:lnTo>
                  <a:pt x="43007" y="255612"/>
                </a:lnTo>
                <a:lnTo>
                  <a:pt x="44097" y="285014"/>
                </a:lnTo>
                <a:lnTo>
                  <a:pt x="44966" y="210418"/>
                </a:lnTo>
                <a:lnTo>
                  <a:pt x="44272" y="291473"/>
                </a:lnTo>
                <a:lnTo>
                  <a:pt x="45414" y="234373"/>
                </a:lnTo>
                <a:lnTo>
                  <a:pt x="46240" y="300522"/>
                </a:lnTo>
                <a:lnTo>
                  <a:pt x="46355" y="291092"/>
                </a:lnTo>
                <a:lnTo>
                  <a:pt x="46917" y="291597"/>
                </a:lnTo>
                <a:lnTo>
                  <a:pt x="47198" y="290082"/>
                </a:lnTo>
                <a:lnTo>
                  <a:pt x="49711" y="436077"/>
                </a:lnTo>
                <a:lnTo>
                  <a:pt x="49860" y="460648"/>
                </a:lnTo>
                <a:lnTo>
                  <a:pt x="50396" y="438503"/>
                </a:lnTo>
                <a:lnTo>
                  <a:pt x="52628" y="325534"/>
                </a:lnTo>
                <a:lnTo>
                  <a:pt x="53164" y="344959"/>
                </a:lnTo>
                <a:lnTo>
                  <a:pt x="53893" y="378411"/>
                </a:lnTo>
                <a:lnTo>
                  <a:pt x="54165" y="366654"/>
                </a:lnTo>
                <a:lnTo>
                  <a:pt x="54701" y="383159"/>
                </a:lnTo>
                <a:lnTo>
                  <a:pt x="54736" y="376273"/>
                </a:lnTo>
                <a:lnTo>
                  <a:pt x="55088" y="325817"/>
                </a:lnTo>
                <a:lnTo>
                  <a:pt x="55931" y="350184"/>
                </a:lnTo>
                <a:lnTo>
                  <a:pt x="56731" y="411824"/>
                </a:lnTo>
                <a:lnTo>
                  <a:pt x="56933" y="378218"/>
                </a:lnTo>
                <a:lnTo>
                  <a:pt x="57100" y="379815"/>
                </a:lnTo>
                <a:lnTo>
                  <a:pt x="57539" y="357656"/>
                </a:lnTo>
                <a:lnTo>
                  <a:pt x="57917" y="373184"/>
                </a:lnTo>
                <a:lnTo>
                  <a:pt x="58409" y="404670"/>
                </a:lnTo>
                <a:lnTo>
                  <a:pt x="58321" y="369840"/>
                </a:lnTo>
                <a:lnTo>
                  <a:pt x="58488" y="402843"/>
                </a:lnTo>
                <a:lnTo>
                  <a:pt x="58690" y="326742"/>
                </a:lnTo>
                <a:lnTo>
                  <a:pt x="59419" y="331108"/>
                </a:lnTo>
                <a:lnTo>
                  <a:pt x="60122" y="312421"/>
                </a:lnTo>
                <a:lnTo>
                  <a:pt x="61862" y="364631"/>
                </a:lnTo>
                <a:lnTo>
                  <a:pt x="62248" y="359703"/>
                </a:lnTo>
                <a:lnTo>
                  <a:pt x="63847" y="328362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93312-F1E9-4A44-B4C8-F34C265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75" y="2767642"/>
            <a:ext cx="57223" cy="369401"/>
          </a:xfrm>
          <a:custGeom xmlns:a="http://schemas.openxmlformats.org/drawingml/2006/main">
            <a:pathLst>
              <a:path w="57223" h="369401" fill="none">
                <a:moveTo>
                  <a:pt x="0" y="9038"/>
                </a:moveTo>
                <a:lnTo>
                  <a:pt x="474" y="0"/>
                </a:lnTo>
                <a:lnTo>
                  <a:pt x="2715" y="68166"/>
                </a:lnTo>
                <a:lnTo>
                  <a:pt x="3251" y="69843"/>
                </a:lnTo>
                <a:lnTo>
                  <a:pt x="3804" y="12995"/>
                </a:lnTo>
                <a:lnTo>
                  <a:pt x="4165" y="17386"/>
                </a:lnTo>
                <a:lnTo>
                  <a:pt x="4542" y="18015"/>
                </a:lnTo>
                <a:lnTo>
                  <a:pt x="4577" y="9823"/>
                </a:lnTo>
                <a:lnTo>
                  <a:pt x="5219" y="48681"/>
                </a:lnTo>
                <a:lnTo>
                  <a:pt x="5298" y="48414"/>
                </a:lnTo>
                <a:lnTo>
                  <a:pt x="6097" y="59380"/>
                </a:lnTo>
                <a:lnTo>
                  <a:pt x="6150" y="46226"/>
                </a:lnTo>
                <a:lnTo>
                  <a:pt x="6660" y="126473"/>
                </a:lnTo>
                <a:lnTo>
                  <a:pt x="6677" y="124711"/>
                </a:lnTo>
                <a:lnTo>
                  <a:pt x="7213" y="149252"/>
                </a:lnTo>
                <a:lnTo>
                  <a:pt x="7380" y="133184"/>
                </a:lnTo>
                <a:lnTo>
                  <a:pt x="8637" y="98535"/>
                </a:lnTo>
                <a:lnTo>
                  <a:pt x="9840" y="194530"/>
                </a:lnTo>
                <a:lnTo>
                  <a:pt x="10174" y="183210"/>
                </a:lnTo>
                <a:lnTo>
                  <a:pt x="10666" y="115808"/>
                </a:lnTo>
                <a:lnTo>
                  <a:pt x="10868" y="181578"/>
                </a:lnTo>
                <a:lnTo>
                  <a:pt x="11123" y="177643"/>
                </a:lnTo>
                <a:lnTo>
                  <a:pt x="11149" y="183913"/>
                </a:lnTo>
                <a:lnTo>
                  <a:pt x="11606" y="217058"/>
                </a:lnTo>
                <a:lnTo>
                  <a:pt x="11747" y="211654"/>
                </a:lnTo>
                <a:lnTo>
                  <a:pt x="13100" y="186011"/>
                </a:lnTo>
                <a:lnTo>
                  <a:pt x="13706" y="211998"/>
                </a:lnTo>
                <a:lnTo>
                  <a:pt x="13917" y="205534"/>
                </a:lnTo>
                <a:lnTo>
                  <a:pt x="15129" y="150994"/>
                </a:lnTo>
                <a:lnTo>
                  <a:pt x="15235" y="150632"/>
                </a:lnTo>
                <a:lnTo>
                  <a:pt x="15920" y="196640"/>
                </a:lnTo>
                <a:lnTo>
                  <a:pt x="16201" y="182070"/>
                </a:lnTo>
                <a:lnTo>
                  <a:pt x="17581" y="153168"/>
                </a:lnTo>
                <a:lnTo>
                  <a:pt x="17730" y="159926"/>
                </a:lnTo>
                <a:lnTo>
                  <a:pt x="18064" y="164227"/>
                </a:lnTo>
                <a:lnTo>
                  <a:pt x="18178" y="131489"/>
                </a:lnTo>
                <a:lnTo>
                  <a:pt x="18670" y="183744"/>
                </a:lnTo>
                <a:lnTo>
                  <a:pt x="19338" y="233220"/>
                </a:lnTo>
                <a:lnTo>
                  <a:pt x="20146" y="217239"/>
                </a:lnTo>
                <a:lnTo>
                  <a:pt x="20296" y="220177"/>
                </a:lnTo>
                <a:lnTo>
                  <a:pt x="21438" y="156210"/>
                </a:lnTo>
                <a:lnTo>
                  <a:pt x="21605" y="158393"/>
                </a:lnTo>
                <a:lnTo>
                  <a:pt x="22307" y="213992"/>
                </a:lnTo>
                <a:lnTo>
                  <a:pt x="23371" y="206233"/>
                </a:lnTo>
                <a:lnTo>
                  <a:pt x="23520" y="220034"/>
                </a:lnTo>
                <a:lnTo>
                  <a:pt x="23792" y="202871"/>
                </a:lnTo>
                <a:lnTo>
                  <a:pt x="23941" y="192216"/>
                </a:lnTo>
                <a:lnTo>
                  <a:pt x="24267" y="225812"/>
                </a:lnTo>
                <a:lnTo>
                  <a:pt x="25497" y="239104"/>
                </a:lnTo>
                <a:lnTo>
                  <a:pt x="25541" y="226405"/>
                </a:lnTo>
                <a:lnTo>
                  <a:pt x="26111" y="288820"/>
                </a:lnTo>
                <a:lnTo>
                  <a:pt x="26296" y="245197"/>
                </a:lnTo>
                <a:lnTo>
                  <a:pt x="26876" y="246660"/>
                </a:lnTo>
                <a:lnTo>
                  <a:pt x="27192" y="245884"/>
                </a:lnTo>
                <a:lnTo>
                  <a:pt x="27658" y="246124"/>
                </a:lnTo>
                <a:lnTo>
                  <a:pt x="28290" y="211577"/>
                </a:lnTo>
                <a:lnTo>
                  <a:pt x="28642" y="218497"/>
                </a:lnTo>
                <a:lnTo>
                  <a:pt x="29451" y="264581"/>
                </a:lnTo>
                <a:lnTo>
                  <a:pt x="29608" y="239745"/>
                </a:lnTo>
                <a:lnTo>
                  <a:pt x="29916" y="208574"/>
                </a:lnTo>
                <a:lnTo>
                  <a:pt x="29968" y="211166"/>
                </a:lnTo>
                <a:lnTo>
                  <a:pt x="30013" y="187288"/>
                </a:lnTo>
                <a:lnTo>
                  <a:pt x="30636" y="231817"/>
                </a:lnTo>
                <a:lnTo>
                  <a:pt x="30742" y="231813"/>
                </a:lnTo>
                <a:lnTo>
                  <a:pt x="31269" y="292506"/>
                </a:lnTo>
                <a:lnTo>
                  <a:pt x="31726" y="259570"/>
                </a:lnTo>
                <a:lnTo>
                  <a:pt x="31787" y="259739"/>
                </a:lnTo>
                <a:lnTo>
                  <a:pt x="32095" y="293662"/>
                </a:lnTo>
                <a:lnTo>
                  <a:pt x="31928" y="257877"/>
                </a:lnTo>
                <a:lnTo>
                  <a:pt x="32631" y="275849"/>
                </a:lnTo>
                <a:lnTo>
                  <a:pt x="33641" y="319723"/>
                </a:lnTo>
                <a:lnTo>
                  <a:pt x="33922" y="304780"/>
                </a:lnTo>
                <a:lnTo>
                  <a:pt x="34037" y="271526"/>
                </a:lnTo>
                <a:lnTo>
                  <a:pt x="34379" y="310802"/>
                </a:lnTo>
                <a:lnTo>
                  <a:pt x="34801" y="296994"/>
                </a:lnTo>
                <a:lnTo>
                  <a:pt x="35047" y="321047"/>
                </a:lnTo>
                <a:lnTo>
                  <a:pt x="35266" y="286622"/>
                </a:lnTo>
                <a:lnTo>
                  <a:pt x="35434" y="309366"/>
                </a:lnTo>
                <a:lnTo>
                  <a:pt x="36584" y="325384"/>
                </a:lnTo>
                <a:lnTo>
                  <a:pt x="36637" y="339893"/>
                </a:lnTo>
                <a:lnTo>
                  <a:pt x="37156" y="317734"/>
                </a:lnTo>
                <a:lnTo>
                  <a:pt x="37858" y="316346"/>
                </a:lnTo>
                <a:lnTo>
                  <a:pt x="38561" y="226663"/>
                </a:lnTo>
                <a:lnTo>
                  <a:pt x="39168" y="276736"/>
                </a:lnTo>
                <a:lnTo>
                  <a:pt x="39730" y="297738"/>
                </a:lnTo>
                <a:lnTo>
                  <a:pt x="40134" y="297430"/>
                </a:lnTo>
                <a:lnTo>
                  <a:pt x="41461" y="240109"/>
                </a:lnTo>
                <a:lnTo>
                  <a:pt x="42181" y="160801"/>
                </a:lnTo>
                <a:lnTo>
                  <a:pt x="42287" y="183264"/>
                </a:lnTo>
                <a:lnTo>
                  <a:pt x="42875" y="208083"/>
                </a:lnTo>
                <a:lnTo>
                  <a:pt x="43297" y="200269"/>
                </a:lnTo>
                <a:lnTo>
                  <a:pt x="43323" y="170344"/>
                </a:lnTo>
                <a:lnTo>
                  <a:pt x="43912" y="231037"/>
                </a:lnTo>
                <a:lnTo>
                  <a:pt x="44290" y="204623"/>
                </a:lnTo>
                <a:lnTo>
                  <a:pt x="44580" y="214865"/>
                </a:lnTo>
                <a:lnTo>
                  <a:pt x="45072" y="247044"/>
                </a:lnTo>
                <a:lnTo>
                  <a:pt x="45300" y="216908"/>
                </a:lnTo>
                <a:lnTo>
                  <a:pt x="45555" y="201228"/>
                </a:lnTo>
                <a:lnTo>
                  <a:pt x="45757" y="233670"/>
                </a:lnTo>
                <a:lnTo>
                  <a:pt x="45836" y="233649"/>
                </a:lnTo>
                <a:lnTo>
                  <a:pt x="46451" y="250445"/>
                </a:lnTo>
                <a:lnTo>
                  <a:pt x="47005" y="214906"/>
                </a:lnTo>
                <a:lnTo>
                  <a:pt x="47637" y="233295"/>
                </a:lnTo>
                <a:lnTo>
                  <a:pt x="48111" y="243460"/>
                </a:lnTo>
                <a:lnTo>
                  <a:pt x="48375" y="273527"/>
                </a:lnTo>
                <a:lnTo>
                  <a:pt x="48507" y="260673"/>
                </a:lnTo>
                <a:lnTo>
                  <a:pt x="49263" y="231000"/>
                </a:lnTo>
                <a:lnTo>
                  <a:pt x="49702" y="262855"/>
                </a:lnTo>
                <a:lnTo>
                  <a:pt x="50264" y="231933"/>
                </a:lnTo>
                <a:lnTo>
                  <a:pt x="50317" y="268823"/>
                </a:lnTo>
                <a:lnTo>
                  <a:pt x="51328" y="257923"/>
                </a:lnTo>
                <a:lnTo>
                  <a:pt x="51987" y="298645"/>
                </a:lnTo>
                <a:lnTo>
                  <a:pt x="52091" y="296341"/>
                </a:lnTo>
                <a:lnTo>
                  <a:pt x="52426" y="282603"/>
                </a:lnTo>
                <a:lnTo>
                  <a:pt x="52575" y="303566"/>
                </a:lnTo>
                <a:lnTo>
                  <a:pt x="53366" y="326591"/>
                </a:lnTo>
                <a:lnTo>
                  <a:pt x="53076" y="298642"/>
                </a:lnTo>
                <a:lnTo>
                  <a:pt x="53726" y="313352"/>
                </a:lnTo>
                <a:lnTo>
                  <a:pt x="54157" y="304874"/>
                </a:lnTo>
                <a:lnTo>
                  <a:pt x="54253" y="309727"/>
                </a:lnTo>
                <a:lnTo>
                  <a:pt x="54464" y="274687"/>
                </a:lnTo>
                <a:lnTo>
                  <a:pt x="55185" y="288801"/>
                </a:lnTo>
                <a:lnTo>
                  <a:pt x="55219" y="345295"/>
                </a:lnTo>
                <a:lnTo>
                  <a:pt x="56098" y="326092"/>
                </a:lnTo>
                <a:lnTo>
                  <a:pt x="56651" y="312251"/>
                </a:lnTo>
                <a:lnTo>
                  <a:pt x="56810" y="330430"/>
                </a:lnTo>
                <a:lnTo>
                  <a:pt x="57135" y="369401"/>
                </a:lnTo>
                <a:lnTo>
                  <a:pt x="57223" y="352212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6C963-8168-400C-A5E5-AD84199F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97" y="3059541"/>
            <a:ext cx="67643" cy="249673"/>
          </a:xfrm>
          <a:custGeom xmlns:a="http://schemas.openxmlformats.org/drawingml/2006/main">
            <a:pathLst>
              <a:path w="67643" h="249673" fill="none">
                <a:moveTo>
                  <a:pt x="0" y="60312"/>
                </a:moveTo>
                <a:lnTo>
                  <a:pt x="975" y="0"/>
                </a:lnTo>
                <a:lnTo>
                  <a:pt x="1212" y="28547"/>
                </a:lnTo>
                <a:lnTo>
                  <a:pt x="1819" y="58695"/>
                </a:lnTo>
                <a:lnTo>
                  <a:pt x="2126" y="32897"/>
                </a:lnTo>
                <a:lnTo>
                  <a:pt x="3031" y="100625"/>
                </a:lnTo>
                <a:lnTo>
                  <a:pt x="3936" y="79846"/>
                </a:lnTo>
                <a:lnTo>
                  <a:pt x="4490" y="37190"/>
                </a:lnTo>
                <a:lnTo>
                  <a:pt x="4946" y="60779"/>
                </a:lnTo>
                <a:lnTo>
                  <a:pt x="5192" y="57692"/>
                </a:lnTo>
                <a:lnTo>
                  <a:pt x="5632" y="73031"/>
                </a:lnTo>
                <a:lnTo>
                  <a:pt x="5755" y="22201"/>
                </a:lnTo>
                <a:lnTo>
                  <a:pt x="6458" y="80121"/>
                </a:lnTo>
                <a:lnTo>
                  <a:pt x="6589" y="107314"/>
                </a:lnTo>
                <a:lnTo>
                  <a:pt x="8021" y="56328"/>
                </a:lnTo>
                <a:lnTo>
                  <a:pt x="8171" y="60154"/>
                </a:lnTo>
                <a:lnTo>
                  <a:pt x="8602" y="63126"/>
                </a:lnTo>
                <a:lnTo>
                  <a:pt x="10341" y="87762"/>
                </a:lnTo>
                <a:lnTo>
                  <a:pt x="11009" y="40507"/>
                </a:lnTo>
                <a:lnTo>
                  <a:pt x="11325" y="55504"/>
                </a:lnTo>
                <a:lnTo>
                  <a:pt x="11905" y="59606"/>
                </a:lnTo>
                <a:lnTo>
                  <a:pt x="12353" y="85753"/>
                </a:lnTo>
                <a:lnTo>
                  <a:pt x="12775" y="58345"/>
                </a:lnTo>
                <a:lnTo>
                  <a:pt x="12959" y="68982"/>
                </a:lnTo>
                <a:lnTo>
                  <a:pt x="13715" y="36330"/>
                </a:lnTo>
                <a:lnTo>
                  <a:pt x="15331" y="84920"/>
                </a:lnTo>
                <a:lnTo>
                  <a:pt x="15375" y="78444"/>
                </a:lnTo>
                <a:lnTo>
                  <a:pt x="15736" y="74967"/>
                </a:lnTo>
                <a:lnTo>
                  <a:pt x="16166" y="79280"/>
                </a:lnTo>
                <a:lnTo>
                  <a:pt x="16615" y="93102"/>
                </a:lnTo>
                <a:lnTo>
                  <a:pt x="17045" y="91996"/>
                </a:lnTo>
                <a:lnTo>
                  <a:pt x="17317" y="68435"/>
                </a:lnTo>
                <a:lnTo>
                  <a:pt x="17414" y="97155"/>
                </a:lnTo>
                <a:lnTo>
                  <a:pt x="18169" y="78255"/>
                </a:lnTo>
                <a:lnTo>
                  <a:pt x="19092" y="118997"/>
                </a:lnTo>
                <a:lnTo>
                  <a:pt x="19567" y="109852"/>
                </a:lnTo>
                <a:lnTo>
                  <a:pt x="20084" y="109222"/>
                </a:lnTo>
                <a:lnTo>
                  <a:pt x="22527" y="50867"/>
                </a:lnTo>
                <a:lnTo>
                  <a:pt x="22615" y="57886"/>
                </a:lnTo>
                <a:lnTo>
                  <a:pt x="23678" y="129916"/>
                </a:lnTo>
                <a:lnTo>
                  <a:pt x="23871" y="125117"/>
                </a:lnTo>
                <a:lnTo>
                  <a:pt x="24935" y="168560"/>
                </a:lnTo>
                <a:lnTo>
                  <a:pt x="25154" y="165271"/>
                </a:lnTo>
                <a:lnTo>
                  <a:pt x="26033" y="68997"/>
                </a:lnTo>
                <a:lnTo>
                  <a:pt x="26287" y="119702"/>
                </a:lnTo>
                <a:lnTo>
                  <a:pt x="26446" y="127682"/>
                </a:lnTo>
                <a:lnTo>
                  <a:pt x="26700" y="95993"/>
                </a:lnTo>
                <a:lnTo>
                  <a:pt x="26868" y="105494"/>
                </a:lnTo>
                <a:lnTo>
                  <a:pt x="27272" y="121221"/>
                </a:lnTo>
                <a:lnTo>
                  <a:pt x="27957" y="10702"/>
                </a:lnTo>
                <a:lnTo>
                  <a:pt x="28387" y="25560"/>
                </a:lnTo>
                <a:lnTo>
                  <a:pt x="29319" y="2306"/>
                </a:lnTo>
                <a:lnTo>
                  <a:pt x="29485" y="5821"/>
                </a:lnTo>
                <a:lnTo>
                  <a:pt x="32385" y="67685"/>
                </a:lnTo>
                <a:lnTo>
                  <a:pt x="32543" y="51805"/>
                </a:lnTo>
                <a:lnTo>
                  <a:pt x="32921" y="91202"/>
                </a:lnTo>
                <a:lnTo>
                  <a:pt x="33000" y="75823"/>
                </a:lnTo>
                <a:lnTo>
                  <a:pt x="34071" y="76124"/>
                </a:lnTo>
                <a:lnTo>
                  <a:pt x="35161" y="119199"/>
                </a:lnTo>
                <a:lnTo>
                  <a:pt x="36066" y="81347"/>
                </a:lnTo>
                <a:lnTo>
                  <a:pt x="36514" y="104206"/>
                </a:lnTo>
                <a:lnTo>
                  <a:pt x="37341" y="100348"/>
                </a:lnTo>
                <a:lnTo>
                  <a:pt x="37366" y="93595"/>
                </a:lnTo>
                <a:lnTo>
                  <a:pt x="37928" y="147096"/>
                </a:lnTo>
                <a:lnTo>
                  <a:pt x="38052" y="131012"/>
                </a:lnTo>
                <a:lnTo>
                  <a:pt x="38685" y="126261"/>
                </a:lnTo>
                <a:lnTo>
                  <a:pt x="39449" y="92805"/>
                </a:lnTo>
                <a:lnTo>
                  <a:pt x="39572" y="106312"/>
                </a:lnTo>
                <a:lnTo>
                  <a:pt x="39660" y="126627"/>
                </a:lnTo>
                <a:lnTo>
                  <a:pt x="40160" y="76569"/>
                </a:lnTo>
                <a:lnTo>
                  <a:pt x="40240" y="90029"/>
                </a:lnTo>
                <a:lnTo>
                  <a:pt x="41232" y="66444"/>
                </a:lnTo>
                <a:lnTo>
                  <a:pt x="40969" y="92622"/>
                </a:lnTo>
                <a:lnTo>
                  <a:pt x="41724" y="69475"/>
                </a:lnTo>
                <a:lnTo>
                  <a:pt x="42893" y="127149"/>
                </a:lnTo>
                <a:lnTo>
                  <a:pt x="43297" y="124071"/>
                </a:lnTo>
                <a:lnTo>
                  <a:pt x="43771" y="97459"/>
                </a:lnTo>
                <a:lnTo>
                  <a:pt x="43798" y="144695"/>
                </a:lnTo>
                <a:lnTo>
                  <a:pt x="44536" y="153856"/>
                </a:lnTo>
                <a:lnTo>
                  <a:pt x="44615" y="144620"/>
                </a:lnTo>
                <a:lnTo>
                  <a:pt x="46381" y="89419"/>
                </a:lnTo>
                <a:lnTo>
                  <a:pt x="46706" y="90410"/>
                </a:lnTo>
                <a:lnTo>
                  <a:pt x="46899" y="81326"/>
                </a:lnTo>
                <a:lnTo>
                  <a:pt x="47277" y="88506"/>
                </a:lnTo>
                <a:lnTo>
                  <a:pt x="47725" y="99518"/>
                </a:lnTo>
                <a:lnTo>
                  <a:pt x="47822" y="81863"/>
                </a:lnTo>
                <a:lnTo>
                  <a:pt x="47901" y="71470"/>
                </a:lnTo>
                <a:lnTo>
                  <a:pt x="48524" y="95009"/>
                </a:lnTo>
                <a:lnTo>
                  <a:pt x="48789" y="117109"/>
                </a:lnTo>
                <a:lnTo>
                  <a:pt x="48973" y="74142"/>
                </a:lnTo>
                <a:lnTo>
                  <a:pt x="49149" y="65926"/>
                </a:lnTo>
                <a:lnTo>
                  <a:pt x="49158" y="78470"/>
                </a:lnTo>
                <a:lnTo>
                  <a:pt x="49263" y="76845"/>
                </a:lnTo>
                <a:lnTo>
                  <a:pt x="49667" y="116872"/>
                </a:lnTo>
                <a:lnTo>
                  <a:pt x="50747" y="110268"/>
                </a:lnTo>
                <a:lnTo>
                  <a:pt x="50774" y="113076"/>
                </a:lnTo>
                <a:lnTo>
                  <a:pt x="51406" y="150714"/>
                </a:lnTo>
                <a:lnTo>
                  <a:pt x="51688" y="150549"/>
                </a:lnTo>
                <a:lnTo>
                  <a:pt x="52443" y="154536"/>
                </a:lnTo>
                <a:lnTo>
                  <a:pt x="53129" y="117282"/>
                </a:lnTo>
                <a:lnTo>
                  <a:pt x="52663" y="156397"/>
                </a:lnTo>
                <a:lnTo>
                  <a:pt x="53269" y="117942"/>
                </a:lnTo>
                <a:lnTo>
                  <a:pt x="54034" y="86265"/>
                </a:lnTo>
                <a:lnTo>
                  <a:pt x="53594" y="122567"/>
                </a:lnTo>
                <a:lnTo>
                  <a:pt x="54113" y="118932"/>
                </a:lnTo>
                <a:lnTo>
                  <a:pt x="54130" y="159766"/>
                </a:lnTo>
                <a:lnTo>
                  <a:pt x="55000" y="105449"/>
                </a:lnTo>
                <a:lnTo>
                  <a:pt x="55844" y="166350"/>
                </a:lnTo>
                <a:lnTo>
                  <a:pt x="57117" y="198647"/>
                </a:lnTo>
                <a:lnTo>
                  <a:pt x="57899" y="249673"/>
                </a:lnTo>
                <a:lnTo>
                  <a:pt x="57425" y="173906"/>
                </a:lnTo>
                <a:lnTo>
                  <a:pt x="57995" y="223358"/>
                </a:lnTo>
                <a:lnTo>
                  <a:pt x="58365" y="208399"/>
                </a:lnTo>
                <a:lnTo>
                  <a:pt x="59059" y="227580"/>
                </a:lnTo>
                <a:lnTo>
                  <a:pt x="59103" y="217167"/>
                </a:lnTo>
                <a:lnTo>
                  <a:pt x="59419" y="190473"/>
                </a:lnTo>
                <a:lnTo>
                  <a:pt x="60341" y="215870"/>
                </a:lnTo>
                <a:lnTo>
                  <a:pt x="60447" y="195024"/>
                </a:lnTo>
                <a:lnTo>
                  <a:pt x="61879" y="161071"/>
                </a:lnTo>
                <a:lnTo>
                  <a:pt x="62028" y="170953"/>
                </a:lnTo>
                <a:lnTo>
                  <a:pt x="62134" y="177015"/>
                </a:lnTo>
                <a:lnTo>
                  <a:pt x="62732" y="162690"/>
                </a:lnTo>
                <a:lnTo>
                  <a:pt x="63452" y="172555"/>
                </a:lnTo>
                <a:lnTo>
                  <a:pt x="63961" y="226949"/>
                </a:lnTo>
                <a:lnTo>
                  <a:pt x="64374" y="224816"/>
                </a:lnTo>
                <a:lnTo>
                  <a:pt x="65226" y="113636"/>
                </a:lnTo>
                <a:lnTo>
                  <a:pt x="65491" y="172937"/>
                </a:lnTo>
                <a:lnTo>
                  <a:pt x="67643" y="109387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29314-8F12-4655-A047-8BC3A295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040" y="3038198"/>
            <a:ext cx="69286" cy="397032"/>
          </a:xfrm>
          <a:custGeom xmlns:a="http://schemas.openxmlformats.org/drawingml/2006/main">
            <a:pathLst>
              <a:path w="69286" h="397032" fill="none">
                <a:moveTo>
                  <a:pt x="0" y="130730"/>
                </a:moveTo>
                <a:lnTo>
                  <a:pt x="106" y="132275"/>
                </a:lnTo>
                <a:lnTo>
                  <a:pt x="1969" y="209920"/>
                </a:lnTo>
                <a:lnTo>
                  <a:pt x="2812" y="176644"/>
                </a:lnTo>
                <a:lnTo>
                  <a:pt x="2926" y="179432"/>
                </a:lnTo>
                <a:lnTo>
                  <a:pt x="3181" y="194670"/>
                </a:lnTo>
                <a:lnTo>
                  <a:pt x="3603" y="163528"/>
                </a:lnTo>
                <a:lnTo>
                  <a:pt x="4006" y="176693"/>
                </a:lnTo>
                <a:lnTo>
                  <a:pt x="5167" y="210590"/>
                </a:lnTo>
                <a:lnTo>
                  <a:pt x="5254" y="172300"/>
                </a:lnTo>
                <a:lnTo>
                  <a:pt x="5992" y="223801"/>
                </a:lnTo>
                <a:lnTo>
                  <a:pt x="6291" y="202905"/>
                </a:lnTo>
                <a:lnTo>
                  <a:pt x="6704" y="234507"/>
                </a:lnTo>
                <a:lnTo>
                  <a:pt x="7047" y="220851"/>
                </a:lnTo>
                <a:lnTo>
                  <a:pt x="7513" y="230982"/>
                </a:lnTo>
                <a:lnTo>
                  <a:pt x="7969" y="260957"/>
                </a:lnTo>
                <a:lnTo>
                  <a:pt x="8030" y="235627"/>
                </a:lnTo>
                <a:lnTo>
                  <a:pt x="9005" y="183943"/>
                </a:lnTo>
                <a:lnTo>
                  <a:pt x="9876" y="186707"/>
                </a:lnTo>
                <a:lnTo>
                  <a:pt x="9893" y="186423"/>
                </a:lnTo>
                <a:lnTo>
                  <a:pt x="10069" y="167747"/>
                </a:lnTo>
                <a:lnTo>
                  <a:pt x="10130" y="174137"/>
                </a:lnTo>
                <a:lnTo>
                  <a:pt x="10728" y="205385"/>
                </a:lnTo>
                <a:lnTo>
                  <a:pt x="11325" y="196276"/>
                </a:lnTo>
                <a:lnTo>
                  <a:pt x="12283" y="184748"/>
                </a:lnTo>
                <a:lnTo>
                  <a:pt x="12915" y="241055"/>
                </a:lnTo>
                <a:lnTo>
                  <a:pt x="13082" y="232681"/>
                </a:lnTo>
                <a:lnTo>
                  <a:pt x="13381" y="224547"/>
                </a:lnTo>
                <a:lnTo>
                  <a:pt x="14066" y="275988"/>
                </a:lnTo>
                <a:lnTo>
                  <a:pt x="14383" y="259656"/>
                </a:lnTo>
                <a:lnTo>
                  <a:pt x="15551" y="214691"/>
                </a:lnTo>
                <a:lnTo>
                  <a:pt x="15639" y="0"/>
                </a:lnTo>
                <a:lnTo>
                  <a:pt x="16395" y="148675"/>
                </a:lnTo>
                <a:lnTo>
                  <a:pt x="17414" y="121602"/>
                </a:lnTo>
                <a:lnTo>
                  <a:pt x="18459" y="145605"/>
                </a:lnTo>
                <a:lnTo>
                  <a:pt x="18688" y="144383"/>
                </a:lnTo>
                <a:lnTo>
                  <a:pt x="20761" y="188582"/>
                </a:lnTo>
                <a:lnTo>
                  <a:pt x="20805" y="200871"/>
                </a:lnTo>
                <a:lnTo>
                  <a:pt x="23213" y="169093"/>
                </a:lnTo>
                <a:lnTo>
                  <a:pt x="23950" y="220288"/>
                </a:lnTo>
                <a:lnTo>
                  <a:pt x="25145" y="169866"/>
                </a:lnTo>
                <a:lnTo>
                  <a:pt x="25207" y="144522"/>
                </a:lnTo>
                <a:lnTo>
                  <a:pt x="25831" y="159552"/>
                </a:lnTo>
                <a:lnTo>
                  <a:pt x="26217" y="159587"/>
                </a:lnTo>
                <a:lnTo>
                  <a:pt x="26253" y="155803"/>
                </a:lnTo>
                <a:lnTo>
                  <a:pt x="27025" y="159586"/>
                </a:lnTo>
                <a:lnTo>
                  <a:pt x="28045" y="234862"/>
                </a:lnTo>
                <a:lnTo>
                  <a:pt x="28168" y="243545"/>
                </a:lnTo>
                <a:lnTo>
                  <a:pt x="28379" y="226769"/>
                </a:lnTo>
                <a:lnTo>
                  <a:pt x="28616" y="232429"/>
                </a:lnTo>
                <a:lnTo>
                  <a:pt x="28950" y="201759"/>
                </a:lnTo>
                <a:lnTo>
                  <a:pt x="29424" y="239250"/>
                </a:lnTo>
                <a:lnTo>
                  <a:pt x="29513" y="238558"/>
                </a:lnTo>
                <a:lnTo>
                  <a:pt x="29538" y="253036"/>
                </a:lnTo>
                <a:lnTo>
                  <a:pt x="30127" y="247356"/>
                </a:lnTo>
                <a:lnTo>
                  <a:pt x="30804" y="228984"/>
                </a:lnTo>
                <a:lnTo>
                  <a:pt x="31270" y="230653"/>
                </a:lnTo>
                <a:lnTo>
                  <a:pt x="31761" y="239782"/>
                </a:lnTo>
                <a:lnTo>
                  <a:pt x="31946" y="228416"/>
                </a:lnTo>
                <a:lnTo>
                  <a:pt x="31954" y="200857"/>
                </a:lnTo>
                <a:lnTo>
                  <a:pt x="32798" y="208759"/>
                </a:lnTo>
                <a:lnTo>
                  <a:pt x="32965" y="217811"/>
                </a:lnTo>
                <a:lnTo>
                  <a:pt x="33027" y="179228"/>
                </a:lnTo>
                <a:lnTo>
                  <a:pt x="33474" y="178416"/>
                </a:lnTo>
                <a:lnTo>
                  <a:pt x="33738" y="163026"/>
                </a:lnTo>
                <a:lnTo>
                  <a:pt x="33984" y="181336"/>
                </a:lnTo>
                <a:lnTo>
                  <a:pt x="35267" y="210684"/>
                </a:lnTo>
                <a:lnTo>
                  <a:pt x="36242" y="219901"/>
                </a:lnTo>
                <a:lnTo>
                  <a:pt x="36725" y="207075"/>
                </a:lnTo>
                <a:lnTo>
                  <a:pt x="37762" y="299752"/>
                </a:lnTo>
                <a:lnTo>
                  <a:pt x="38157" y="281242"/>
                </a:lnTo>
                <a:lnTo>
                  <a:pt x="38658" y="297597"/>
                </a:lnTo>
                <a:lnTo>
                  <a:pt x="39203" y="256278"/>
                </a:lnTo>
                <a:lnTo>
                  <a:pt x="39643" y="274202"/>
                </a:lnTo>
                <a:lnTo>
                  <a:pt x="40872" y="256920"/>
                </a:lnTo>
                <a:lnTo>
                  <a:pt x="40899" y="258239"/>
                </a:lnTo>
                <a:lnTo>
                  <a:pt x="41716" y="202428"/>
                </a:lnTo>
                <a:lnTo>
                  <a:pt x="41874" y="234880"/>
                </a:lnTo>
                <a:lnTo>
                  <a:pt x="43315" y="298188"/>
                </a:lnTo>
                <a:lnTo>
                  <a:pt x="43701" y="293711"/>
                </a:lnTo>
                <a:lnTo>
                  <a:pt x="43746" y="337260"/>
                </a:lnTo>
                <a:lnTo>
                  <a:pt x="44307" y="273594"/>
                </a:lnTo>
                <a:lnTo>
                  <a:pt x="44659" y="281339"/>
                </a:lnTo>
                <a:lnTo>
                  <a:pt x="45230" y="224639"/>
                </a:lnTo>
                <a:lnTo>
                  <a:pt x="45837" y="240463"/>
                </a:lnTo>
                <a:lnTo>
                  <a:pt x="46276" y="170587"/>
                </a:lnTo>
                <a:lnTo>
                  <a:pt x="46776" y="221658"/>
                </a:lnTo>
                <a:lnTo>
                  <a:pt x="46935" y="274231"/>
                </a:lnTo>
                <a:lnTo>
                  <a:pt x="47365" y="248174"/>
                </a:lnTo>
                <a:lnTo>
                  <a:pt x="47884" y="223001"/>
                </a:lnTo>
                <a:lnTo>
                  <a:pt x="47893" y="229103"/>
                </a:lnTo>
                <a:lnTo>
                  <a:pt x="48929" y="302278"/>
                </a:lnTo>
                <a:lnTo>
                  <a:pt x="49395" y="294672"/>
                </a:lnTo>
                <a:lnTo>
                  <a:pt x="50133" y="320050"/>
                </a:lnTo>
                <a:lnTo>
                  <a:pt x="51890" y="279867"/>
                </a:lnTo>
                <a:lnTo>
                  <a:pt x="52286" y="285193"/>
                </a:lnTo>
                <a:lnTo>
                  <a:pt x="52646" y="286379"/>
                </a:lnTo>
                <a:lnTo>
                  <a:pt x="52803" y="268237"/>
                </a:lnTo>
                <a:lnTo>
                  <a:pt x="53269" y="310438"/>
                </a:lnTo>
                <a:lnTo>
                  <a:pt x="53708" y="296894"/>
                </a:lnTo>
                <a:lnTo>
                  <a:pt x="55018" y="250671"/>
                </a:lnTo>
                <a:lnTo>
                  <a:pt x="55931" y="302313"/>
                </a:lnTo>
                <a:lnTo>
                  <a:pt x="56766" y="364942"/>
                </a:lnTo>
                <a:lnTo>
                  <a:pt x="57144" y="355402"/>
                </a:lnTo>
                <a:lnTo>
                  <a:pt x="58444" y="272796"/>
                </a:lnTo>
                <a:lnTo>
                  <a:pt x="59270" y="302413"/>
                </a:lnTo>
                <a:lnTo>
                  <a:pt x="60254" y="255565"/>
                </a:lnTo>
                <a:lnTo>
                  <a:pt x="60553" y="272502"/>
                </a:lnTo>
                <a:lnTo>
                  <a:pt x="60948" y="277664"/>
                </a:lnTo>
                <a:lnTo>
                  <a:pt x="61274" y="322547"/>
                </a:lnTo>
                <a:lnTo>
                  <a:pt x="61923" y="291751"/>
                </a:lnTo>
                <a:lnTo>
                  <a:pt x="62134" y="284798"/>
                </a:lnTo>
                <a:lnTo>
                  <a:pt x="62196" y="287518"/>
                </a:lnTo>
                <a:lnTo>
                  <a:pt x="63118" y="353265"/>
                </a:lnTo>
                <a:lnTo>
                  <a:pt x="63312" y="329608"/>
                </a:lnTo>
                <a:lnTo>
                  <a:pt x="63355" y="325481"/>
                </a:lnTo>
                <a:lnTo>
                  <a:pt x="63760" y="360214"/>
                </a:lnTo>
                <a:lnTo>
                  <a:pt x="64146" y="397032"/>
                </a:lnTo>
                <a:lnTo>
                  <a:pt x="64717" y="390386"/>
                </a:lnTo>
                <a:lnTo>
                  <a:pt x="64919" y="351857"/>
                </a:lnTo>
                <a:lnTo>
                  <a:pt x="65429" y="364091"/>
                </a:lnTo>
                <a:lnTo>
                  <a:pt x="65824" y="395380"/>
                </a:lnTo>
                <a:lnTo>
                  <a:pt x="65983" y="350535"/>
                </a:lnTo>
                <a:lnTo>
                  <a:pt x="66220" y="350069"/>
                </a:lnTo>
                <a:lnTo>
                  <a:pt x="66993" y="375687"/>
                </a:lnTo>
                <a:lnTo>
                  <a:pt x="66914" y="344909"/>
                </a:lnTo>
                <a:lnTo>
                  <a:pt x="67098" y="348904"/>
                </a:lnTo>
                <a:lnTo>
                  <a:pt x="69286" y="280573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EC1FA-5831-413C-B957-35593DB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326" y="3270146"/>
            <a:ext cx="62802" cy="240831"/>
          </a:xfrm>
          <a:custGeom xmlns:a="http://schemas.openxmlformats.org/drawingml/2006/main">
            <a:pathLst>
              <a:path w="62802" h="240831" fill="none">
                <a:moveTo>
                  <a:pt x="0" y="48625"/>
                </a:moveTo>
                <a:lnTo>
                  <a:pt x="949" y="75148"/>
                </a:lnTo>
                <a:lnTo>
                  <a:pt x="1520" y="68925"/>
                </a:lnTo>
                <a:lnTo>
                  <a:pt x="1634" y="0"/>
                </a:lnTo>
                <a:lnTo>
                  <a:pt x="2443" y="39960"/>
                </a:lnTo>
                <a:lnTo>
                  <a:pt x="3400" y="20136"/>
                </a:lnTo>
                <a:lnTo>
                  <a:pt x="3945" y="23024"/>
                </a:lnTo>
                <a:lnTo>
                  <a:pt x="4253" y="23861"/>
                </a:lnTo>
                <a:lnTo>
                  <a:pt x="4419" y="32957"/>
                </a:lnTo>
                <a:lnTo>
                  <a:pt x="5078" y="30439"/>
                </a:lnTo>
                <a:lnTo>
                  <a:pt x="5316" y="22980"/>
                </a:lnTo>
                <a:lnTo>
                  <a:pt x="5456" y="36957"/>
                </a:lnTo>
                <a:lnTo>
                  <a:pt x="5782" y="44244"/>
                </a:lnTo>
                <a:lnTo>
                  <a:pt x="6063" y="29942"/>
                </a:lnTo>
                <a:lnTo>
                  <a:pt x="6712" y="45999"/>
                </a:lnTo>
                <a:lnTo>
                  <a:pt x="6731" y="32117"/>
                </a:lnTo>
                <a:lnTo>
                  <a:pt x="7301" y="28000"/>
                </a:lnTo>
                <a:lnTo>
                  <a:pt x="7468" y="33099"/>
                </a:lnTo>
                <a:lnTo>
                  <a:pt x="8127" y="71848"/>
                </a:lnTo>
                <a:lnTo>
                  <a:pt x="9639" y="89394"/>
                </a:lnTo>
                <a:lnTo>
                  <a:pt x="9709" y="119067"/>
                </a:lnTo>
                <a:lnTo>
                  <a:pt x="10253" y="88182"/>
                </a:lnTo>
                <a:lnTo>
                  <a:pt x="10569" y="83757"/>
                </a:lnTo>
                <a:lnTo>
                  <a:pt x="10649" y="49163"/>
                </a:lnTo>
                <a:lnTo>
                  <a:pt x="11835" y="57293"/>
                </a:lnTo>
                <a:lnTo>
                  <a:pt x="11844" y="54371"/>
                </a:lnTo>
                <a:lnTo>
                  <a:pt x="12766" y="103828"/>
                </a:lnTo>
                <a:lnTo>
                  <a:pt x="12915" y="105047"/>
                </a:lnTo>
                <a:lnTo>
                  <a:pt x="13294" y="119470"/>
                </a:lnTo>
                <a:lnTo>
                  <a:pt x="14278" y="50804"/>
                </a:lnTo>
                <a:lnTo>
                  <a:pt x="14717" y="64172"/>
                </a:lnTo>
                <a:lnTo>
                  <a:pt x="15420" y="105409"/>
                </a:lnTo>
                <a:lnTo>
                  <a:pt x="15727" y="95839"/>
                </a:lnTo>
                <a:lnTo>
                  <a:pt x="16378" y="39468"/>
                </a:lnTo>
                <a:lnTo>
                  <a:pt x="16755" y="58084"/>
                </a:lnTo>
                <a:lnTo>
                  <a:pt x="17370" y="100324"/>
                </a:lnTo>
                <a:lnTo>
                  <a:pt x="17994" y="94833"/>
                </a:lnTo>
                <a:lnTo>
                  <a:pt x="18671" y="151321"/>
                </a:lnTo>
                <a:lnTo>
                  <a:pt x="18794" y="121493"/>
                </a:lnTo>
                <a:lnTo>
                  <a:pt x="19347" y="116446"/>
                </a:lnTo>
                <a:lnTo>
                  <a:pt x="19847" y="101699"/>
                </a:lnTo>
                <a:lnTo>
                  <a:pt x="20357" y="105488"/>
                </a:lnTo>
                <a:lnTo>
                  <a:pt x="20612" y="97191"/>
                </a:lnTo>
                <a:lnTo>
                  <a:pt x="21403" y="127191"/>
                </a:lnTo>
                <a:lnTo>
                  <a:pt x="21719" y="135785"/>
                </a:lnTo>
                <a:lnTo>
                  <a:pt x="21754" y="115557"/>
                </a:lnTo>
                <a:lnTo>
                  <a:pt x="23310" y="66325"/>
                </a:lnTo>
                <a:lnTo>
                  <a:pt x="23415" y="76824"/>
                </a:lnTo>
                <a:lnTo>
                  <a:pt x="24047" y="142352"/>
                </a:lnTo>
                <a:lnTo>
                  <a:pt x="24372" y="95714"/>
                </a:lnTo>
                <a:lnTo>
                  <a:pt x="24698" y="68260"/>
                </a:lnTo>
                <a:lnTo>
                  <a:pt x="25049" y="102154"/>
                </a:lnTo>
                <a:lnTo>
                  <a:pt x="25128" y="94816"/>
                </a:lnTo>
                <a:lnTo>
                  <a:pt x="26419" y="149306"/>
                </a:lnTo>
                <a:lnTo>
                  <a:pt x="26850" y="133067"/>
                </a:lnTo>
                <a:lnTo>
                  <a:pt x="27061" y="174128"/>
                </a:lnTo>
                <a:lnTo>
                  <a:pt x="27544" y="111372"/>
                </a:lnTo>
                <a:lnTo>
                  <a:pt x="29029" y="173612"/>
                </a:lnTo>
                <a:lnTo>
                  <a:pt x="29170" y="149819"/>
                </a:lnTo>
                <a:lnTo>
                  <a:pt x="29627" y="121222"/>
                </a:lnTo>
                <a:lnTo>
                  <a:pt x="29960" y="142395"/>
                </a:lnTo>
                <a:lnTo>
                  <a:pt x="30435" y="156999"/>
                </a:lnTo>
                <a:lnTo>
                  <a:pt x="30698" y="147996"/>
                </a:lnTo>
                <a:lnTo>
                  <a:pt x="31190" y="157431"/>
                </a:lnTo>
                <a:lnTo>
                  <a:pt x="31691" y="135258"/>
                </a:lnTo>
                <a:lnTo>
                  <a:pt x="31954" y="164735"/>
                </a:lnTo>
                <a:lnTo>
                  <a:pt x="32069" y="145306"/>
                </a:lnTo>
                <a:lnTo>
                  <a:pt x="33615" y="112296"/>
                </a:lnTo>
                <a:lnTo>
                  <a:pt x="34002" y="124646"/>
                </a:lnTo>
                <a:lnTo>
                  <a:pt x="34274" y="127031"/>
                </a:lnTo>
                <a:lnTo>
                  <a:pt x="34590" y="114009"/>
                </a:lnTo>
                <a:lnTo>
                  <a:pt x="34845" y="129521"/>
                </a:lnTo>
                <a:lnTo>
                  <a:pt x="34951" y="114098"/>
                </a:lnTo>
                <a:lnTo>
                  <a:pt x="35320" y="142946"/>
                </a:lnTo>
                <a:lnTo>
                  <a:pt x="36128" y="127427"/>
                </a:lnTo>
                <a:lnTo>
                  <a:pt x="36945" y="90845"/>
                </a:lnTo>
                <a:lnTo>
                  <a:pt x="37024" y="104008"/>
                </a:lnTo>
                <a:lnTo>
                  <a:pt x="37288" y="128657"/>
                </a:lnTo>
                <a:lnTo>
                  <a:pt x="37674" y="87462"/>
                </a:lnTo>
                <a:lnTo>
                  <a:pt x="38553" y="98433"/>
                </a:lnTo>
                <a:lnTo>
                  <a:pt x="38746" y="93576"/>
                </a:lnTo>
                <a:lnTo>
                  <a:pt x="39361" y="107856"/>
                </a:lnTo>
                <a:lnTo>
                  <a:pt x="39634" y="70211"/>
                </a:lnTo>
                <a:lnTo>
                  <a:pt x="42269" y="200302"/>
                </a:lnTo>
                <a:lnTo>
                  <a:pt x="43139" y="178010"/>
                </a:lnTo>
                <a:lnTo>
                  <a:pt x="43447" y="156029"/>
                </a:lnTo>
                <a:lnTo>
                  <a:pt x="44299" y="160818"/>
                </a:lnTo>
                <a:lnTo>
                  <a:pt x="44413" y="121630"/>
                </a:lnTo>
                <a:lnTo>
                  <a:pt x="44580" y="182479"/>
                </a:lnTo>
                <a:lnTo>
                  <a:pt x="45178" y="176732"/>
                </a:lnTo>
                <a:lnTo>
                  <a:pt x="45265" y="147856"/>
                </a:lnTo>
                <a:lnTo>
                  <a:pt x="46039" y="173477"/>
                </a:lnTo>
                <a:lnTo>
                  <a:pt x="46170" y="172125"/>
                </a:lnTo>
                <a:lnTo>
                  <a:pt x="46768" y="192615"/>
                </a:lnTo>
                <a:lnTo>
                  <a:pt x="46891" y="166800"/>
                </a:lnTo>
                <a:lnTo>
                  <a:pt x="47770" y="151982"/>
                </a:lnTo>
                <a:lnTo>
                  <a:pt x="47919" y="207475"/>
                </a:lnTo>
                <a:lnTo>
                  <a:pt x="48595" y="134733"/>
                </a:lnTo>
                <a:lnTo>
                  <a:pt x="48973" y="162429"/>
                </a:lnTo>
                <a:lnTo>
                  <a:pt x="49334" y="132272"/>
                </a:lnTo>
                <a:lnTo>
                  <a:pt x="49702" y="149384"/>
                </a:lnTo>
                <a:lnTo>
                  <a:pt x="49869" y="116041"/>
                </a:lnTo>
                <a:lnTo>
                  <a:pt x="50343" y="166213"/>
                </a:lnTo>
                <a:lnTo>
                  <a:pt x="50370" y="158760"/>
                </a:lnTo>
                <a:lnTo>
                  <a:pt x="50897" y="163612"/>
                </a:lnTo>
                <a:lnTo>
                  <a:pt x="51178" y="125698"/>
                </a:lnTo>
                <a:lnTo>
                  <a:pt x="52101" y="68789"/>
                </a:lnTo>
                <a:lnTo>
                  <a:pt x="52382" y="80065"/>
                </a:lnTo>
                <a:lnTo>
                  <a:pt x="53963" y="126692"/>
                </a:lnTo>
                <a:lnTo>
                  <a:pt x="54219" y="145596"/>
                </a:lnTo>
                <a:lnTo>
                  <a:pt x="55053" y="144890"/>
                </a:lnTo>
                <a:lnTo>
                  <a:pt x="55694" y="124194"/>
                </a:lnTo>
                <a:lnTo>
                  <a:pt x="55211" y="150393"/>
                </a:lnTo>
                <a:lnTo>
                  <a:pt x="55861" y="138970"/>
                </a:lnTo>
                <a:lnTo>
                  <a:pt x="56582" y="151850"/>
                </a:lnTo>
                <a:lnTo>
                  <a:pt x="57038" y="146768"/>
                </a:lnTo>
                <a:lnTo>
                  <a:pt x="57091" y="122192"/>
                </a:lnTo>
                <a:lnTo>
                  <a:pt x="57811" y="158712"/>
                </a:lnTo>
                <a:lnTo>
                  <a:pt x="59393" y="210894"/>
                </a:lnTo>
                <a:lnTo>
                  <a:pt x="59639" y="188799"/>
                </a:lnTo>
                <a:lnTo>
                  <a:pt x="59797" y="211548"/>
                </a:lnTo>
                <a:lnTo>
                  <a:pt x="60246" y="202613"/>
                </a:lnTo>
                <a:lnTo>
                  <a:pt x="61238" y="240831"/>
                </a:lnTo>
                <a:lnTo>
                  <a:pt x="61502" y="177595"/>
                </a:lnTo>
                <a:lnTo>
                  <a:pt x="62037" y="202180"/>
                </a:lnTo>
                <a:lnTo>
                  <a:pt x="62327" y="205925"/>
                </a:lnTo>
                <a:lnTo>
                  <a:pt x="62336" y="220817"/>
                </a:lnTo>
                <a:lnTo>
                  <a:pt x="62802" y="20409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CEAD5-49C4-4263-8555-E07D2990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128" y="3339414"/>
            <a:ext cx="57688" cy="230049"/>
          </a:xfrm>
          <a:custGeom xmlns:a="http://schemas.openxmlformats.org/drawingml/2006/main">
            <a:pathLst>
              <a:path w="57688" h="230049" fill="none">
                <a:moveTo>
                  <a:pt x="0" y="134831"/>
                </a:moveTo>
                <a:lnTo>
                  <a:pt x="826" y="121499"/>
                </a:lnTo>
                <a:lnTo>
                  <a:pt x="1388" y="92998"/>
                </a:lnTo>
                <a:lnTo>
                  <a:pt x="1941" y="103827"/>
                </a:lnTo>
                <a:lnTo>
                  <a:pt x="2820" y="97071"/>
                </a:lnTo>
                <a:lnTo>
                  <a:pt x="3295" y="105809"/>
                </a:lnTo>
                <a:lnTo>
                  <a:pt x="3760" y="144690"/>
                </a:lnTo>
                <a:lnTo>
                  <a:pt x="3918" y="129982"/>
                </a:lnTo>
                <a:lnTo>
                  <a:pt x="4402" y="96531"/>
                </a:lnTo>
                <a:lnTo>
                  <a:pt x="5395" y="103670"/>
                </a:lnTo>
                <a:lnTo>
                  <a:pt x="5508" y="96890"/>
                </a:lnTo>
                <a:lnTo>
                  <a:pt x="6080" y="110686"/>
                </a:lnTo>
                <a:lnTo>
                  <a:pt x="6264" y="119148"/>
                </a:lnTo>
                <a:lnTo>
                  <a:pt x="6493" y="110622"/>
                </a:lnTo>
                <a:lnTo>
                  <a:pt x="6949" y="112267"/>
                </a:lnTo>
                <a:lnTo>
                  <a:pt x="8110" y="104152"/>
                </a:lnTo>
                <a:lnTo>
                  <a:pt x="8460" y="108779"/>
                </a:lnTo>
                <a:lnTo>
                  <a:pt x="9498" y="75280"/>
                </a:lnTo>
                <a:lnTo>
                  <a:pt x="9744" y="82427"/>
                </a:lnTo>
                <a:lnTo>
                  <a:pt x="10403" y="80545"/>
                </a:lnTo>
                <a:lnTo>
                  <a:pt x="10903" y="20363"/>
                </a:lnTo>
                <a:lnTo>
                  <a:pt x="11167" y="68632"/>
                </a:lnTo>
                <a:lnTo>
                  <a:pt x="11747" y="110810"/>
                </a:lnTo>
                <a:lnTo>
                  <a:pt x="12317" y="98111"/>
                </a:lnTo>
                <a:lnTo>
                  <a:pt x="12687" y="74802"/>
                </a:lnTo>
                <a:lnTo>
                  <a:pt x="12880" y="96967"/>
                </a:lnTo>
                <a:lnTo>
                  <a:pt x="13512" y="93754"/>
                </a:lnTo>
                <a:lnTo>
                  <a:pt x="14137" y="103888"/>
                </a:lnTo>
                <a:lnTo>
                  <a:pt x="14374" y="93412"/>
                </a:lnTo>
                <a:lnTo>
                  <a:pt x="15138" y="42200"/>
                </a:lnTo>
                <a:lnTo>
                  <a:pt x="15340" y="69330"/>
                </a:lnTo>
                <a:lnTo>
                  <a:pt x="15384" y="89249"/>
                </a:lnTo>
                <a:lnTo>
                  <a:pt x="15507" y="63189"/>
                </a:lnTo>
                <a:lnTo>
                  <a:pt x="16526" y="50790"/>
                </a:lnTo>
                <a:lnTo>
                  <a:pt x="17344" y="76438"/>
                </a:lnTo>
                <a:lnTo>
                  <a:pt x="17115" y="46385"/>
                </a:lnTo>
                <a:lnTo>
                  <a:pt x="17528" y="60009"/>
                </a:lnTo>
                <a:lnTo>
                  <a:pt x="17554" y="54010"/>
                </a:lnTo>
                <a:lnTo>
                  <a:pt x="18011" y="72262"/>
                </a:lnTo>
                <a:lnTo>
                  <a:pt x="18363" y="70372"/>
                </a:lnTo>
                <a:lnTo>
                  <a:pt x="18512" y="71744"/>
                </a:lnTo>
                <a:lnTo>
                  <a:pt x="19241" y="125108"/>
                </a:lnTo>
                <a:lnTo>
                  <a:pt x="19425" y="103793"/>
                </a:lnTo>
                <a:lnTo>
                  <a:pt x="20050" y="101601"/>
                </a:lnTo>
                <a:lnTo>
                  <a:pt x="20550" y="91936"/>
                </a:lnTo>
                <a:lnTo>
                  <a:pt x="21078" y="126249"/>
                </a:lnTo>
                <a:lnTo>
                  <a:pt x="21534" y="98016"/>
                </a:lnTo>
                <a:lnTo>
                  <a:pt x="21789" y="90646"/>
                </a:lnTo>
                <a:lnTo>
                  <a:pt x="22396" y="96882"/>
                </a:lnTo>
                <a:lnTo>
                  <a:pt x="23520" y="92126"/>
                </a:lnTo>
                <a:lnTo>
                  <a:pt x="23704" y="97088"/>
                </a:lnTo>
                <a:lnTo>
                  <a:pt x="23792" y="87777"/>
                </a:lnTo>
                <a:lnTo>
                  <a:pt x="24047" y="66665"/>
                </a:lnTo>
                <a:lnTo>
                  <a:pt x="24460" y="92119"/>
                </a:lnTo>
                <a:lnTo>
                  <a:pt x="24697" y="82265"/>
                </a:lnTo>
                <a:lnTo>
                  <a:pt x="25664" y="35960"/>
                </a:lnTo>
                <a:lnTo>
                  <a:pt x="26357" y="43447"/>
                </a:lnTo>
                <a:lnTo>
                  <a:pt x="26507" y="39161"/>
                </a:lnTo>
                <a:lnTo>
                  <a:pt x="27166" y="17791"/>
                </a:lnTo>
                <a:lnTo>
                  <a:pt x="27702" y="42574"/>
                </a:lnTo>
                <a:lnTo>
                  <a:pt x="28018" y="21086"/>
                </a:lnTo>
                <a:lnTo>
                  <a:pt x="28537" y="4048"/>
                </a:lnTo>
                <a:lnTo>
                  <a:pt x="28721" y="25457"/>
                </a:lnTo>
                <a:lnTo>
                  <a:pt x="29186" y="38695"/>
                </a:lnTo>
                <a:lnTo>
                  <a:pt x="29195" y="17571"/>
                </a:lnTo>
                <a:lnTo>
                  <a:pt x="29406" y="0"/>
                </a:lnTo>
                <a:lnTo>
                  <a:pt x="29574" y="37084"/>
                </a:lnTo>
                <a:lnTo>
                  <a:pt x="29864" y="35808"/>
                </a:lnTo>
                <a:lnTo>
                  <a:pt x="30057" y="40648"/>
                </a:lnTo>
                <a:lnTo>
                  <a:pt x="30566" y="93154"/>
                </a:lnTo>
                <a:lnTo>
                  <a:pt x="30926" y="77216"/>
                </a:lnTo>
                <a:lnTo>
                  <a:pt x="31532" y="78153"/>
                </a:lnTo>
                <a:lnTo>
                  <a:pt x="32121" y="8037"/>
                </a:lnTo>
                <a:lnTo>
                  <a:pt x="32420" y="69790"/>
                </a:lnTo>
                <a:lnTo>
                  <a:pt x="33193" y="85514"/>
                </a:lnTo>
                <a:lnTo>
                  <a:pt x="33844" y="79537"/>
                </a:lnTo>
                <a:lnTo>
                  <a:pt x="34555" y="57013"/>
                </a:lnTo>
                <a:lnTo>
                  <a:pt x="34643" y="62695"/>
                </a:lnTo>
                <a:lnTo>
                  <a:pt x="35363" y="129955"/>
                </a:lnTo>
                <a:lnTo>
                  <a:pt x="35978" y="151362"/>
                </a:lnTo>
                <a:lnTo>
                  <a:pt x="36048" y="149983"/>
                </a:lnTo>
                <a:lnTo>
                  <a:pt x="36602" y="177390"/>
                </a:lnTo>
                <a:lnTo>
                  <a:pt x="37042" y="172830"/>
                </a:lnTo>
                <a:lnTo>
                  <a:pt x="38570" y="99235"/>
                </a:lnTo>
                <a:lnTo>
                  <a:pt x="38596" y="108377"/>
                </a:lnTo>
                <a:lnTo>
                  <a:pt x="39123" y="108620"/>
                </a:lnTo>
                <a:lnTo>
                  <a:pt x="39975" y="127876"/>
                </a:lnTo>
                <a:lnTo>
                  <a:pt x="40776" y="112376"/>
                </a:lnTo>
                <a:lnTo>
                  <a:pt x="41013" y="118911"/>
                </a:lnTo>
                <a:lnTo>
                  <a:pt x="41681" y="137953"/>
                </a:lnTo>
                <a:lnTo>
                  <a:pt x="42287" y="130104"/>
                </a:lnTo>
                <a:lnTo>
                  <a:pt x="42857" y="155390"/>
                </a:lnTo>
                <a:lnTo>
                  <a:pt x="43174" y="154166"/>
                </a:lnTo>
                <a:lnTo>
                  <a:pt x="43376" y="140478"/>
                </a:lnTo>
                <a:lnTo>
                  <a:pt x="43666" y="179923"/>
                </a:lnTo>
                <a:lnTo>
                  <a:pt x="44360" y="208582"/>
                </a:lnTo>
                <a:lnTo>
                  <a:pt x="45028" y="230049"/>
                </a:lnTo>
                <a:lnTo>
                  <a:pt x="45089" y="200261"/>
                </a:lnTo>
                <a:lnTo>
                  <a:pt x="45519" y="208241"/>
                </a:lnTo>
                <a:lnTo>
                  <a:pt x="46214" y="171214"/>
                </a:lnTo>
                <a:lnTo>
                  <a:pt x="46600" y="169970"/>
                </a:lnTo>
                <a:lnTo>
                  <a:pt x="47250" y="146709"/>
                </a:lnTo>
                <a:lnTo>
                  <a:pt x="47348" y="179391"/>
                </a:lnTo>
                <a:lnTo>
                  <a:pt x="47382" y="154139"/>
                </a:lnTo>
                <a:lnTo>
                  <a:pt x="47936" y="170155"/>
                </a:lnTo>
                <a:lnTo>
                  <a:pt x="48709" y="167682"/>
                </a:lnTo>
                <a:lnTo>
                  <a:pt x="49376" y="179315"/>
                </a:lnTo>
                <a:lnTo>
                  <a:pt x="49641" y="176230"/>
                </a:lnTo>
                <a:lnTo>
                  <a:pt x="50211" y="154871"/>
                </a:lnTo>
                <a:lnTo>
                  <a:pt x="50281" y="159543"/>
                </a:lnTo>
                <a:lnTo>
                  <a:pt x="51125" y="158689"/>
                </a:lnTo>
                <a:lnTo>
                  <a:pt x="51529" y="130855"/>
                </a:lnTo>
                <a:lnTo>
                  <a:pt x="51670" y="153797"/>
                </a:lnTo>
                <a:lnTo>
                  <a:pt x="52162" y="229871"/>
                </a:lnTo>
                <a:lnTo>
                  <a:pt x="52654" y="185233"/>
                </a:lnTo>
                <a:lnTo>
                  <a:pt x="52909" y="164389"/>
                </a:lnTo>
                <a:lnTo>
                  <a:pt x="53190" y="183622"/>
                </a:lnTo>
                <a:lnTo>
                  <a:pt x="54077" y="193263"/>
                </a:lnTo>
                <a:lnTo>
                  <a:pt x="54297" y="185564"/>
                </a:lnTo>
                <a:lnTo>
                  <a:pt x="55000" y="205979"/>
                </a:lnTo>
                <a:lnTo>
                  <a:pt x="55043" y="174868"/>
                </a:lnTo>
                <a:lnTo>
                  <a:pt x="55456" y="177842"/>
                </a:lnTo>
                <a:lnTo>
                  <a:pt x="55992" y="179688"/>
                </a:lnTo>
                <a:lnTo>
                  <a:pt x="56503" y="175521"/>
                </a:lnTo>
                <a:lnTo>
                  <a:pt x="56986" y="191401"/>
                </a:lnTo>
                <a:lnTo>
                  <a:pt x="57082" y="178268"/>
                </a:lnTo>
                <a:lnTo>
                  <a:pt x="57126" y="162959"/>
                </a:lnTo>
                <a:lnTo>
                  <a:pt x="57688" y="180324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D2009-A493-4C85-ADFE-D8880B0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16" y="3463139"/>
            <a:ext cx="65490" cy="195591"/>
          </a:xfrm>
          <a:custGeom xmlns:a="http://schemas.openxmlformats.org/drawingml/2006/main">
            <a:pathLst>
              <a:path w="65490" h="195591" fill="none">
                <a:moveTo>
                  <a:pt x="0" y="56599"/>
                </a:moveTo>
                <a:lnTo>
                  <a:pt x="114" y="44474"/>
                </a:lnTo>
                <a:lnTo>
                  <a:pt x="457" y="33239"/>
                </a:lnTo>
                <a:lnTo>
                  <a:pt x="1098" y="32624"/>
                </a:lnTo>
                <a:lnTo>
                  <a:pt x="1810" y="80366"/>
                </a:lnTo>
                <a:lnTo>
                  <a:pt x="1994" y="56694"/>
                </a:lnTo>
                <a:lnTo>
                  <a:pt x="2689" y="77753"/>
                </a:lnTo>
                <a:lnTo>
                  <a:pt x="2706" y="84645"/>
                </a:lnTo>
                <a:lnTo>
                  <a:pt x="3488" y="80779"/>
                </a:lnTo>
                <a:lnTo>
                  <a:pt x="3734" y="55641"/>
                </a:lnTo>
                <a:lnTo>
                  <a:pt x="4200" y="92098"/>
                </a:lnTo>
                <a:lnTo>
                  <a:pt x="5131" y="76715"/>
                </a:lnTo>
                <a:lnTo>
                  <a:pt x="5324" y="90216"/>
                </a:lnTo>
                <a:lnTo>
                  <a:pt x="5834" y="69863"/>
                </a:lnTo>
                <a:lnTo>
                  <a:pt x="6106" y="85290"/>
                </a:lnTo>
                <a:lnTo>
                  <a:pt x="6466" y="37291"/>
                </a:lnTo>
                <a:lnTo>
                  <a:pt x="6792" y="58257"/>
                </a:lnTo>
                <a:lnTo>
                  <a:pt x="7398" y="55999"/>
                </a:lnTo>
                <a:lnTo>
                  <a:pt x="8144" y="0"/>
                </a:lnTo>
                <a:lnTo>
                  <a:pt x="8434" y="26500"/>
                </a:lnTo>
                <a:lnTo>
                  <a:pt x="9322" y="33999"/>
                </a:lnTo>
                <a:lnTo>
                  <a:pt x="9858" y="48667"/>
                </a:lnTo>
                <a:lnTo>
                  <a:pt x="10314" y="16569"/>
                </a:lnTo>
                <a:lnTo>
                  <a:pt x="10605" y="29677"/>
                </a:lnTo>
                <a:lnTo>
                  <a:pt x="10973" y="4735"/>
                </a:lnTo>
                <a:lnTo>
                  <a:pt x="11132" y="37973"/>
                </a:lnTo>
                <a:lnTo>
                  <a:pt x="11597" y="21951"/>
                </a:lnTo>
                <a:lnTo>
                  <a:pt x="11791" y="61383"/>
                </a:lnTo>
                <a:lnTo>
                  <a:pt x="12555" y="37458"/>
                </a:lnTo>
                <a:lnTo>
                  <a:pt x="13952" y="61839"/>
                </a:lnTo>
                <a:lnTo>
                  <a:pt x="14048" y="76501"/>
                </a:lnTo>
                <a:lnTo>
                  <a:pt x="14497" y="42433"/>
                </a:lnTo>
                <a:lnTo>
                  <a:pt x="14805" y="60759"/>
                </a:lnTo>
                <a:lnTo>
                  <a:pt x="16526" y="77886"/>
                </a:lnTo>
                <a:lnTo>
                  <a:pt x="17492" y="64392"/>
                </a:lnTo>
                <a:lnTo>
                  <a:pt x="17528" y="67961"/>
                </a:lnTo>
                <a:lnTo>
                  <a:pt x="18890" y="22195"/>
                </a:lnTo>
                <a:lnTo>
                  <a:pt x="19707" y="891"/>
                </a:lnTo>
                <a:lnTo>
                  <a:pt x="19785" y="62129"/>
                </a:lnTo>
                <a:lnTo>
                  <a:pt x="21244" y="109058"/>
                </a:lnTo>
                <a:lnTo>
                  <a:pt x="21728" y="64884"/>
                </a:lnTo>
                <a:lnTo>
                  <a:pt x="22343" y="72389"/>
                </a:lnTo>
                <a:lnTo>
                  <a:pt x="22993" y="118657"/>
                </a:lnTo>
                <a:lnTo>
                  <a:pt x="23133" y="87252"/>
                </a:lnTo>
                <a:lnTo>
                  <a:pt x="23765" y="89282"/>
                </a:lnTo>
                <a:lnTo>
                  <a:pt x="24653" y="135348"/>
                </a:lnTo>
                <a:lnTo>
                  <a:pt x="24846" y="121978"/>
                </a:lnTo>
                <a:lnTo>
                  <a:pt x="25418" y="126924"/>
                </a:lnTo>
                <a:lnTo>
                  <a:pt x="25505" y="116737"/>
                </a:lnTo>
                <a:lnTo>
                  <a:pt x="25945" y="142571"/>
                </a:lnTo>
                <a:lnTo>
                  <a:pt x="26323" y="153966"/>
                </a:lnTo>
                <a:lnTo>
                  <a:pt x="26349" y="149218"/>
                </a:lnTo>
                <a:lnTo>
                  <a:pt x="27526" y="38280"/>
                </a:lnTo>
                <a:lnTo>
                  <a:pt x="27851" y="37390"/>
                </a:lnTo>
                <a:lnTo>
                  <a:pt x="27860" y="30419"/>
                </a:lnTo>
                <a:lnTo>
                  <a:pt x="28616" y="130061"/>
                </a:lnTo>
                <a:lnTo>
                  <a:pt x="28870" y="116122"/>
                </a:lnTo>
                <a:lnTo>
                  <a:pt x="29380" y="135805"/>
                </a:lnTo>
                <a:lnTo>
                  <a:pt x="29688" y="186258"/>
                </a:lnTo>
                <a:lnTo>
                  <a:pt x="29854" y="141162"/>
                </a:lnTo>
                <a:lnTo>
                  <a:pt x="30434" y="73704"/>
                </a:lnTo>
                <a:lnTo>
                  <a:pt x="30803" y="102882"/>
                </a:lnTo>
                <a:lnTo>
                  <a:pt x="31322" y="108660"/>
                </a:lnTo>
                <a:lnTo>
                  <a:pt x="31357" y="101215"/>
                </a:lnTo>
                <a:lnTo>
                  <a:pt x="31603" y="100761"/>
                </a:lnTo>
                <a:lnTo>
                  <a:pt x="31875" y="111680"/>
                </a:lnTo>
                <a:lnTo>
                  <a:pt x="31920" y="108616"/>
                </a:lnTo>
                <a:lnTo>
                  <a:pt x="32895" y="56760"/>
                </a:lnTo>
                <a:lnTo>
                  <a:pt x="33140" y="57830"/>
                </a:lnTo>
                <a:lnTo>
                  <a:pt x="33448" y="63078"/>
                </a:lnTo>
                <a:lnTo>
                  <a:pt x="33624" y="41931"/>
                </a:lnTo>
                <a:lnTo>
                  <a:pt x="34792" y="24859"/>
                </a:lnTo>
                <a:lnTo>
                  <a:pt x="34801" y="33207"/>
                </a:lnTo>
                <a:lnTo>
                  <a:pt x="35565" y="112163"/>
                </a:lnTo>
                <a:lnTo>
                  <a:pt x="36180" y="93196"/>
                </a:lnTo>
                <a:lnTo>
                  <a:pt x="36207" y="89390"/>
                </a:lnTo>
                <a:lnTo>
                  <a:pt x="36593" y="136315"/>
                </a:lnTo>
                <a:lnTo>
                  <a:pt x="36777" y="127908"/>
                </a:lnTo>
                <a:lnTo>
                  <a:pt x="36875" y="134346"/>
                </a:lnTo>
                <a:lnTo>
                  <a:pt x="36962" y="129137"/>
                </a:lnTo>
                <a:lnTo>
                  <a:pt x="37586" y="58494"/>
                </a:lnTo>
                <a:lnTo>
                  <a:pt x="38781" y="32555"/>
                </a:lnTo>
                <a:lnTo>
                  <a:pt x="38957" y="18923"/>
                </a:lnTo>
                <a:lnTo>
                  <a:pt x="39335" y="28100"/>
                </a:lnTo>
                <a:lnTo>
                  <a:pt x="41329" y="128924"/>
                </a:lnTo>
                <a:lnTo>
                  <a:pt x="42093" y="115804"/>
                </a:lnTo>
                <a:lnTo>
                  <a:pt x="42463" y="115855"/>
                </a:lnTo>
                <a:lnTo>
                  <a:pt x="43684" y="104090"/>
                </a:lnTo>
                <a:lnTo>
                  <a:pt x="44343" y="110301"/>
                </a:lnTo>
                <a:lnTo>
                  <a:pt x="44571" y="63044"/>
                </a:lnTo>
                <a:lnTo>
                  <a:pt x="45757" y="58942"/>
                </a:lnTo>
                <a:lnTo>
                  <a:pt x="46258" y="77353"/>
                </a:lnTo>
                <a:lnTo>
                  <a:pt x="46407" y="66679"/>
                </a:lnTo>
                <a:lnTo>
                  <a:pt x="46530" y="28161"/>
                </a:lnTo>
                <a:lnTo>
                  <a:pt x="47295" y="36214"/>
                </a:lnTo>
                <a:lnTo>
                  <a:pt x="47637" y="38486"/>
                </a:lnTo>
                <a:lnTo>
                  <a:pt x="48007" y="65466"/>
                </a:lnTo>
                <a:lnTo>
                  <a:pt x="48832" y="119660"/>
                </a:lnTo>
                <a:lnTo>
                  <a:pt x="48859" y="99405"/>
                </a:lnTo>
                <a:lnTo>
                  <a:pt x="49499" y="140766"/>
                </a:lnTo>
                <a:lnTo>
                  <a:pt x="50203" y="138653"/>
                </a:lnTo>
                <a:lnTo>
                  <a:pt x="51362" y="99351"/>
                </a:lnTo>
                <a:lnTo>
                  <a:pt x="53225" y="48941"/>
                </a:lnTo>
                <a:lnTo>
                  <a:pt x="53418" y="75605"/>
                </a:lnTo>
                <a:lnTo>
                  <a:pt x="54174" y="113781"/>
                </a:lnTo>
                <a:lnTo>
                  <a:pt x="54394" y="89312"/>
                </a:lnTo>
                <a:lnTo>
                  <a:pt x="54622" y="94489"/>
                </a:lnTo>
                <a:lnTo>
                  <a:pt x="54833" y="133961"/>
                </a:lnTo>
                <a:lnTo>
                  <a:pt x="55430" y="97454"/>
                </a:lnTo>
                <a:lnTo>
                  <a:pt x="56599" y="57666"/>
                </a:lnTo>
                <a:lnTo>
                  <a:pt x="57442" y="99307"/>
                </a:lnTo>
                <a:lnTo>
                  <a:pt x="58075" y="93152"/>
                </a:lnTo>
                <a:lnTo>
                  <a:pt x="59076" y="68179"/>
                </a:lnTo>
                <a:lnTo>
                  <a:pt x="59340" y="76172"/>
                </a:lnTo>
                <a:lnTo>
                  <a:pt x="59885" y="70690"/>
                </a:lnTo>
                <a:lnTo>
                  <a:pt x="60360" y="130418"/>
                </a:lnTo>
                <a:lnTo>
                  <a:pt x="61317" y="195591"/>
                </a:lnTo>
                <a:lnTo>
                  <a:pt x="61484" y="182648"/>
                </a:lnTo>
                <a:lnTo>
                  <a:pt x="61852" y="166830"/>
                </a:lnTo>
                <a:lnTo>
                  <a:pt x="62134" y="178061"/>
                </a:lnTo>
                <a:lnTo>
                  <a:pt x="63197" y="99509"/>
                </a:lnTo>
                <a:lnTo>
                  <a:pt x="63426" y="69717"/>
                </a:lnTo>
                <a:lnTo>
                  <a:pt x="63786" y="129933"/>
                </a:lnTo>
                <a:lnTo>
                  <a:pt x="64251" y="127878"/>
                </a:lnTo>
                <a:lnTo>
                  <a:pt x="65077" y="66854"/>
                </a:lnTo>
                <a:lnTo>
                  <a:pt x="65218" y="103570"/>
                </a:lnTo>
                <a:lnTo>
                  <a:pt x="65463" y="142380"/>
                </a:lnTo>
                <a:lnTo>
                  <a:pt x="65490" y="12318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CFA68-45C7-441F-98B6-113E8252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306" y="3452484"/>
            <a:ext cx="60843" cy="243620"/>
          </a:xfrm>
          <a:custGeom xmlns:a="http://schemas.openxmlformats.org/drawingml/2006/main">
            <a:pathLst>
              <a:path w="60843" h="243620" fill="none">
                <a:moveTo>
                  <a:pt x="0" y="133836"/>
                </a:moveTo>
                <a:lnTo>
                  <a:pt x="1195" y="145122"/>
                </a:lnTo>
                <a:lnTo>
                  <a:pt x="1634" y="147279"/>
                </a:lnTo>
                <a:lnTo>
                  <a:pt x="2285" y="101364"/>
                </a:lnTo>
                <a:lnTo>
                  <a:pt x="2751" y="129953"/>
                </a:lnTo>
                <a:lnTo>
                  <a:pt x="3128" y="119238"/>
                </a:lnTo>
                <a:lnTo>
                  <a:pt x="3883" y="86415"/>
                </a:lnTo>
                <a:lnTo>
                  <a:pt x="4095" y="98512"/>
                </a:lnTo>
                <a:lnTo>
                  <a:pt x="4464" y="179438"/>
                </a:lnTo>
                <a:lnTo>
                  <a:pt x="5351" y="196933"/>
                </a:lnTo>
                <a:lnTo>
                  <a:pt x="5413" y="172510"/>
                </a:lnTo>
                <a:lnTo>
                  <a:pt x="6036" y="189206"/>
                </a:lnTo>
                <a:lnTo>
                  <a:pt x="6370" y="202201"/>
                </a:lnTo>
                <a:lnTo>
                  <a:pt x="6669" y="183083"/>
                </a:lnTo>
                <a:lnTo>
                  <a:pt x="7020" y="188832"/>
                </a:lnTo>
                <a:lnTo>
                  <a:pt x="8285" y="128625"/>
                </a:lnTo>
                <a:lnTo>
                  <a:pt x="8645" y="143282"/>
                </a:lnTo>
                <a:lnTo>
                  <a:pt x="8901" y="149051"/>
                </a:lnTo>
                <a:lnTo>
                  <a:pt x="9560" y="83583"/>
                </a:lnTo>
                <a:lnTo>
                  <a:pt x="9726" y="101827"/>
                </a:lnTo>
                <a:lnTo>
                  <a:pt x="10228" y="128528"/>
                </a:lnTo>
                <a:lnTo>
                  <a:pt x="10544" y="108808"/>
                </a:lnTo>
                <a:lnTo>
                  <a:pt x="10842" y="115944"/>
                </a:lnTo>
                <a:lnTo>
                  <a:pt x="12046" y="14162"/>
                </a:lnTo>
                <a:lnTo>
                  <a:pt x="12116" y="0"/>
                </a:lnTo>
                <a:lnTo>
                  <a:pt x="12828" y="9728"/>
                </a:lnTo>
                <a:lnTo>
                  <a:pt x="14023" y="73405"/>
                </a:lnTo>
                <a:lnTo>
                  <a:pt x="15331" y="97393"/>
                </a:lnTo>
                <a:lnTo>
                  <a:pt x="15350" y="90949"/>
                </a:lnTo>
                <a:lnTo>
                  <a:pt x="15481" y="78749"/>
                </a:lnTo>
                <a:lnTo>
                  <a:pt x="15753" y="94405"/>
                </a:lnTo>
                <a:lnTo>
                  <a:pt x="16202" y="87336"/>
                </a:lnTo>
                <a:lnTo>
                  <a:pt x="16378" y="88205"/>
                </a:lnTo>
                <a:lnTo>
                  <a:pt x="16386" y="96261"/>
                </a:lnTo>
                <a:lnTo>
                  <a:pt x="17089" y="41497"/>
                </a:lnTo>
                <a:lnTo>
                  <a:pt x="17264" y="41499"/>
                </a:lnTo>
                <a:lnTo>
                  <a:pt x="18328" y="34676"/>
                </a:lnTo>
                <a:lnTo>
                  <a:pt x="19584" y="147021"/>
                </a:lnTo>
                <a:lnTo>
                  <a:pt x="19927" y="158108"/>
                </a:lnTo>
                <a:lnTo>
                  <a:pt x="21693" y="79613"/>
                </a:lnTo>
                <a:lnTo>
                  <a:pt x="21939" y="87917"/>
                </a:lnTo>
                <a:lnTo>
                  <a:pt x="22053" y="69608"/>
                </a:lnTo>
                <a:lnTo>
                  <a:pt x="22361" y="86578"/>
                </a:lnTo>
                <a:lnTo>
                  <a:pt x="22975" y="81509"/>
                </a:lnTo>
                <a:lnTo>
                  <a:pt x="23775" y="165839"/>
                </a:lnTo>
                <a:lnTo>
                  <a:pt x="24109" y="160678"/>
                </a:lnTo>
                <a:lnTo>
                  <a:pt x="24460" y="161887"/>
                </a:lnTo>
                <a:lnTo>
                  <a:pt x="24505" y="139971"/>
                </a:lnTo>
                <a:lnTo>
                  <a:pt x="25304" y="167027"/>
                </a:lnTo>
                <a:lnTo>
                  <a:pt x="25533" y="169886"/>
                </a:lnTo>
                <a:lnTo>
                  <a:pt x="25893" y="167228"/>
                </a:lnTo>
                <a:lnTo>
                  <a:pt x="27641" y="151344"/>
                </a:lnTo>
                <a:lnTo>
                  <a:pt x="28440" y="210530"/>
                </a:lnTo>
                <a:lnTo>
                  <a:pt x="29284" y="207366"/>
                </a:lnTo>
                <a:lnTo>
                  <a:pt x="30057" y="243620"/>
                </a:lnTo>
                <a:lnTo>
                  <a:pt x="30250" y="209704"/>
                </a:lnTo>
                <a:lnTo>
                  <a:pt x="30558" y="177130"/>
                </a:lnTo>
                <a:lnTo>
                  <a:pt x="31225" y="117397"/>
                </a:lnTo>
                <a:lnTo>
                  <a:pt x="31744" y="137770"/>
                </a:lnTo>
                <a:lnTo>
                  <a:pt x="31999" y="159809"/>
                </a:lnTo>
                <a:lnTo>
                  <a:pt x="32368" y="148416"/>
                </a:lnTo>
                <a:lnTo>
                  <a:pt x="32789" y="105688"/>
                </a:lnTo>
                <a:lnTo>
                  <a:pt x="33299" y="123646"/>
                </a:lnTo>
                <a:lnTo>
                  <a:pt x="33493" y="121053"/>
                </a:lnTo>
                <a:lnTo>
                  <a:pt x="33905" y="123784"/>
                </a:lnTo>
                <a:lnTo>
                  <a:pt x="34292" y="128349"/>
                </a:lnTo>
                <a:lnTo>
                  <a:pt x="34318" y="146996"/>
                </a:lnTo>
                <a:lnTo>
                  <a:pt x="34687" y="120569"/>
                </a:lnTo>
                <a:lnTo>
                  <a:pt x="34951" y="135079"/>
                </a:lnTo>
                <a:lnTo>
                  <a:pt x="35311" y="70928"/>
                </a:lnTo>
                <a:lnTo>
                  <a:pt x="36005" y="91923"/>
                </a:lnTo>
                <a:lnTo>
                  <a:pt x="36910" y="70478"/>
                </a:lnTo>
                <a:lnTo>
                  <a:pt x="37314" y="72690"/>
                </a:lnTo>
                <a:lnTo>
                  <a:pt x="38623" y="165610"/>
                </a:lnTo>
                <a:lnTo>
                  <a:pt x="38685" y="156383"/>
                </a:lnTo>
                <a:lnTo>
                  <a:pt x="39115" y="125433"/>
                </a:lnTo>
                <a:lnTo>
                  <a:pt x="39669" y="141961"/>
                </a:lnTo>
                <a:lnTo>
                  <a:pt x="40416" y="153815"/>
                </a:lnTo>
                <a:lnTo>
                  <a:pt x="41110" y="121521"/>
                </a:lnTo>
                <a:lnTo>
                  <a:pt x="41145" y="157844"/>
                </a:lnTo>
                <a:lnTo>
                  <a:pt x="41408" y="148471"/>
                </a:lnTo>
                <a:lnTo>
                  <a:pt x="41417" y="154408"/>
                </a:lnTo>
                <a:lnTo>
                  <a:pt x="41769" y="129743"/>
                </a:lnTo>
                <a:lnTo>
                  <a:pt x="41918" y="139835"/>
                </a:lnTo>
                <a:lnTo>
                  <a:pt x="42788" y="180530"/>
                </a:lnTo>
                <a:lnTo>
                  <a:pt x="43148" y="164171"/>
                </a:lnTo>
                <a:lnTo>
                  <a:pt x="43358" y="154610"/>
                </a:lnTo>
                <a:lnTo>
                  <a:pt x="43728" y="178161"/>
                </a:lnTo>
                <a:lnTo>
                  <a:pt x="43816" y="201072"/>
                </a:lnTo>
                <a:lnTo>
                  <a:pt x="44369" y="115463"/>
                </a:lnTo>
                <a:lnTo>
                  <a:pt x="45045" y="73629"/>
                </a:lnTo>
                <a:lnTo>
                  <a:pt x="45450" y="84652"/>
                </a:lnTo>
                <a:lnTo>
                  <a:pt x="45555" y="156525"/>
                </a:lnTo>
                <a:lnTo>
                  <a:pt x="48156" y="115879"/>
                </a:lnTo>
                <a:lnTo>
                  <a:pt x="48762" y="107628"/>
                </a:lnTo>
                <a:lnTo>
                  <a:pt x="49052" y="136062"/>
                </a:lnTo>
                <a:lnTo>
                  <a:pt x="49658" y="131527"/>
                </a:lnTo>
                <a:lnTo>
                  <a:pt x="49983" y="137151"/>
                </a:lnTo>
                <a:lnTo>
                  <a:pt x="50317" y="112960"/>
                </a:lnTo>
                <a:lnTo>
                  <a:pt x="50633" y="118321"/>
                </a:lnTo>
                <a:lnTo>
                  <a:pt x="51407" y="173417"/>
                </a:lnTo>
                <a:lnTo>
                  <a:pt x="51521" y="145136"/>
                </a:lnTo>
                <a:lnTo>
                  <a:pt x="51679" y="149382"/>
                </a:lnTo>
                <a:lnTo>
                  <a:pt x="51846" y="134410"/>
                </a:lnTo>
                <a:lnTo>
                  <a:pt x="52048" y="146142"/>
                </a:lnTo>
                <a:lnTo>
                  <a:pt x="52549" y="141540"/>
                </a:lnTo>
                <a:lnTo>
                  <a:pt x="52795" y="145193"/>
                </a:lnTo>
                <a:lnTo>
                  <a:pt x="52804" y="174937"/>
                </a:lnTo>
                <a:lnTo>
                  <a:pt x="53120" y="169824"/>
                </a:lnTo>
                <a:lnTo>
                  <a:pt x="53761" y="164867"/>
                </a:lnTo>
                <a:lnTo>
                  <a:pt x="54895" y="198788"/>
                </a:lnTo>
                <a:lnTo>
                  <a:pt x="55228" y="196123"/>
                </a:lnTo>
                <a:lnTo>
                  <a:pt x="55527" y="220755"/>
                </a:lnTo>
                <a:lnTo>
                  <a:pt x="55677" y="184910"/>
                </a:lnTo>
                <a:lnTo>
                  <a:pt x="56124" y="211804"/>
                </a:lnTo>
                <a:lnTo>
                  <a:pt x="56828" y="235805"/>
                </a:lnTo>
                <a:lnTo>
                  <a:pt x="57592" y="201278"/>
                </a:lnTo>
                <a:lnTo>
                  <a:pt x="57697" y="218443"/>
                </a:lnTo>
                <a:lnTo>
                  <a:pt x="58180" y="229494"/>
                </a:lnTo>
                <a:lnTo>
                  <a:pt x="58251" y="205043"/>
                </a:lnTo>
                <a:lnTo>
                  <a:pt x="58260" y="227444"/>
                </a:lnTo>
                <a:lnTo>
                  <a:pt x="58409" y="208093"/>
                </a:lnTo>
                <a:lnTo>
                  <a:pt x="58919" y="219718"/>
                </a:lnTo>
                <a:lnTo>
                  <a:pt x="59701" y="202734"/>
                </a:lnTo>
                <a:lnTo>
                  <a:pt x="60193" y="217124"/>
                </a:lnTo>
                <a:lnTo>
                  <a:pt x="60518" y="201823"/>
                </a:lnTo>
                <a:lnTo>
                  <a:pt x="60825" y="165712"/>
                </a:lnTo>
                <a:lnTo>
                  <a:pt x="60843" y="179598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86BA6-0C19-4967-874D-79F1086D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149" y="3536952"/>
            <a:ext cx="61519" cy="201058"/>
          </a:xfrm>
          <a:custGeom xmlns:a="http://schemas.openxmlformats.org/drawingml/2006/main">
            <a:pathLst>
              <a:path w="61519" h="201058" fill="none">
                <a:moveTo>
                  <a:pt x="0" y="95130"/>
                </a:moveTo>
                <a:lnTo>
                  <a:pt x="914" y="82884"/>
                </a:lnTo>
                <a:lnTo>
                  <a:pt x="1749" y="40286"/>
                </a:lnTo>
                <a:lnTo>
                  <a:pt x="1916" y="41171"/>
                </a:lnTo>
                <a:lnTo>
                  <a:pt x="2240" y="49084"/>
                </a:lnTo>
                <a:lnTo>
                  <a:pt x="2381" y="0"/>
                </a:lnTo>
                <a:lnTo>
                  <a:pt x="3128" y="35363"/>
                </a:lnTo>
                <a:lnTo>
                  <a:pt x="3523" y="35537"/>
                </a:lnTo>
                <a:lnTo>
                  <a:pt x="3664" y="58293"/>
                </a:lnTo>
                <a:lnTo>
                  <a:pt x="4437" y="45495"/>
                </a:lnTo>
                <a:lnTo>
                  <a:pt x="6212" y="107656"/>
                </a:lnTo>
                <a:lnTo>
                  <a:pt x="6256" y="101029"/>
                </a:lnTo>
                <a:lnTo>
                  <a:pt x="7468" y="20236"/>
                </a:lnTo>
                <a:lnTo>
                  <a:pt x="7591" y="38216"/>
                </a:lnTo>
                <a:lnTo>
                  <a:pt x="7626" y="34432"/>
                </a:lnTo>
                <a:lnTo>
                  <a:pt x="8110" y="72297"/>
                </a:lnTo>
                <a:lnTo>
                  <a:pt x="8223" y="69298"/>
                </a:lnTo>
                <a:lnTo>
                  <a:pt x="8408" y="81884"/>
                </a:lnTo>
                <a:lnTo>
                  <a:pt x="9823" y="96670"/>
                </a:lnTo>
                <a:lnTo>
                  <a:pt x="10429" y="96968"/>
                </a:lnTo>
                <a:lnTo>
                  <a:pt x="10711" y="85238"/>
                </a:lnTo>
                <a:lnTo>
                  <a:pt x="10833" y="98885"/>
                </a:lnTo>
                <a:lnTo>
                  <a:pt x="11062" y="136051"/>
                </a:lnTo>
                <a:lnTo>
                  <a:pt x="11457" y="83339"/>
                </a:lnTo>
                <a:lnTo>
                  <a:pt x="12099" y="82132"/>
                </a:lnTo>
                <a:lnTo>
                  <a:pt x="12661" y="98873"/>
                </a:lnTo>
                <a:lnTo>
                  <a:pt x="14084" y="64073"/>
                </a:lnTo>
                <a:lnTo>
                  <a:pt x="14154" y="66889"/>
                </a:lnTo>
                <a:lnTo>
                  <a:pt x="14172" y="73886"/>
                </a:lnTo>
                <a:lnTo>
                  <a:pt x="14515" y="52457"/>
                </a:lnTo>
                <a:lnTo>
                  <a:pt x="14945" y="70520"/>
                </a:lnTo>
                <a:lnTo>
                  <a:pt x="16280" y="131455"/>
                </a:lnTo>
                <a:lnTo>
                  <a:pt x="16439" y="98418"/>
                </a:lnTo>
                <a:lnTo>
                  <a:pt x="17238" y="111481"/>
                </a:lnTo>
                <a:lnTo>
                  <a:pt x="17282" y="129216"/>
                </a:lnTo>
                <a:lnTo>
                  <a:pt x="17730" y="89323"/>
                </a:lnTo>
                <a:lnTo>
                  <a:pt x="18257" y="90166"/>
                </a:lnTo>
                <a:lnTo>
                  <a:pt x="18354" y="104397"/>
                </a:lnTo>
                <a:lnTo>
                  <a:pt x="18670" y="69001"/>
                </a:lnTo>
                <a:lnTo>
                  <a:pt x="19294" y="68297"/>
                </a:lnTo>
                <a:lnTo>
                  <a:pt x="19321" y="87257"/>
                </a:lnTo>
                <a:lnTo>
                  <a:pt x="19470" y="42150"/>
                </a:lnTo>
                <a:lnTo>
                  <a:pt x="19847" y="43884"/>
                </a:lnTo>
                <a:lnTo>
                  <a:pt x="20595" y="48030"/>
                </a:lnTo>
                <a:lnTo>
                  <a:pt x="21060" y="65762"/>
                </a:lnTo>
                <a:lnTo>
                  <a:pt x="21087" y="42146"/>
                </a:lnTo>
                <a:lnTo>
                  <a:pt x="21473" y="59179"/>
                </a:lnTo>
                <a:lnTo>
                  <a:pt x="23274" y="97402"/>
                </a:lnTo>
                <a:lnTo>
                  <a:pt x="23871" y="80571"/>
                </a:lnTo>
                <a:lnTo>
                  <a:pt x="24267" y="86076"/>
                </a:lnTo>
                <a:lnTo>
                  <a:pt x="25357" y="99089"/>
                </a:lnTo>
                <a:lnTo>
                  <a:pt x="25383" y="92934"/>
                </a:lnTo>
                <a:lnTo>
                  <a:pt x="25585" y="90810"/>
                </a:lnTo>
                <a:lnTo>
                  <a:pt x="25936" y="93037"/>
                </a:lnTo>
                <a:lnTo>
                  <a:pt x="26718" y="58066"/>
                </a:lnTo>
                <a:lnTo>
                  <a:pt x="27605" y="55103"/>
                </a:lnTo>
                <a:lnTo>
                  <a:pt x="27632" y="50477"/>
                </a:lnTo>
                <a:lnTo>
                  <a:pt x="28115" y="87431"/>
                </a:lnTo>
                <a:lnTo>
                  <a:pt x="28124" y="85890"/>
                </a:lnTo>
                <a:lnTo>
                  <a:pt x="28387" y="82860"/>
                </a:lnTo>
                <a:lnTo>
                  <a:pt x="29257" y="116635"/>
                </a:lnTo>
                <a:lnTo>
                  <a:pt x="29319" y="92703"/>
                </a:lnTo>
                <a:lnTo>
                  <a:pt x="30443" y="70156"/>
                </a:lnTo>
                <a:lnTo>
                  <a:pt x="31287" y="98110"/>
                </a:lnTo>
                <a:lnTo>
                  <a:pt x="34266" y="26258"/>
                </a:lnTo>
                <a:lnTo>
                  <a:pt x="34783" y="57435"/>
                </a:lnTo>
                <a:lnTo>
                  <a:pt x="35601" y="36953"/>
                </a:lnTo>
                <a:lnTo>
                  <a:pt x="35644" y="68527"/>
                </a:lnTo>
                <a:lnTo>
                  <a:pt x="36216" y="35010"/>
                </a:lnTo>
                <a:lnTo>
                  <a:pt x="37701" y="107629"/>
                </a:lnTo>
                <a:lnTo>
                  <a:pt x="38140" y="76373"/>
                </a:lnTo>
                <a:lnTo>
                  <a:pt x="38246" y="90974"/>
                </a:lnTo>
                <a:lnTo>
                  <a:pt x="38816" y="113711"/>
                </a:lnTo>
                <a:lnTo>
                  <a:pt x="39361" y="97031"/>
                </a:lnTo>
                <a:lnTo>
                  <a:pt x="40301" y="158446"/>
                </a:lnTo>
                <a:lnTo>
                  <a:pt x="40327" y="115774"/>
                </a:lnTo>
                <a:lnTo>
                  <a:pt x="40520" y="107368"/>
                </a:lnTo>
                <a:lnTo>
                  <a:pt x="40670" y="108277"/>
                </a:lnTo>
                <a:lnTo>
                  <a:pt x="41373" y="110352"/>
                </a:lnTo>
                <a:lnTo>
                  <a:pt x="41944" y="85916"/>
                </a:lnTo>
                <a:lnTo>
                  <a:pt x="41970" y="111793"/>
                </a:lnTo>
                <a:lnTo>
                  <a:pt x="42497" y="108682"/>
                </a:lnTo>
                <a:lnTo>
                  <a:pt x="42691" y="119725"/>
                </a:lnTo>
                <a:lnTo>
                  <a:pt x="42752" y="92954"/>
                </a:lnTo>
                <a:lnTo>
                  <a:pt x="43508" y="67318"/>
                </a:lnTo>
                <a:lnTo>
                  <a:pt x="43086" y="97534"/>
                </a:lnTo>
                <a:lnTo>
                  <a:pt x="43763" y="75905"/>
                </a:lnTo>
                <a:lnTo>
                  <a:pt x="44808" y="117440"/>
                </a:lnTo>
                <a:lnTo>
                  <a:pt x="45036" y="116012"/>
                </a:lnTo>
                <a:lnTo>
                  <a:pt x="45212" y="119496"/>
                </a:lnTo>
                <a:lnTo>
                  <a:pt x="45432" y="116369"/>
                </a:lnTo>
                <a:lnTo>
                  <a:pt x="45924" y="100194"/>
                </a:lnTo>
                <a:lnTo>
                  <a:pt x="46689" y="162860"/>
                </a:lnTo>
                <a:lnTo>
                  <a:pt x="46865" y="144121"/>
                </a:lnTo>
                <a:lnTo>
                  <a:pt x="47145" y="126865"/>
                </a:lnTo>
                <a:lnTo>
                  <a:pt x="47435" y="151650"/>
                </a:lnTo>
                <a:lnTo>
                  <a:pt x="47488" y="180080"/>
                </a:lnTo>
                <a:lnTo>
                  <a:pt x="48234" y="158491"/>
                </a:lnTo>
                <a:lnTo>
                  <a:pt x="48490" y="159643"/>
                </a:lnTo>
                <a:lnTo>
                  <a:pt x="48762" y="158642"/>
                </a:lnTo>
                <a:lnTo>
                  <a:pt x="48946" y="167511"/>
                </a:lnTo>
                <a:lnTo>
                  <a:pt x="48982" y="164549"/>
                </a:lnTo>
                <a:lnTo>
                  <a:pt x="49412" y="128414"/>
                </a:lnTo>
                <a:lnTo>
                  <a:pt x="49913" y="159071"/>
                </a:lnTo>
                <a:lnTo>
                  <a:pt x="50063" y="175674"/>
                </a:lnTo>
                <a:lnTo>
                  <a:pt x="50317" y="124088"/>
                </a:lnTo>
                <a:lnTo>
                  <a:pt x="50528" y="153228"/>
                </a:lnTo>
                <a:lnTo>
                  <a:pt x="50800" y="133712"/>
                </a:lnTo>
                <a:lnTo>
                  <a:pt x="50809" y="156790"/>
                </a:lnTo>
                <a:lnTo>
                  <a:pt x="51248" y="145871"/>
                </a:lnTo>
                <a:lnTo>
                  <a:pt x="52004" y="201058"/>
                </a:lnTo>
                <a:lnTo>
                  <a:pt x="52039" y="198944"/>
                </a:lnTo>
                <a:lnTo>
                  <a:pt x="53875" y="83531"/>
                </a:lnTo>
                <a:lnTo>
                  <a:pt x="54227" y="136227"/>
                </a:lnTo>
                <a:lnTo>
                  <a:pt x="54851" y="120241"/>
                </a:lnTo>
                <a:lnTo>
                  <a:pt x="55062" y="57678"/>
                </a:lnTo>
                <a:lnTo>
                  <a:pt x="55632" y="97676"/>
                </a:lnTo>
                <a:lnTo>
                  <a:pt x="56247" y="133746"/>
                </a:lnTo>
                <a:lnTo>
                  <a:pt x="56564" y="123983"/>
                </a:lnTo>
                <a:lnTo>
                  <a:pt x="56757" y="124452"/>
                </a:lnTo>
                <a:lnTo>
                  <a:pt x="57038" y="111080"/>
                </a:lnTo>
                <a:lnTo>
                  <a:pt x="58224" y="159505"/>
                </a:lnTo>
                <a:lnTo>
                  <a:pt x="58347" y="151262"/>
                </a:lnTo>
                <a:lnTo>
                  <a:pt x="58673" y="151824"/>
                </a:lnTo>
                <a:lnTo>
                  <a:pt x="59464" y="185500"/>
                </a:lnTo>
                <a:lnTo>
                  <a:pt x="60606" y="175749"/>
                </a:lnTo>
                <a:lnTo>
                  <a:pt x="61106" y="140196"/>
                </a:lnTo>
                <a:lnTo>
                  <a:pt x="61519" y="15657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55B09-DB56-45EB-A16D-5A4301F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667" y="3540180"/>
            <a:ext cx="68091" cy="231219"/>
          </a:xfrm>
          <a:custGeom xmlns:a="http://schemas.openxmlformats.org/drawingml/2006/main">
            <a:pathLst>
              <a:path w="68091" h="231219" fill="none">
                <a:moveTo>
                  <a:pt x="0" y="153351"/>
                </a:moveTo>
                <a:lnTo>
                  <a:pt x="115" y="175168"/>
                </a:lnTo>
                <a:lnTo>
                  <a:pt x="509" y="107222"/>
                </a:lnTo>
                <a:lnTo>
                  <a:pt x="1414" y="40173"/>
                </a:lnTo>
                <a:lnTo>
                  <a:pt x="1705" y="55164"/>
                </a:lnTo>
                <a:lnTo>
                  <a:pt x="2144" y="74421"/>
                </a:lnTo>
                <a:lnTo>
                  <a:pt x="2381" y="53087"/>
                </a:lnTo>
                <a:lnTo>
                  <a:pt x="3146" y="40267"/>
                </a:lnTo>
                <a:lnTo>
                  <a:pt x="3629" y="48224"/>
                </a:lnTo>
                <a:lnTo>
                  <a:pt x="4006" y="89113"/>
                </a:lnTo>
                <a:lnTo>
                  <a:pt x="5096" y="84875"/>
                </a:lnTo>
                <a:lnTo>
                  <a:pt x="5553" y="65568"/>
                </a:lnTo>
                <a:lnTo>
                  <a:pt x="5878" y="70693"/>
                </a:lnTo>
                <a:lnTo>
                  <a:pt x="6300" y="165811"/>
                </a:lnTo>
                <a:lnTo>
                  <a:pt x="6906" y="147449"/>
                </a:lnTo>
                <a:lnTo>
                  <a:pt x="7653" y="182374"/>
                </a:lnTo>
                <a:lnTo>
                  <a:pt x="7776" y="178967"/>
                </a:lnTo>
                <a:lnTo>
                  <a:pt x="8531" y="127470"/>
                </a:lnTo>
                <a:lnTo>
                  <a:pt x="9304" y="127540"/>
                </a:lnTo>
                <a:lnTo>
                  <a:pt x="10183" y="185242"/>
                </a:lnTo>
                <a:lnTo>
                  <a:pt x="10605" y="156423"/>
                </a:lnTo>
                <a:lnTo>
                  <a:pt x="10834" y="161094"/>
                </a:lnTo>
                <a:lnTo>
                  <a:pt x="10965" y="157063"/>
                </a:lnTo>
                <a:lnTo>
                  <a:pt x="14892" y="0"/>
                </a:lnTo>
                <a:lnTo>
                  <a:pt x="16070" y="65609"/>
                </a:lnTo>
                <a:lnTo>
                  <a:pt x="17282" y="52050"/>
                </a:lnTo>
                <a:lnTo>
                  <a:pt x="17528" y="40334"/>
                </a:lnTo>
                <a:lnTo>
                  <a:pt x="18082" y="49425"/>
                </a:lnTo>
                <a:lnTo>
                  <a:pt x="19171" y="87640"/>
                </a:lnTo>
                <a:lnTo>
                  <a:pt x="18635" y="49009"/>
                </a:lnTo>
                <a:lnTo>
                  <a:pt x="19400" y="77250"/>
                </a:lnTo>
                <a:lnTo>
                  <a:pt x="20252" y="75085"/>
                </a:lnTo>
                <a:lnTo>
                  <a:pt x="20919" y="92249"/>
                </a:lnTo>
                <a:lnTo>
                  <a:pt x="22053" y="124897"/>
                </a:lnTo>
                <a:lnTo>
                  <a:pt x="22097" y="120383"/>
                </a:lnTo>
                <a:lnTo>
                  <a:pt x="22606" y="108214"/>
                </a:lnTo>
                <a:lnTo>
                  <a:pt x="23371" y="105668"/>
                </a:lnTo>
                <a:lnTo>
                  <a:pt x="23933" y="150610"/>
                </a:lnTo>
                <a:lnTo>
                  <a:pt x="24346" y="140998"/>
                </a:lnTo>
                <a:lnTo>
                  <a:pt x="24628" y="150222"/>
                </a:lnTo>
                <a:lnTo>
                  <a:pt x="24662" y="124945"/>
                </a:lnTo>
                <a:lnTo>
                  <a:pt x="24874" y="124539"/>
                </a:lnTo>
                <a:lnTo>
                  <a:pt x="25427" y="153631"/>
                </a:lnTo>
                <a:lnTo>
                  <a:pt x="25857" y="153594"/>
                </a:lnTo>
                <a:lnTo>
                  <a:pt x="26235" y="136448"/>
                </a:lnTo>
                <a:lnTo>
                  <a:pt x="26200" y="163236"/>
                </a:lnTo>
                <a:lnTo>
                  <a:pt x="26771" y="157089"/>
                </a:lnTo>
                <a:lnTo>
                  <a:pt x="27360" y="154365"/>
                </a:lnTo>
                <a:lnTo>
                  <a:pt x="28906" y="66865"/>
                </a:lnTo>
                <a:lnTo>
                  <a:pt x="29091" y="94729"/>
                </a:lnTo>
                <a:lnTo>
                  <a:pt x="29433" y="133676"/>
                </a:lnTo>
                <a:lnTo>
                  <a:pt x="29653" y="87696"/>
                </a:lnTo>
                <a:lnTo>
                  <a:pt x="29925" y="96965"/>
                </a:lnTo>
                <a:lnTo>
                  <a:pt x="29987" y="66239"/>
                </a:lnTo>
                <a:lnTo>
                  <a:pt x="30382" y="104670"/>
                </a:lnTo>
                <a:lnTo>
                  <a:pt x="30778" y="89427"/>
                </a:lnTo>
                <a:lnTo>
                  <a:pt x="32209" y="67282"/>
                </a:lnTo>
                <a:lnTo>
                  <a:pt x="32262" y="113260"/>
                </a:lnTo>
                <a:lnTo>
                  <a:pt x="33053" y="84886"/>
                </a:lnTo>
                <a:lnTo>
                  <a:pt x="33325" y="95860"/>
                </a:lnTo>
                <a:lnTo>
                  <a:pt x="33677" y="84399"/>
                </a:lnTo>
                <a:lnTo>
                  <a:pt x="34037" y="55328"/>
                </a:lnTo>
                <a:lnTo>
                  <a:pt x="34116" y="71710"/>
                </a:lnTo>
                <a:lnTo>
                  <a:pt x="35320" y="104179"/>
                </a:lnTo>
                <a:lnTo>
                  <a:pt x="36646" y="150026"/>
                </a:lnTo>
                <a:lnTo>
                  <a:pt x="37604" y="157209"/>
                </a:lnTo>
                <a:lnTo>
                  <a:pt x="37841" y="144195"/>
                </a:lnTo>
                <a:lnTo>
                  <a:pt x="38483" y="157109"/>
                </a:lnTo>
                <a:lnTo>
                  <a:pt x="38913" y="159546"/>
                </a:lnTo>
                <a:lnTo>
                  <a:pt x="39554" y="177841"/>
                </a:lnTo>
                <a:lnTo>
                  <a:pt x="39757" y="159019"/>
                </a:lnTo>
                <a:lnTo>
                  <a:pt x="40187" y="156721"/>
                </a:lnTo>
                <a:lnTo>
                  <a:pt x="40372" y="146054"/>
                </a:lnTo>
                <a:lnTo>
                  <a:pt x="40995" y="146115"/>
                </a:lnTo>
                <a:lnTo>
                  <a:pt x="41690" y="202239"/>
                </a:lnTo>
                <a:lnTo>
                  <a:pt x="41821" y="177728"/>
                </a:lnTo>
                <a:lnTo>
                  <a:pt x="42120" y="199199"/>
                </a:lnTo>
                <a:lnTo>
                  <a:pt x="42137" y="169348"/>
                </a:lnTo>
                <a:lnTo>
                  <a:pt x="42559" y="169482"/>
                </a:lnTo>
                <a:lnTo>
                  <a:pt x="43087" y="159587"/>
                </a:lnTo>
                <a:lnTo>
                  <a:pt x="43894" y="231219"/>
                </a:lnTo>
                <a:lnTo>
                  <a:pt x="43561" y="154422"/>
                </a:lnTo>
                <a:lnTo>
                  <a:pt x="43974" y="193711"/>
                </a:lnTo>
                <a:lnTo>
                  <a:pt x="46187" y="123985"/>
                </a:lnTo>
                <a:lnTo>
                  <a:pt x="46803" y="113814"/>
                </a:lnTo>
                <a:lnTo>
                  <a:pt x="47268" y="122955"/>
                </a:lnTo>
                <a:lnTo>
                  <a:pt x="47699" y="108986"/>
                </a:lnTo>
                <a:lnTo>
                  <a:pt x="48217" y="155001"/>
                </a:lnTo>
                <a:lnTo>
                  <a:pt x="48604" y="146706"/>
                </a:lnTo>
                <a:lnTo>
                  <a:pt x="48824" y="112403"/>
                </a:lnTo>
                <a:lnTo>
                  <a:pt x="49395" y="114831"/>
                </a:lnTo>
                <a:lnTo>
                  <a:pt x="49623" y="155110"/>
                </a:lnTo>
                <a:lnTo>
                  <a:pt x="50071" y="117595"/>
                </a:lnTo>
                <a:lnTo>
                  <a:pt x="50555" y="100397"/>
                </a:lnTo>
                <a:lnTo>
                  <a:pt x="51248" y="112492"/>
                </a:lnTo>
                <a:lnTo>
                  <a:pt x="52242" y="163076"/>
                </a:lnTo>
                <a:lnTo>
                  <a:pt x="52821" y="150013"/>
                </a:lnTo>
                <a:lnTo>
                  <a:pt x="52944" y="148255"/>
                </a:lnTo>
                <a:lnTo>
                  <a:pt x="52997" y="158195"/>
                </a:lnTo>
                <a:lnTo>
                  <a:pt x="53217" y="151104"/>
                </a:lnTo>
                <a:lnTo>
                  <a:pt x="53314" y="118226"/>
                </a:lnTo>
                <a:lnTo>
                  <a:pt x="53761" y="160394"/>
                </a:lnTo>
                <a:lnTo>
                  <a:pt x="53954" y="152672"/>
                </a:lnTo>
                <a:lnTo>
                  <a:pt x="54728" y="151503"/>
                </a:lnTo>
                <a:lnTo>
                  <a:pt x="54930" y="153787"/>
                </a:lnTo>
                <a:lnTo>
                  <a:pt x="55071" y="151437"/>
                </a:lnTo>
                <a:lnTo>
                  <a:pt x="55940" y="96797"/>
                </a:lnTo>
                <a:lnTo>
                  <a:pt x="56678" y="43063"/>
                </a:lnTo>
                <a:lnTo>
                  <a:pt x="56749" y="66053"/>
                </a:lnTo>
                <a:lnTo>
                  <a:pt x="57601" y="73004"/>
                </a:lnTo>
                <a:lnTo>
                  <a:pt x="57856" y="62867"/>
                </a:lnTo>
                <a:lnTo>
                  <a:pt x="58049" y="88450"/>
                </a:lnTo>
                <a:lnTo>
                  <a:pt x="58172" y="97222"/>
                </a:lnTo>
                <a:lnTo>
                  <a:pt x="59182" y="97195"/>
                </a:lnTo>
                <a:lnTo>
                  <a:pt x="59314" y="61269"/>
                </a:lnTo>
                <a:lnTo>
                  <a:pt x="59850" y="110183"/>
                </a:lnTo>
                <a:lnTo>
                  <a:pt x="60772" y="192082"/>
                </a:lnTo>
                <a:lnTo>
                  <a:pt x="61009" y="216316"/>
                </a:lnTo>
                <a:lnTo>
                  <a:pt x="61422" y="177588"/>
                </a:lnTo>
                <a:lnTo>
                  <a:pt x="61493" y="212926"/>
                </a:lnTo>
                <a:lnTo>
                  <a:pt x="64550" y="96309"/>
                </a:lnTo>
                <a:lnTo>
                  <a:pt x="64735" y="112552"/>
                </a:lnTo>
                <a:lnTo>
                  <a:pt x="66079" y="177476"/>
                </a:lnTo>
                <a:lnTo>
                  <a:pt x="66791" y="172736"/>
                </a:lnTo>
                <a:lnTo>
                  <a:pt x="67318" y="197839"/>
                </a:lnTo>
                <a:lnTo>
                  <a:pt x="67415" y="206146"/>
                </a:lnTo>
                <a:lnTo>
                  <a:pt x="67529" y="173635"/>
                </a:lnTo>
                <a:lnTo>
                  <a:pt x="68091" y="169305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0A99F-72B7-4CAE-9CA1-5C7CBA2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58" y="3667131"/>
            <a:ext cx="63760" cy="161971"/>
          </a:xfrm>
          <a:custGeom xmlns:a="http://schemas.openxmlformats.org/drawingml/2006/main">
            <a:pathLst>
              <a:path w="63760" h="161971" fill="none">
                <a:moveTo>
                  <a:pt x="0" y="42354"/>
                </a:moveTo>
                <a:lnTo>
                  <a:pt x="562" y="83843"/>
                </a:lnTo>
                <a:lnTo>
                  <a:pt x="694" y="41898"/>
                </a:lnTo>
                <a:lnTo>
                  <a:pt x="1239" y="20393"/>
                </a:lnTo>
                <a:lnTo>
                  <a:pt x="1661" y="39267"/>
                </a:lnTo>
                <a:lnTo>
                  <a:pt x="2601" y="97011"/>
                </a:lnTo>
                <a:lnTo>
                  <a:pt x="3620" y="44967"/>
                </a:lnTo>
                <a:lnTo>
                  <a:pt x="3673" y="62201"/>
                </a:lnTo>
                <a:lnTo>
                  <a:pt x="4033" y="83412"/>
                </a:lnTo>
                <a:lnTo>
                  <a:pt x="4850" y="75383"/>
                </a:lnTo>
                <a:lnTo>
                  <a:pt x="4859" y="63383"/>
                </a:lnTo>
                <a:lnTo>
                  <a:pt x="5201" y="97997"/>
                </a:lnTo>
                <a:lnTo>
                  <a:pt x="6045" y="100292"/>
                </a:lnTo>
                <a:lnTo>
                  <a:pt x="6704" y="108289"/>
                </a:lnTo>
                <a:lnTo>
                  <a:pt x="6968" y="107261"/>
                </a:lnTo>
                <a:lnTo>
                  <a:pt x="8022" y="143962"/>
                </a:lnTo>
                <a:lnTo>
                  <a:pt x="10122" y="29713"/>
                </a:lnTo>
                <a:lnTo>
                  <a:pt x="10526" y="50557"/>
                </a:lnTo>
                <a:lnTo>
                  <a:pt x="11062" y="31368"/>
                </a:lnTo>
                <a:lnTo>
                  <a:pt x="11545" y="17364"/>
                </a:lnTo>
                <a:lnTo>
                  <a:pt x="13777" y="69016"/>
                </a:lnTo>
                <a:lnTo>
                  <a:pt x="14225" y="49353"/>
                </a:lnTo>
                <a:lnTo>
                  <a:pt x="14734" y="52468"/>
                </a:lnTo>
                <a:lnTo>
                  <a:pt x="15490" y="79430"/>
                </a:lnTo>
                <a:lnTo>
                  <a:pt x="15666" y="61925"/>
                </a:lnTo>
                <a:lnTo>
                  <a:pt x="16289" y="55905"/>
                </a:lnTo>
                <a:lnTo>
                  <a:pt x="17133" y="55522"/>
                </a:lnTo>
                <a:lnTo>
                  <a:pt x="17405" y="64534"/>
                </a:lnTo>
                <a:lnTo>
                  <a:pt x="18416" y="12397"/>
                </a:lnTo>
                <a:lnTo>
                  <a:pt x="19039" y="50696"/>
                </a:lnTo>
                <a:lnTo>
                  <a:pt x="19382" y="34807"/>
                </a:lnTo>
                <a:lnTo>
                  <a:pt x="19654" y="21161"/>
                </a:lnTo>
                <a:lnTo>
                  <a:pt x="20059" y="26672"/>
                </a:lnTo>
                <a:lnTo>
                  <a:pt x="20832" y="57017"/>
                </a:lnTo>
                <a:lnTo>
                  <a:pt x="20867" y="71425"/>
                </a:lnTo>
                <a:lnTo>
                  <a:pt x="21034" y="40448"/>
                </a:lnTo>
                <a:lnTo>
                  <a:pt x="21235" y="50336"/>
                </a:lnTo>
                <a:lnTo>
                  <a:pt x="21666" y="18360"/>
                </a:lnTo>
                <a:lnTo>
                  <a:pt x="21886" y="58070"/>
                </a:lnTo>
                <a:lnTo>
                  <a:pt x="23362" y="89946"/>
                </a:lnTo>
                <a:lnTo>
                  <a:pt x="23450" y="81474"/>
                </a:lnTo>
                <a:lnTo>
                  <a:pt x="24179" y="24990"/>
                </a:lnTo>
                <a:lnTo>
                  <a:pt x="24337" y="25583"/>
                </a:lnTo>
                <a:lnTo>
                  <a:pt x="25172" y="108941"/>
                </a:lnTo>
                <a:lnTo>
                  <a:pt x="25989" y="99965"/>
                </a:lnTo>
                <a:lnTo>
                  <a:pt x="26086" y="64489"/>
                </a:lnTo>
                <a:lnTo>
                  <a:pt x="26709" y="114167"/>
                </a:lnTo>
                <a:lnTo>
                  <a:pt x="27017" y="117400"/>
                </a:lnTo>
                <a:lnTo>
                  <a:pt x="27061" y="112676"/>
                </a:lnTo>
                <a:lnTo>
                  <a:pt x="27122" y="128779"/>
                </a:lnTo>
                <a:lnTo>
                  <a:pt x="27500" y="100068"/>
                </a:lnTo>
                <a:lnTo>
                  <a:pt x="27878" y="118047"/>
                </a:lnTo>
                <a:lnTo>
                  <a:pt x="28106" y="119530"/>
                </a:lnTo>
                <a:lnTo>
                  <a:pt x="28142" y="115378"/>
                </a:lnTo>
                <a:lnTo>
                  <a:pt x="28212" y="53869"/>
                </a:lnTo>
                <a:lnTo>
                  <a:pt x="28976" y="75256"/>
                </a:lnTo>
                <a:lnTo>
                  <a:pt x="29091" y="52066"/>
                </a:lnTo>
                <a:lnTo>
                  <a:pt x="29371" y="81417"/>
                </a:lnTo>
                <a:lnTo>
                  <a:pt x="29802" y="76583"/>
                </a:lnTo>
                <a:lnTo>
                  <a:pt x="30733" y="50129"/>
                </a:lnTo>
                <a:lnTo>
                  <a:pt x="31155" y="53540"/>
                </a:lnTo>
                <a:lnTo>
                  <a:pt x="31437" y="8813"/>
                </a:lnTo>
                <a:lnTo>
                  <a:pt x="31814" y="37000"/>
                </a:lnTo>
                <a:lnTo>
                  <a:pt x="32490" y="61435"/>
                </a:lnTo>
                <a:lnTo>
                  <a:pt x="32613" y="56597"/>
                </a:lnTo>
                <a:lnTo>
                  <a:pt x="33053" y="0"/>
                </a:lnTo>
                <a:lnTo>
                  <a:pt x="33510" y="59189"/>
                </a:lnTo>
                <a:lnTo>
                  <a:pt x="33993" y="71562"/>
                </a:lnTo>
                <a:lnTo>
                  <a:pt x="34081" y="51321"/>
                </a:lnTo>
                <a:lnTo>
                  <a:pt x="34125" y="45936"/>
                </a:lnTo>
                <a:lnTo>
                  <a:pt x="34177" y="57745"/>
                </a:lnTo>
                <a:lnTo>
                  <a:pt x="34309" y="53387"/>
                </a:lnTo>
                <a:lnTo>
                  <a:pt x="35038" y="56461"/>
                </a:lnTo>
                <a:lnTo>
                  <a:pt x="35320" y="51940"/>
                </a:lnTo>
                <a:lnTo>
                  <a:pt x="35733" y="136864"/>
                </a:lnTo>
                <a:lnTo>
                  <a:pt x="36303" y="114190"/>
                </a:lnTo>
                <a:lnTo>
                  <a:pt x="37297" y="113110"/>
                </a:lnTo>
                <a:lnTo>
                  <a:pt x="37639" y="90893"/>
                </a:lnTo>
                <a:lnTo>
                  <a:pt x="38350" y="86995"/>
                </a:lnTo>
                <a:lnTo>
                  <a:pt x="38649" y="69764"/>
                </a:lnTo>
                <a:lnTo>
                  <a:pt x="39141" y="81191"/>
                </a:lnTo>
                <a:lnTo>
                  <a:pt x="39282" y="118022"/>
                </a:lnTo>
                <a:lnTo>
                  <a:pt x="39933" y="48310"/>
                </a:lnTo>
                <a:lnTo>
                  <a:pt x="40037" y="76603"/>
                </a:lnTo>
                <a:lnTo>
                  <a:pt x="40732" y="47819"/>
                </a:lnTo>
                <a:lnTo>
                  <a:pt x="41355" y="111357"/>
                </a:lnTo>
                <a:lnTo>
                  <a:pt x="42673" y="102994"/>
                </a:lnTo>
                <a:lnTo>
                  <a:pt x="43104" y="106168"/>
                </a:lnTo>
                <a:lnTo>
                  <a:pt x="44439" y="123114"/>
                </a:lnTo>
                <a:lnTo>
                  <a:pt x="45063" y="62241"/>
                </a:lnTo>
                <a:lnTo>
                  <a:pt x="45564" y="98493"/>
                </a:lnTo>
                <a:lnTo>
                  <a:pt x="45950" y="100808"/>
                </a:lnTo>
                <a:lnTo>
                  <a:pt x="47128" y="56087"/>
                </a:lnTo>
                <a:lnTo>
                  <a:pt x="47137" y="79509"/>
                </a:lnTo>
                <a:lnTo>
                  <a:pt x="47259" y="96902"/>
                </a:lnTo>
                <a:lnTo>
                  <a:pt x="47567" y="53055"/>
                </a:lnTo>
                <a:lnTo>
                  <a:pt x="48077" y="60033"/>
                </a:lnTo>
                <a:lnTo>
                  <a:pt x="48675" y="39240"/>
                </a:lnTo>
                <a:lnTo>
                  <a:pt x="48894" y="94054"/>
                </a:lnTo>
                <a:lnTo>
                  <a:pt x="49913" y="112875"/>
                </a:lnTo>
                <a:lnTo>
                  <a:pt x="49694" y="91457"/>
                </a:lnTo>
                <a:lnTo>
                  <a:pt x="50071" y="109720"/>
                </a:lnTo>
                <a:lnTo>
                  <a:pt x="50317" y="89774"/>
                </a:lnTo>
                <a:lnTo>
                  <a:pt x="50871" y="113541"/>
                </a:lnTo>
                <a:lnTo>
                  <a:pt x="51538" y="96846"/>
                </a:lnTo>
                <a:lnTo>
                  <a:pt x="53375" y="146447"/>
                </a:lnTo>
                <a:lnTo>
                  <a:pt x="54596" y="132588"/>
                </a:lnTo>
                <a:lnTo>
                  <a:pt x="55141" y="114183"/>
                </a:lnTo>
                <a:lnTo>
                  <a:pt x="55624" y="120437"/>
                </a:lnTo>
                <a:lnTo>
                  <a:pt x="55931" y="121643"/>
                </a:lnTo>
                <a:lnTo>
                  <a:pt x="56740" y="157421"/>
                </a:lnTo>
                <a:lnTo>
                  <a:pt x="57811" y="140611"/>
                </a:lnTo>
                <a:lnTo>
                  <a:pt x="57996" y="143338"/>
                </a:lnTo>
                <a:lnTo>
                  <a:pt x="59156" y="93694"/>
                </a:lnTo>
                <a:lnTo>
                  <a:pt x="59218" y="114684"/>
                </a:lnTo>
                <a:lnTo>
                  <a:pt x="59735" y="121715"/>
                </a:lnTo>
                <a:lnTo>
                  <a:pt x="59841" y="102979"/>
                </a:lnTo>
                <a:lnTo>
                  <a:pt x="60184" y="133486"/>
                </a:lnTo>
                <a:lnTo>
                  <a:pt x="60237" y="111231"/>
                </a:lnTo>
                <a:lnTo>
                  <a:pt x="60852" y="117180"/>
                </a:lnTo>
                <a:lnTo>
                  <a:pt x="61098" y="113718"/>
                </a:lnTo>
                <a:lnTo>
                  <a:pt x="61695" y="113690"/>
                </a:lnTo>
                <a:lnTo>
                  <a:pt x="61967" y="156145"/>
                </a:lnTo>
                <a:lnTo>
                  <a:pt x="62609" y="143594"/>
                </a:lnTo>
                <a:lnTo>
                  <a:pt x="62793" y="161971"/>
                </a:lnTo>
                <a:lnTo>
                  <a:pt x="63127" y="128157"/>
                </a:lnTo>
                <a:lnTo>
                  <a:pt x="63760" y="84489"/>
                </a:lnTo>
                <a:lnTo>
                  <a:pt x="63558" y="13223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73638-0B30-4370-9320-9C2689E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316" y="3646782"/>
            <a:ext cx="66870" cy="224765"/>
          </a:xfrm>
          <a:custGeom xmlns:a="http://schemas.openxmlformats.org/drawingml/2006/main">
            <a:pathLst>
              <a:path w="66870" h="224765" fill="none">
                <a:moveTo>
                  <a:pt x="0" y="152588"/>
                </a:moveTo>
                <a:lnTo>
                  <a:pt x="782" y="131192"/>
                </a:lnTo>
                <a:lnTo>
                  <a:pt x="1221" y="125552"/>
                </a:lnTo>
                <a:lnTo>
                  <a:pt x="2161" y="84963"/>
                </a:lnTo>
                <a:lnTo>
                  <a:pt x="2310" y="102065"/>
                </a:lnTo>
                <a:lnTo>
                  <a:pt x="2969" y="114174"/>
                </a:lnTo>
                <a:lnTo>
                  <a:pt x="2996" y="86851"/>
                </a:lnTo>
                <a:lnTo>
                  <a:pt x="3224" y="167868"/>
                </a:lnTo>
                <a:lnTo>
                  <a:pt x="3874" y="118612"/>
                </a:lnTo>
                <a:lnTo>
                  <a:pt x="6036" y="77647"/>
                </a:lnTo>
                <a:lnTo>
                  <a:pt x="6379" y="58051"/>
                </a:lnTo>
                <a:lnTo>
                  <a:pt x="6809" y="73192"/>
                </a:lnTo>
                <a:lnTo>
                  <a:pt x="7336" y="76446"/>
                </a:lnTo>
                <a:lnTo>
                  <a:pt x="7767" y="9392"/>
                </a:lnTo>
                <a:lnTo>
                  <a:pt x="7512" y="80651"/>
                </a:lnTo>
                <a:lnTo>
                  <a:pt x="7943" y="37598"/>
                </a:lnTo>
                <a:lnTo>
                  <a:pt x="8452" y="78660"/>
                </a:lnTo>
                <a:lnTo>
                  <a:pt x="9146" y="67973"/>
                </a:lnTo>
                <a:lnTo>
                  <a:pt x="9787" y="45057"/>
                </a:lnTo>
                <a:lnTo>
                  <a:pt x="10121" y="107274"/>
                </a:lnTo>
                <a:lnTo>
                  <a:pt x="10895" y="87026"/>
                </a:lnTo>
                <a:lnTo>
                  <a:pt x="11228" y="48723"/>
                </a:lnTo>
                <a:lnTo>
                  <a:pt x="11773" y="81925"/>
                </a:lnTo>
                <a:lnTo>
                  <a:pt x="12168" y="124999"/>
                </a:lnTo>
                <a:lnTo>
                  <a:pt x="12616" y="113793"/>
                </a:lnTo>
                <a:lnTo>
                  <a:pt x="13241" y="70675"/>
                </a:lnTo>
                <a:lnTo>
                  <a:pt x="14075" y="89123"/>
                </a:lnTo>
                <a:lnTo>
                  <a:pt x="14786" y="136274"/>
                </a:lnTo>
                <a:lnTo>
                  <a:pt x="15340" y="126298"/>
                </a:lnTo>
                <a:lnTo>
                  <a:pt x="15604" y="98523"/>
                </a:lnTo>
                <a:lnTo>
                  <a:pt x="16394" y="111742"/>
                </a:lnTo>
                <a:lnTo>
                  <a:pt x="16992" y="158164"/>
                </a:lnTo>
                <a:lnTo>
                  <a:pt x="17519" y="149414"/>
                </a:lnTo>
                <a:lnTo>
                  <a:pt x="17914" y="164352"/>
                </a:lnTo>
                <a:lnTo>
                  <a:pt x="18766" y="117972"/>
                </a:lnTo>
                <a:lnTo>
                  <a:pt x="18784" y="130758"/>
                </a:lnTo>
                <a:lnTo>
                  <a:pt x="19126" y="70873"/>
                </a:lnTo>
                <a:lnTo>
                  <a:pt x="19830" y="72050"/>
                </a:lnTo>
                <a:lnTo>
                  <a:pt x="20576" y="57056"/>
                </a:lnTo>
                <a:lnTo>
                  <a:pt x="21306" y="93083"/>
                </a:lnTo>
                <a:lnTo>
                  <a:pt x="21033" y="56189"/>
                </a:lnTo>
                <a:lnTo>
                  <a:pt x="21481" y="84938"/>
                </a:lnTo>
                <a:lnTo>
                  <a:pt x="22061" y="124211"/>
                </a:lnTo>
                <a:lnTo>
                  <a:pt x="23203" y="119640"/>
                </a:lnTo>
                <a:lnTo>
                  <a:pt x="23221" y="99402"/>
                </a:lnTo>
                <a:lnTo>
                  <a:pt x="23985" y="106999"/>
                </a:lnTo>
                <a:lnTo>
                  <a:pt x="24390" y="115642"/>
                </a:lnTo>
                <a:lnTo>
                  <a:pt x="24469" y="99386"/>
                </a:lnTo>
                <a:lnTo>
                  <a:pt x="25163" y="0"/>
                </a:lnTo>
                <a:lnTo>
                  <a:pt x="25409" y="47108"/>
                </a:lnTo>
                <a:lnTo>
                  <a:pt x="26059" y="45151"/>
                </a:lnTo>
                <a:lnTo>
                  <a:pt x="26639" y="61750"/>
                </a:lnTo>
                <a:lnTo>
                  <a:pt x="27262" y="90388"/>
                </a:lnTo>
                <a:lnTo>
                  <a:pt x="27921" y="176522"/>
                </a:lnTo>
                <a:lnTo>
                  <a:pt x="28185" y="148506"/>
                </a:lnTo>
                <a:lnTo>
                  <a:pt x="28546" y="132684"/>
                </a:lnTo>
                <a:lnTo>
                  <a:pt x="28844" y="155748"/>
                </a:lnTo>
                <a:lnTo>
                  <a:pt x="28985" y="152856"/>
                </a:lnTo>
                <a:lnTo>
                  <a:pt x="29775" y="210296"/>
                </a:lnTo>
                <a:lnTo>
                  <a:pt x="29415" y="142622"/>
                </a:lnTo>
                <a:lnTo>
                  <a:pt x="29987" y="169205"/>
                </a:lnTo>
                <a:lnTo>
                  <a:pt x="30347" y="162890"/>
                </a:lnTo>
                <a:lnTo>
                  <a:pt x="30996" y="189295"/>
                </a:lnTo>
                <a:lnTo>
                  <a:pt x="31111" y="187049"/>
                </a:lnTo>
                <a:lnTo>
                  <a:pt x="32095" y="118420"/>
                </a:lnTo>
                <a:lnTo>
                  <a:pt x="32508" y="117330"/>
                </a:lnTo>
                <a:lnTo>
                  <a:pt x="33325" y="56820"/>
                </a:lnTo>
                <a:lnTo>
                  <a:pt x="35240" y="132205"/>
                </a:lnTo>
                <a:lnTo>
                  <a:pt x="35601" y="124995"/>
                </a:lnTo>
                <a:lnTo>
                  <a:pt x="35732" y="103308"/>
                </a:lnTo>
                <a:lnTo>
                  <a:pt x="36163" y="171152"/>
                </a:lnTo>
                <a:lnTo>
                  <a:pt x="36848" y="166553"/>
                </a:lnTo>
                <a:lnTo>
                  <a:pt x="36866" y="173815"/>
                </a:lnTo>
                <a:lnTo>
                  <a:pt x="37534" y="111861"/>
                </a:lnTo>
                <a:lnTo>
                  <a:pt x="38403" y="112916"/>
                </a:lnTo>
                <a:lnTo>
                  <a:pt x="39809" y="157643"/>
                </a:lnTo>
                <a:lnTo>
                  <a:pt x="40195" y="147558"/>
                </a:lnTo>
                <a:lnTo>
                  <a:pt x="40512" y="176505"/>
                </a:lnTo>
                <a:lnTo>
                  <a:pt x="41795" y="129369"/>
                </a:lnTo>
                <a:lnTo>
                  <a:pt x="42410" y="142238"/>
                </a:lnTo>
                <a:lnTo>
                  <a:pt x="42533" y="166912"/>
                </a:lnTo>
                <a:lnTo>
                  <a:pt x="42866" y="133067"/>
                </a:lnTo>
                <a:lnTo>
                  <a:pt x="43279" y="162996"/>
                </a:lnTo>
                <a:lnTo>
                  <a:pt x="44044" y="148158"/>
                </a:lnTo>
                <a:lnTo>
                  <a:pt x="44536" y="172324"/>
                </a:lnTo>
                <a:lnTo>
                  <a:pt x="44879" y="153336"/>
                </a:lnTo>
                <a:lnTo>
                  <a:pt x="45810" y="156793"/>
                </a:lnTo>
                <a:lnTo>
                  <a:pt x="46381" y="224765"/>
                </a:lnTo>
                <a:lnTo>
                  <a:pt x="46741" y="185970"/>
                </a:lnTo>
                <a:lnTo>
                  <a:pt x="47110" y="151446"/>
                </a:lnTo>
                <a:lnTo>
                  <a:pt x="47672" y="172341"/>
                </a:lnTo>
                <a:lnTo>
                  <a:pt x="48085" y="180885"/>
                </a:lnTo>
                <a:lnTo>
                  <a:pt x="49149" y="152216"/>
                </a:lnTo>
                <a:lnTo>
                  <a:pt x="49667" y="208325"/>
                </a:lnTo>
                <a:lnTo>
                  <a:pt x="49746" y="180003"/>
                </a:lnTo>
                <a:lnTo>
                  <a:pt x="50203" y="187165"/>
                </a:lnTo>
                <a:lnTo>
                  <a:pt x="50571" y="181982"/>
                </a:lnTo>
                <a:lnTo>
                  <a:pt x="51266" y="132779"/>
                </a:lnTo>
                <a:lnTo>
                  <a:pt x="51283" y="129294"/>
                </a:lnTo>
                <a:lnTo>
                  <a:pt x="51960" y="151675"/>
                </a:lnTo>
                <a:lnTo>
                  <a:pt x="52135" y="137964"/>
                </a:lnTo>
                <a:lnTo>
                  <a:pt x="52153" y="146415"/>
                </a:lnTo>
                <a:lnTo>
                  <a:pt x="52944" y="106361"/>
                </a:lnTo>
                <a:lnTo>
                  <a:pt x="53383" y="109854"/>
                </a:lnTo>
                <a:lnTo>
                  <a:pt x="53576" y="89304"/>
                </a:lnTo>
                <a:lnTo>
                  <a:pt x="54464" y="93395"/>
                </a:lnTo>
                <a:lnTo>
                  <a:pt x="55588" y="137965"/>
                </a:lnTo>
                <a:lnTo>
                  <a:pt x="55721" y="130829"/>
                </a:lnTo>
                <a:lnTo>
                  <a:pt x="55878" y="157567"/>
                </a:lnTo>
                <a:lnTo>
                  <a:pt x="56810" y="214942"/>
                </a:lnTo>
                <a:lnTo>
                  <a:pt x="56924" y="198497"/>
                </a:lnTo>
                <a:lnTo>
                  <a:pt x="57724" y="137884"/>
                </a:lnTo>
                <a:lnTo>
                  <a:pt x="58294" y="101272"/>
                </a:lnTo>
                <a:lnTo>
                  <a:pt x="58453" y="80856"/>
                </a:lnTo>
                <a:lnTo>
                  <a:pt x="59120" y="98141"/>
                </a:lnTo>
                <a:lnTo>
                  <a:pt x="59551" y="110046"/>
                </a:lnTo>
                <a:lnTo>
                  <a:pt x="59709" y="90528"/>
                </a:lnTo>
                <a:lnTo>
                  <a:pt x="59823" y="90540"/>
                </a:lnTo>
                <a:lnTo>
                  <a:pt x="60043" y="129895"/>
                </a:lnTo>
                <a:lnTo>
                  <a:pt x="60824" y="112507"/>
                </a:lnTo>
                <a:lnTo>
                  <a:pt x="62371" y="136033"/>
                </a:lnTo>
                <a:lnTo>
                  <a:pt x="63065" y="174486"/>
                </a:lnTo>
                <a:lnTo>
                  <a:pt x="63197" y="166488"/>
                </a:lnTo>
                <a:lnTo>
                  <a:pt x="64664" y="213501"/>
                </a:lnTo>
                <a:lnTo>
                  <a:pt x="63812" y="160752"/>
                </a:lnTo>
                <a:lnTo>
                  <a:pt x="64804" y="201247"/>
                </a:lnTo>
                <a:lnTo>
                  <a:pt x="66097" y="150001"/>
                </a:lnTo>
                <a:lnTo>
                  <a:pt x="66870" y="181723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586F6-C4EC-43EB-977B-0C38C8B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4186" y="3697938"/>
            <a:ext cx="59841" cy="219505"/>
          </a:xfrm>
          <a:custGeom xmlns:a="http://schemas.openxmlformats.org/drawingml/2006/main">
            <a:pathLst>
              <a:path w="59841" h="219505" fill="none">
                <a:moveTo>
                  <a:pt x="0" y="130567"/>
                </a:moveTo>
                <a:lnTo>
                  <a:pt x="325" y="130536"/>
                </a:lnTo>
                <a:lnTo>
                  <a:pt x="580" y="140413"/>
                </a:lnTo>
                <a:lnTo>
                  <a:pt x="966" y="120175"/>
                </a:lnTo>
                <a:lnTo>
                  <a:pt x="1256" y="65418"/>
                </a:lnTo>
                <a:lnTo>
                  <a:pt x="1915" y="46478"/>
                </a:lnTo>
                <a:lnTo>
                  <a:pt x="2354" y="54620"/>
                </a:lnTo>
                <a:lnTo>
                  <a:pt x="2592" y="80589"/>
                </a:lnTo>
                <a:lnTo>
                  <a:pt x="2952" y="42480"/>
                </a:lnTo>
                <a:lnTo>
                  <a:pt x="3338" y="64132"/>
                </a:lnTo>
                <a:lnTo>
                  <a:pt x="3365" y="56618"/>
                </a:lnTo>
                <a:lnTo>
                  <a:pt x="3400" y="67897"/>
                </a:lnTo>
                <a:lnTo>
                  <a:pt x="3927" y="67254"/>
                </a:lnTo>
                <a:lnTo>
                  <a:pt x="4595" y="64459"/>
                </a:lnTo>
                <a:lnTo>
                  <a:pt x="4622" y="85632"/>
                </a:lnTo>
                <a:lnTo>
                  <a:pt x="5482" y="50211"/>
                </a:lnTo>
                <a:lnTo>
                  <a:pt x="5930" y="46813"/>
                </a:lnTo>
                <a:lnTo>
                  <a:pt x="7029" y="112049"/>
                </a:lnTo>
                <a:lnTo>
                  <a:pt x="7977" y="81533"/>
                </a:lnTo>
                <a:lnTo>
                  <a:pt x="8188" y="88131"/>
                </a:lnTo>
                <a:lnTo>
                  <a:pt x="8470" y="90261"/>
                </a:lnTo>
                <a:lnTo>
                  <a:pt x="8566" y="88172"/>
                </a:lnTo>
                <a:lnTo>
                  <a:pt x="9524" y="185172"/>
                </a:lnTo>
                <a:lnTo>
                  <a:pt x="10024" y="168136"/>
                </a:lnTo>
                <a:lnTo>
                  <a:pt x="10569" y="204114"/>
                </a:lnTo>
                <a:lnTo>
                  <a:pt x="10710" y="160352"/>
                </a:lnTo>
                <a:lnTo>
                  <a:pt x="10939" y="171124"/>
                </a:lnTo>
                <a:lnTo>
                  <a:pt x="11588" y="123897"/>
                </a:lnTo>
                <a:lnTo>
                  <a:pt x="11800" y="142820"/>
                </a:lnTo>
                <a:lnTo>
                  <a:pt x="13820" y="15531"/>
                </a:lnTo>
                <a:lnTo>
                  <a:pt x="12133" y="158488"/>
                </a:lnTo>
                <a:lnTo>
                  <a:pt x="14470" y="29191"/>
                </a:lnTo>
                <a:lnTo>
                  <a:pt x="15463" y="87009"/>
                </a:lnTo>
                <a:lnTo>
                  <a:pt x="16781" y="120692"/>
                </a:lnTo>
                <a:lnTo>
                  <a:pt x="16992" y="116858"/>
                </a:lnTo>
                <a:lnTo>
                  <a:pt x="17967" y="86114"/>
                </a:lnTo>
                <a:lnTo>
                  <a:pt x="18776" y="88275"/>
                </a:lnTo>
                <a:lnTo>
                  <a:pt x="19259" y="12679"/>
                </a:lnTo>
                <a:lnTo>
                  <a:pt x="19206" y="115833"/>
                </a:lnTo>
                <a:lnTo>
                  <a:pt x="19935" y="25267"/>
                </a:lnTo>
                <a:lnTo>
                  <a:pt x="19944" y="62075"/>
                </a:lnTo>
                <a:lnTo>
                  <a:pt x="20313" y="36066"/>
                </a:lnTo>
                <a:lnTo>
                  <a:pt x="21103" y="31260"/>
                </a:lnTo>
                <a:lnTo>
                  <a:pt x="21130" y="32710"/>
                </a:lnTo>
                <a:lnTo>
                  <a:pt x="21349" y="41146"/>
                </a:lnTo>
                <a:lnTo>
                  <a:pt x="21420" y="25381"/>
                </a:lnTo>
                <a:lnTo>
                  <a:pt x="21798" y="4468"/>
                </a:lnTo>
                <a:lnTo>
                  <a:pt x="21938" y="32316"/>
                </a:lnTo>
                <a:lnTo>
                  <a:pt x="23432" y="102576"/>
                </a:lnTo>
                <a:lnTo>
                  <a:pt x="23731" y="108703"/>
                </a:lnTo>
                <a:lnTo>
                  <a:pt x="24873" y="82501"/>
                </a:lnTo>
                <a:lnTo>
                  <a:pt x="25409" y="174435"/>
                </a:lnTo>
                <a:lnTo>
                  <a:pt x="25725" y="129222"/>
                </a:lnTo>
                <a:lnTo>
                  <a:pt x="26551" y="99635"/>
                </a:lnTo>
                <a:lnTo>
                  <a:pt x="26156" y="137071"/>
                </a:lnTo>
                <a:lnTo>
                  <a:pt x="26683" y="127382"/>
                </a:lnTo>
                <a:lnTo>
                  <a:pt x="26788" y="131031"/>
                </a:lnTo>
                <a:lnTo>
                  <a:pt x="26867" y="115705"/>
                </a:lnTo>
                <a:lnTo>
                  <a:pt x="28010" y="100151"/>
                </a:lnTo>
                <a:lnTo>
                  <a:pt x="28203" y="115104"/>
                </a:lnTo>
                <a:lnTo>
                  <a:pt x="28959" y="100142"/>
                </a:lnTo>
                <a:lnTo>
                  <a:pt x="29309" y="130348"/>
                </a:lnTo>
                <a:lnTo>
                  <a:pt x="29617" y="94986"/>
                </a:lnTo>
                <a:lnTo>
                  <a:pt x="31216" y="58840"/>
                </a:lnTo>
                <a:lnTo>
                  <a:pt x="31242" y="60297"/>
                </a:lnTo>
                <a:lnTo>
                  <a:pt x="31418" y="68284"/>
                </a:lnTo>
                <a:lnTo>
                  <a:pt x="31427" y="30236"/>
                </a:lnTo>
                <a:lnTo>
                  <a:pt x="31612" y="42061"/>
                </a:lnTo>
                <a:lnTo>
                  <a:pt x="31919" y="33008"/>
                </a:lnTo>
                <a:lnTo>
                  <a:pt x="32235" y="102749"/>
                </a:lnTo>
                <a:lnTo>
                  <a:pt x="32859" y="63381"/>
                </a:lnTo>
                <a:lnTo>
                  <a:pt x="33351" y="61554"/>
                </a:lnTo>
                <a:lnTo>
                  <a:pt x="33632" y="37206"/>
                </a:lnTo>
                <a:lnTo>
                  <a:pt x="34098" y="88102"/>
                </a:lnTo>
                <a:lnTo>
                  <a:pt x="34168" y="73693"/>
                </a:lnTo>
                <a:lnTo>
                  <a:pt x="36014" y="18361"/>
                </a:lnTo>
                <a:lnTo>
                  <a:pt x="36338" y="13761"/>
                </a:lnTo>
                <a:lnTo>
                  <a:pt x="36567" y="44851"/>
                </a:lnTo>
                <a:lnTo>
                  <a:pt x="37305" y="35421"/>
                </a:lnTo>
                <a:lnTo>
                  <a:pt x="37525" y="49620"/>
                </a:lnTo>
                <a:lnTo>
                  <a:pt x="37911" y="39339"/>
                </a:lnTo>
                <a:lnTo>
                  <a:pt x="38851" y="2328"/>
                </a:lnTo>
                <a:lnTo>
                  <a:pt x="39150" y="0"/>
                </a:lnTo>
                <a:lnTo>
                  <a:pt x="39466" y="63331"/>
                </a:lnTo>
                <a:lnTo>
                  <a:pt x="40441" y="59935"/>
                </a:lnTo>
                <a:lnTo>
                  <a:pt x="41927" y="109002"/>
                </a:lnTo>
                <a:lnTo>
                  <a:pt x="42603" y="147443"/>
                </a:lnTo>
                <a:lnTo>
                  <a:pt x="43279" y="43053"/>
                </a:lnTo>
                <a:lnTo>
                  <a:pt x="43429" y="58767"/>
                </a:lnTo>
                <a:lnTo>
                  <a:pt x="43877" y="65944"/>
                </a:lnTo>
                <a:lnTo>
                  <a:pt x="44887" y="130965"/>
                </a:lnTo>
                <a:lnTo>
                  <a:pt x="45159" y="120076"/>
                </a:lnTo>
                <a:lnTo>
                  <a:pt x="45388" y="119316"/>
                </a:lnTo>
                <a:lnTo>
                  <a:pt x="45950" y="77669"/>
                </a:lnTo>
                <a:lnTo>
                  <a:pt x="46662" y="96594"/>
                </a:lnTo>
                <a:lnTo>
                  <a:pt x="46908" y="97055"/>
                </a:lnTo>
                <a:lnTo>
                  <a:pt x="47382" y="61630"/>
                </a:lnTo>
                <a:lnTo>
                  <a:pt x="47602" y="104762"/>
                </a:lnTo>
                <a:lnTo>
                  <a:pt x="47980" y="77304"/>
                </a:lnTo>
                <a:lnTo>
                  <a:pt x="48410" y="57199"/>
                </a:lnTo>
                <a:lnTo>
                  <a:pt x="48814" y="66645"/>
                </a:lnTo>
                <a:lnTo>
                  <a:pt x="49807" y="111982"/>
                </a:lnTo>
                <a:lnTo>
                  <a:pt x="49904" y="82149"/>
                </a:lnTo>
                <a:lnTo>
                  <a:pt x="50115" y="61214"/>
                </a:lnTo>
                <a:lnTo>
                  <a:pt x="50220" y="79916"/>
                </a:lnTo>
                <a:lnTo>
                  <a:pt x="50730" y="136591"/>
                </a:lnTo>
                <a:lnTo>
                  <a:pt x="51380" y="95406"/>
                </a:lnTo>
                <a:lnTo>
                  <a:pt x="52593" y="120458"/>
                </a:lnTo>
                <a:lnTo>
                  <a:pt x="53076" y="100017"/>
                </a:lnTo>
                <a:lnTo>
                  <a:pt x="53489" y="115964"/>
                </a:lnTo>
                <a:lnTo>
                  <a:pt x="53691" y="149763"/>
                </a:lnTo>
                <a:lnTo>
                  <a:pt x="53717" y="147770"/>
                </a:lnTo>
                <a:lnTo>
                  <a:pt x="54517" y="110747"/>
                </a:lnTo>
                <a:lnTo>
                  <a:pt x="54710" y="116686"/>
                </a:lnTo>
                <a:lnTo>
                  <a:pt x="54842" y="146203"/>
                </a:lnTo>
                <a:lnTo>
                  <a:pt x="55017" y="122350"/>
                </a:lnTo>
                <a:lnTo>
                  <a:pt x="55711" y="124503"/>
                </a:lnTo>
                <a:lnTo>
                  <a:pt x="56282" y="106859"/>
                </a:lnTo>
                <a:lnTo>
                  <a:pt x="56941" y="135211"/>
                </a:lnTo>
                <a:lnTo>
                  <a:pt x="57548" y="130420"/>
                </a:lnTo>
                <a:lnTo>
                  <a:pt x="57556" y="107108"/>
                </a:lnTo>
                <a:lnTo>
                  <a:pt x="58242" y="145391"/>
                </a:lnTo>
                <a:lnTo>
                  <a:pt x="58427" y="144590"/>
                </a:lnTo>
                <a:lnTo>
                  <a:pt x="58523" y="136303"/>
                </a:lnTo>
                <a:lnTo>
                  <a:pt x="58681" y="182831"/>
                </a:lnTo>
                <a:lnTo>
                  <a:pt x="58821" y="219505"/>
                </a:lnTo>
                <a:lnTo>
                  <a:pt x="58874" y="209655"/>
                </a:lnTo>
                <a:lnTo>
                  <a:pt x="59841" y="21290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0DAA8-A901-44CD-BD90-9C6F2E98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027" y="3721248"/>
            <a:ext cx="64023" cy="253063"/>
          </a:xfrm>
          <a:custGeom xmlns:a="http://schemas.openxmlformats.org/drawingml/2006/main">
            <a:pathLst>
              <a:path w="64023" h="253063" fill="none">
                <a:moveTo>
                  <a:pt x="0" y="189590"/>
                </a:moveTo>
                <a:lnTo>
                  <a:pt x="290" y="124087"/>
                </a:lnTo>
                <a:lnTo>
                  <a:pt x="764" y="143245"/>
                </a:lnTo>
                <a:lnTo>
                  <a:pt x="1168" y="158453"/>
                </a:lnTo>
                <a:lnTo>
                  <a:pt x="1248" y="146947"/>
                </a:lnTo>
                <a:lnTo>
                  <a:pt x="2319" y="123573"/>
                </a:lnTo>
                <a:lnTo>
                  <a:pt x="2390" y="126095"/>
                </a:lnTo>
                <a:lnTo>
                  <a:pt x="2521" y="142558"/>
                </a:lnTo>
                <a:lnTo>
                  <a:pt x="2978" y="135930"/>
                </a:lnTo>
                <a:lnTo>
                  <a:pt x="4270" y="76738"/>
                </a:lnTo>
                <a:lnTo>
                  <a:pt x="4911" y="131714"/>
                </a:lnTo>
                <a:lnTo>
                  <a:pt x="5087" y="89811"/>
                </a:lnTo>
                <a:lnTo>
                  <a:pt x="5465" y="99792"/>
                </a:lnTo>
                <a:lnTo>
                  <a:pt x="5772" y="92257"/>
                </a:lnTo>
                <a:lnTo>
                  <a:pt x="6308" y="28919"/>
                </a:lnTo>
                <a:lnTo>
                  <a:pt x="6765" y="52449"/>
                </a:lnTo>
                <a:lnTo>
                  <a:pt x="6967" y="52638"/>
                </a:lnTo>
                <a:lnTo>
                  <a:pt x="7037" y="63332"/>
                </a:lnTo>
                <a:lnTo>
                  <a:pt x="7195" y="21326"/>
                </a:lnTo>
                <a:lnTo>
                  <a:pt x="7451" y="44980"/>
                </a:lnTo>
                <a:lnTo>
                  <a:pt x="8074" y="24929"/>
                </a:lnTo>
                <a:lnTo>
                  <a:pt x="8223" y="8168"/>
                </a:lnTo>
                <a:lnTo>
                  <a:pt x="8619" y="15763"/>
                </a:lnTo>
                <a:lnTo>
                  <a:pt x="9225" y="0"/>
                </a:lnTo>
                <a:lnTo>
                  <a:pt x="10314" y="67713"/>
                </a:lnTo>
                <a:lnTo>
                  <a:pt x="10622" y="47172"/>
                </a:lnTo>
                <a:lnTo>
                  <a:pt x="12774" y="120123"/>
                </a:lnTo>
                <a:lnTo>
                  <a:pt x="13161" y="157997"/>
                </a:lnTo>
                <a:lnTo>
                  <a:pt x="13469" y="139135"/>
                </a:lnTo>
                <a:lnTo>
                  <a:pt x="14127" y="134753"/>
                </a:lnTo>
                <a:lnTo>
                  <a:pt x="14374" y="135338"/>
                </a:lnTo>
                <a:lnTo>
                  <a:pt x="14909" y="142240"/>
                </a:lnTo>
                <a:lnTo>
                  <a:pt x="15023" y="111904"/>
                </a:lnTo>
                <a:lnTo>
                  <a:pt x="15612" y="118826"/>
                </a:lnTo>
                <a:lnTo>
                  <a:pt x="15788" y="96207"/>
                </a:lnTo>
                <a:lnTo>
                  <a:pt x="16201" y="118241"/>
                </a:lnTo>
                <a:lnTo>
                  <a:pt x="16930" y="148721"/>
                </a:lnTo>
                <a:lnTo>
                  <a:pt x="17220" y="142245"/>
                </a:lnTo>
                <a:lnTo>
                  <a:pt x="17563" y="145052"/>
                </a:lnTo>
                <a:lnTo>
                  <a:pt x="18389" y="83627"/>
                </a:lnTo>
                <a:lnTo>
                  <a:pt x="18573" y="94975"/>
                </a:lnTo>
                <a:lnTo>
                  <a:pt x="19179" y="110801"/>
                </a:lnTo>
                <a:lnTo>
                  <a:pt x="19478" y="60855"/>
                </a:lnTo>
                <a:lnTo>
                  <a:pt x="20058" y="82510"/>
                </a:lnTo>
                <a:lnTo>
                  <a:pt x="20567" y="103135"/>
                </a:lnTo>
                <a:lnTo>
                  <a:pt x="21315" y="144789"/>
                </a:lnTo>
                <a:lnTo>
                  <a:pt x="21481" y="139183"/>
                </a:lnTo>
                <a:lnTo>
                  <a:pt x="22026" y="149898"/>
                </a:lnTo>
                <a:lnTo>
                  <a:pt x="22211" y="121334"/>
                </a:lnTo>
                <a:lnTo>
                  <a:pt x="22703" y="130485"/>
                </a:lnTo>
                <a:lnTo>
                  <a:pt x="23396" y="71426"/>
                </a:lnTo>
                <a:lnTo>
                  <a:pt x="23809" y="72540"/>
                </a:lnTo>
                <a:lnTo>
                  <a:pt x="24680" y="82947"/>
                </a:lnTo>
                <a:lnTo>
                  <a:pt x="24706" y="67644"/>
                </a:lnTo>
                <a:lnTo>
                  <a:pt x="25496" y="115595"/>
                </a:lnTo>
                <a:lnTo>
                  <a:pt x="26551" y="131527"/>
                </a:lnTo>
                <a:lnTo>
                  <a:pt x="27860" y="75518"/>
                </a:lnTo>
                <a:lnTo>
                  <a:pt x="28185" y="124034"/>
                </a:lnTo>
                <a:lnTo>
                  <a:pt x="28571" y="101361"/>
                </a:lnTo>
                <a:lnTo>
                  <a:pt x="29090" y="114003"/>
                </a:lnTo>
                <a:lnTo>
                  <a:pt x="29898" y="145124"/>
                </a:lnTo>
                <a:lnTo>
                  <a:pt x="32280" y="192922"/>
                </a:lnTo>
                <a:lnTo>
                  <a:pt x="32596" y="181564"/>
                </a:lnTo>
                <a:lnTo>
                  <a:pt x="32789" y="201185"/>
                </a:lnTo>
                <a:lnTo>
                  <a:pt x="32886" y="198158"/>
                </a:lnTo>
                <a:lnTo>
                  <a:pt x="32912" y="205616"/>
                </a:lnTo>
                <a:lnTo>
                  <a:pt x="33694" y="178564"/>
                </a:lnTo>
                <a:lnTo>
                  <a:pt x="34405" y="169344"/>
                </a:lnTo>
                <a:lnTo>
                  <a:pt x="34573" y="170530"/>
                </a:lnTo>
                <a:lnTo>
                  <a:pt x="34950" y="180398"/>
                </a:lnTo>
                <a:lnTo>
                  <a:pt x="34994" y="162177"/>
                </a:lnTo>
                <a:lnTo>
                  <a:pt x="35768" y="125993"/>
                </a:lnTo>
                <a:lnTo>
                  <a:pt x="35899" y="135315"/>
                </a:lnTo>
                <a:lnTo>
                  <a:pt x="36145" y="145105"/>
                </a:lnTo>
                <a:lnTo>
                  <a:pt x="37841" y="122492"/>
                </a:lnTo>
                <a:lnTo>
                  <a:pt x="37981" y="145450"/>
                </a:lnTo>
                <a:lnTo>
                  <a:pt x="38676" y="124547"/>
                </a:lnTo>
                <a:lnTo>
                  <a:pt x="38807" y="120564"/>
                </a:lnTo>
                <a:lnTo>
                  <a:pt x="38869" y="124137"/>
                </a:lnTo>
                <a:lnTo>
                  <a:pt x="38886" y="161929"/>
                </a:lnTo>
                <a:lnTo>
                  <a:pt x="39625" y="96944"/>
                </a:lnTo>
                <a:lnTo>
                  <a:pt x="39818" y="125524"/>
                </a:lnTo>
                <a:lnTo>
                  <a:pt x="40169" y="119619"/>
                </a:lnTo>
                <a:lnTo>
                  <a:pt x="40819" y="125597"/>
                </a:lnTo>
                <a:lnTo>
                  <a:pt x="41592" y="122289"/>
                </a:lnTo>
                <a:lnTo>
                  <a:pt x="41891" y="147126"/>
                </a:lnTo>
                <a:lnTo>
                  <a:pt x="42049" y="140268"/>
                </a:lnTo>
                <a:lnTo>
                  <a:pt x="42603" y="156205"/>
                </a:lnTo>
                <a:lnTo>
                  <a:pt x="42761" y="154949"/>
                </a:lnTo>
                <a:lnTo>
                  <a:pt x="42840" y="158452"/>
                </a:lnTo>
                <a:lnTo>
                  <a:pt x="42849" y="138830"/>
                </a:lnTo>
                <a:lnTo>
                  <a:pt x="43639" y="130662"/>
                </a:lnTo>
                <a:lnTo>
                  <a:pt x="44808" y="188367"/>
                </a:lnTo>
                <a:lnTo>
                  <a:pt x="45309" y="182976"/>
                </a:lnTo>
                <a:lnTo>
                  <a:pt x="45783" y="167136"/>
                </a:lnTo>
                <a:lnTo>
                  <a:pt x="45932" y="178824"/>
                </a:lnTo>
                <a:lnTo>
                  <a:pt x="47013" y="195981"/>
                </a:lnTo>
                <a:lnTo>
                  <a:pt x="49816" y="113123"/>
                </a:lnTo>
                <a:lnTo>
                  <a:pt x="50414" y="144270"/>
                </a:lnTo>
                <a:lnTo>
                  <a:pt x="50747" y="140600"/>
                </a:lnTo>
                <a:lnTo>
                  <a:pt x="51266" y="152669"/>
                </a:lnTo>
                <a:lnTo>
                  <a:pt x="51292" y="136552"/>
                </a:lnTo>
                <a:lnTo>
                  <a:pt x="51433" y="133882"/>
                </a:lnTo>
                <a:lnTo>
                  <a:pt x="53110" y="253063"/>
                </a:lnTo>
                <a:lnTo>
                  <a:pt x="53163" y="244583"/>
                </a:lnTo>
                <a:lnTo>
                  <a:pt x="54297" y="120147"/>
                </a:lnTo>
                <a:lnTo>
                  <a:pt x="54595" y="129933"/>
                </a:lnTo>
                <a:lnTo>
                  <a:pt x="54903" y="120980"/>
                </a:lnTo>
                <a:lnTo>
                  <a:pt x="54982" y="139229"/>
                </a:lnTo>
                <a:lnTo>
                  <a:pt x="55167" y="147019"/>
                </a:lnTo>
                <a:lnTo>
                  <a:pt x="55799" y="134206"/>
                </a:lnTo>
                <a:lnTo>
                  <a:pt x="56528" y="139449"/>
                </a:lnTo>
                <a:lnTo>
                  <a:pt x="57011" y="113645"/>
                </a:lnTo>
                <a:lnTo>
                  <a:pt x="57090" y="117897"/>
                </a:lnTo>
                <a:lnTo>
                  <a:pt x="59156" y="171507"/>
                </a:lnTo>
                <a:lnTo>
                  <a:pt x="59990" y="158982"/>
                </a:lnTo>
                <a:lnTo>
                  <a:pt x="60438" y="169238"/>
                </a:lnTo>
                <a:lnTo>
                  <a:pt x="61141" y="151890"/>
                </a:lnTo>
                <a:lnTo>
                  <a:pt x="61317" y="158085"/>
                </a:lnTo>
                <a:lnTo>
                  <a:pt x="61326" y="121920"/>
                </a:lnTo>
                <a:lnTo>
                  <a:pt x="61914" y="155755"/>
                </a:lnTo>
                <a:lnTo>
                  <a:pt x="62388" y="160511"/>
                </a:lnTo>
                <a:lnTo>
                  <a:pt x="62459" y="153665"/>
                </a:lnTo>
                <a:lnTo>
                  <a:pt x="62714" y="150851"/>
                </a:lnTo>
                <a:lnTo>
                  <a:pt x="62871" y="184237"/>
                </a:lnTo>
                <a:lnTo>
                  <a:pt x="63311" y="152927"/>
                </a:lnTo>
                <a:lnTo>
                  <a:pt x="63715" y="122340"/>
                </a:lnTo>
                <a:lnTo>
                  <a:pt x="64023" y="14150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24C37-5465-4457-9842-4265F1AA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049" y="3815964"/>
            <a:ext cx="64226" cy="177308"/>
          </a:xfrm>
          <a:custGeom xmlns:a="http://schemas.openxmlformats.org/drawingml/2006/main">
            <a:pathLst>
              <a:path w="64226" h="177308" fill="none">
                <a:moveTo>
                  <a:pt x="0" y="46785"/>
                </a:moveTo>
                <a:lnTo>
                  <a:pt x="729" y="79264"/>
                </a:lnTo>
                <a:lnTo>
                  <a:pt x="844" y="63040"/>
                </a:lnTo>
                <a:lnTo>
                  <a:pt x="1168" y="29996"/>
                </a:lnTo>
                <a:lnTo>
                  <a:pt x="1327" y="73956"/>
                </a:lnTo>
                <a:lnTo>
                  <a:pt x="1722" y="71536"/>
                </a:lnTo>
                <a:lnTo>
                  <a:pt x="2144" y="97193"/>
                </a:lnTo>
                <a:lnTo>
                  <a:pt x="2680" y="80131"/>
                </a:lnTo>
                <a:lnTo>
                  <a:pt x="2724" y="58092"/>
                </a:lnTo>
                <a:lnTo>
                  <a:pt x="2917" y="85536"/>
                </a:lnTo>
                <a:lnTo>
                  <a:pt x="3418" y="78638"/>
                </a:lnTo>
                <a:lnTo>
                  <a:pt x="3919" y="117338"/>
                </a:lnTo>
                <a:lnTo>
                  <a:pt x="4165" y="133146"/>
                </a:lnTo>
                <a:lnTo>
                  <a:pt x="4534" y="111247"/>
                </a:lnTo>
                <a:lnTo>
                  <a:pt x="4586" y="112056"/>
                </a:lnTo>
                <a:lnTo>
                  <a:pt x="4991" y="120914"/>
                </a:lnTo>
                <a:lnTo>
                  <a:pt x="5087" y="70827"/>
                </a:lnTo>
                <a:lnTo>
                  <a:pt x="5755" y="104846"/>
                </a:lnTo>
                <a:lnTo>
                  <a:pt x="6774" y="129273"/>
                </a:lnTo>
                <a:lnTo>
                  <a:pt x="6053" y="99221"/>
                </a:lnTo>
                <a:lnTo>
                  <a:pt x="6968" y="114608"/>
                </a:lnTo>
                <a:lnTo>
                  <a:pt x="7837" y="103633"/>
                </a:lnTo>
                <a:lnTo>
                  <a:pt x="8778" y="146130"/>
                </a:lnTo>
                <a:lnTo>
                  <a:pt x="10323" y="167281"/>
                </a:lnTo>
                <a:lnTo>
                  <a:pt x="11018" y="164130"/>
                </a:lnTo>
                <a:lnTo>
                  <a:pt x="11097" y="174583"/>
                </a:lnTo>
                <a:lnTo>
                  <a:pt x="11624" y="133529"/>
                </a:lnTo>
                <a:lnTo>
                  <a:pt x="11677" y="123604"/>
                </a:lnTo>
                <a:lnTo>
                  <a:pt x="12063" y="127443"/>
                </a:lnTo>
                <a:lnTo>
                  <a:pt x="12758" y="144430"/>
                </a:lnTo>
                <a:lnTo>
                  <a:pt x="12854" y="108378"/>
                </a:lnTo>
                <a:lnTo>
                  <a:pt x="13733" y="109504"/>
                </a:lnTo>
                <a:lnTo>
                  <a:pt x="13786" y="118250"/>
                </a:lnTo>
                <a:lnTo>
                  <a:pt x="14172" y="90034"/>
                </a:lnTo>
                <a:lnTo>
                  <a:pt x="14576" y="103687"/>
                </a:lnTo>
                <a:lnTo>
                  <a:pt x="15551" y="68261"/>
                </a:lnTo>
                <a:lnTo>
                  <a:pt x="16052" y="109258"/>
                </a:lnTo>
                <a:lnTo>
                  <a:pt x="16325" y="80438"/>
                </a:lnTo>
                <a:lnTo>
                  <a:pt x="17107" y="89998"/>
                </a:lnTo>
                <a:lnTo>
                  <a:pt x="17212" y="88672"/>
                </a:lnTo>
                <a:lnTo>
                  <a:pt x="18548" y="66731"/>
                </a:lnTo>
                <a:lnTo>
                  <a:pt x="19268" y="121401"/>
                </a:lnTo>
                <a:lnTo>
                  <a:pt x="19417" y="98697"/>
                </a:lnTo>
                <a:lnTo>
                  <a:pt x="20428" y="16971"/>
                </a:lnTo>
                <a:lnTo>
                  <a:pt x="19610" y="102902"/>
                </a:lnTo>
                <a:lnTo>
                  <a:pt x="20506" y="40665"/>
                </a:lnTo>
                <a:lnTo>
                  <a:pt x="21508" y="89803"/>
                </a:lnTo>
                <a:lnTo>
                  <a:pt x="22386" y="16750"/>
                </a:lnTo>
                <a:lnTo>
                  <a:pt x="23960" y="26944"/>
                </a:lnTo>
                <a:lnTo>
                  <a:pt x="23986" y="27061"/>
                </a:lnTo>
                <a:lnTo>
                  <a:pt x="24302" y="56547"/>
                </a:lnTo>
                <a:lnTo>
                  <a:pt x="24715" y="36946"/>
                </a:lnTo>
                <a:lnTo>
                  <a:pt x="25585" y="32360"/>
                </a:lnTo>
                <a:lnTo>
                  <a:pt x="25874" y="27925"/>
                </a:lnTo>
                <a:lnTo>
                  <a:pt x="27509" y="117924"/>
                </a:lnTo>
                <a:lnTo>
                  <a:pt x="26367" y="23906"/>
                </a:lnTo>
                <a:lnTo>
                  <a:pt x="27930" y="98465"/>
                </a:lnTo>
                <a:lnTo>
                  <a:pt x="28528" y="90931"/>
                </a:lnTo>
                <a:lnTo>
                  <a:pt x="28695" y="57973"/>
                </a:lnTo>
                <a:lnTo>
                  <a:pt x="29398" y="97412"/>
                </a:lnTo>
                <a:lnTo>
                  <a:pt x="29433" y="92328"/>
                </a:lnTo>
                <a:lnTo>
                  <a:pt x="29661" y="84513"/>
                </a:lnTo>
                <a:lnTo>
                  <a:pt x="29670" y="71288"/>
                </a:lnTo>
                <a:lnTo>
                  <a:pt x="30417" y="100081"/>
                </a:lnTo>
                <a:lnTo>
                  <a:pt x="31287" y="39594"/>
                </a:lnTo>
                <a:lnTo>
                  <a:pt x="32350" y="41464"/>
                </a:lnTo>
                <a:lnTo>
                  <a:pt x="34081" y="69713"/>
                </a:lnTo>
                <a:lnTo>
                  <a:pt x="34256" y="82161"/>
                </a:lnTo>
                <a:lnTo>
                  <a:pt x="34546" y="59367"/>
                </a:lnTo>
                <a:lnTo>
                  <a:pt x="34986" y="73007"/>
                </a:lnTo>
                <a:lnTo>
                  <a:pt x="35434" y="0"/>
                </a:lnTo>
                <a:lnTo>
                  <a:pt x="36005" y="7328"/>
                </a:lnTo>
                <a:lnTo>
                  <a:pt x="36875" y="90061"/>
                </a:lnTo>
                <a:lnTo>
                  <a:pt x="36910" y="51827"/>
                </a:lnTo>
                <a:lnTo>
                  <a:pt x="37191" y="49386"/>
                </a:lnTo>
                <a:lnTo>
                  <a:pt x="37604" y="48806"/>
                </a:lnTo>
                <a:lnTo>
                  <a:pt x="37894" y="59691"/>
                </a:lnTo>
                <a:lnTo>
                  <a:pt x="38070" y="42113"/>
                </a:lnTo>
                <a:lnTo>
                  <a:pt x="38615" y="67613"/>
                </a:lnTo>
                <a:lnTo>
                  <a:pt x="39616" y="127068"/>
                </a:lnTo>
                <a:lnTo>
                  <a:pt x="39827" y="105026"/>
                </a:lnTo>
                <a:lnTo>
                  <a:pt x="40283" y="90601"/>
                </a:lnTo>
                <a:lnTo>
                  <a:pt x="40512" y="105676"/>
                </a:lnTo>
                <a:lnTo>
                  <a:pt x="40776" y="102882"/>
                </a:lnTo>
                <a:lnTo>
                  <a:pt x="41057" y="140801"/>
                </a:lnTo>
                <a:lnTo>
                  <a:pt x="41496" y="128147"/>
                </a:lnTo>
                <a:lnTo>
                  <a:pt x="42252" y="127766"/>
                </a:lnTo>
                <a:lnTo>
                  <a:pt x="43640" y="38882"/>
                </a:lnTo>
                <a:lnTo>
                  <a:pt x="44334" y="72538"/>
                </a:lnTo>
                <a:lnTo>
                  <a:pt x="45845" y="51117"/>
                </a:lnTo>
                <a:lnTo>
                  <a:pt x="45960" y="57342"/>
                </a:lnTo>
                <a:lnTo>
                  <a:pt x="46056" y="40517"/>
                </a:lnTo>
                <a:lnTo>
                  <a:pt x="46469" y="86421"/>
                </a:lnTo>
                <a:lnTo>
                  <a:pt x="46829" y="99345"/>
                </a:lnTo>
                <a:lnTo>
                  <a:pt x="46838" y="83166"/>
                </a:lnTo>
                <a:lnTo>
                  <a:pt x="47348" y="98676"/>
                </a:lnTo>
                <a:lnTo>
                  <a:pt x="47550" y="60540"/>
                </a:lnTo>
                <a:lnTo>
                  <a:pt x="47655" y="111006"/>
                </a:lnTo>
                <a:lnTo>
                  <a:pt x="48121" y="99320"/>
                </a:lnTo>
                <a:lnTo>
                  <a:pt x="48279" y="97804"/>
                </a:lnTo>
                <a:lnTo>
                  <a:pt x="49377" y="104157"/>
                </a:lnTo>
                <a:lnTo>
                  <a:pt x="49430" y="98998"/>
                </a:lnTo>
                <a:lnTo>
                  <a:pt x="49509" y="114766"/>
                </a:lnTo>
                <a:lnTo>
                  <a:pt x="50387" y="142137"/>
                </a:lnTo>
                <a:lnTo>
                  <a:pt x="50449" y="131125"/>
                </a:lnTo>
                <a:lnTo>
                  <a:pt x="51337" y="63379"/>
                </a:lnTo>
                <a:lnTo>
                  <a:pt x="51943" y="85509"/>
                </a:lnTo>
                <a:lnTo>
                  <a:pt x="52004" y="62678"/>
                </a:lnTo>
                <a:lnTo>
                  <a:pt x="52839" y="57503"/>
                </a:lnTo>
                <a:lnTo>
                  <a:pt x="52865" y="59088"/>
                </a:lnTo>
                <a:lnTo>
                  <a:pt x="53015" y="48590"/>
                </a:lnTo>
                <a:lnTo>
                  <a:pt x="53339" y="77730"/>
                </a:lnTo>
                <a:lnTo>
                  <a:pt x="53541" y="88026"/>
                </a:lnTo>
                <a:lnTo>
                  <a:pt x="53700" y="66225"/>
                </a:lnTo>
                <a:lnTo>
                  <a:pt x="54446" y="38732"/>
                </a:lnTo>
                <a:lnTo>
                  <a:pt x="54666" y="60821"/>
                </a:lnTo>
                <a:lnTo>
                  <a:pt x="58146" y="151851"/>
                </a:lnTo>
                <a:lnTo>
                  <a:pt x="58602" y="177308"/>
                </a:lnTo>
                <a:lnTo>
                  <a:pt x="59411" y="177277"/>
                </a:lnTo>
                <a:lnTo>
                  <a:pt x="60992" y="43140"/>
                </a:lnTo>
                <a:lnTo>
                  <a:pt x="61045" y="48303"/>
                </a:lnTo>
                <a:lnTo>
                  <a:pt x="61221" y="17734"/>
                </a:lnTo>
                <a:lnTo>
                  <a:pt x="61985" y="65357"/>
                </a:lnTo>
                <a:lnTo>
                  <a:pt x="62670" y="111198"/>
                </a:lnTo>
                <a:lnTo>
                  <a:pt x="63048" y="105011"/>
                </a:lnTo>
                <a:lnTo>
                  <a:pt x="63838" y="96306"/>
                </a:lnTo>
                <a:lnTo>
                  <a:pt x="64226" y="131857"/>
                </a:lnTo>
                <a:lnTo>
                  <a:pt x="64137" y="86794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BBA90-21BC-4BBA-AE06-C836F10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186" y="3827835"/>
            <a:ext cx="64999" cy="215898"/>
          </a:xfrm>
          <a:custGeom xmlns:a="http://schemas.openxmlformats.org/drawingml/2006/main">
            <a:pathLst>
              <a:path w="64999" h="215898" fill="none">
                <a:moveTo>
                  <a:pt x="0" y="74922"/>
                </a:moveTo>
                <a:lnTo>
                  <a:pt x="580" y="102678"/>
                </a:lnTo>
                <a:lnTo>
                  <a:pt x="624" y="78509"/>
                </a:lnTo>
                <a:lnTo>
                  <a:pt x="1310" y="85311"/>
                </a:lnTo>
                <a:lnTo>
                  <a:pt x="2117" y="90167"/>
                </a:lnTo>
                <a:lnTo>
                  <a:pt x="2847" y="95329"/>
                </a:lnTo>
                <a:lnTo>
                  <a:pt x="3084" y="75045"/>
                </a:lnTo>
                <a:lnTo>
                  <a:pt x="3523" y="103524"/>
                </a:lnTo>
                <a:lnTo>
                  <a:pt x="4288" y="95112"/>
                </a:lnTo>
                <a:lnTo>
                  <a:pt x="5192" y="140109"/>
                </a:lnTo>
                <a:lnTo>
                  <a:pt x="5535" y="111472"/>
                </a:lnTo>
                <a:lnTo>
                  <a:pt x="6765" y="102664"/>
                </a:lnTo>
                <a:lnTo>
                  <a:pt x="7583" y="46603"/>
                </a:lnTo>
                <a:lnTo>
                  <a:pt x="7688" y="65623"/>
                </a:lnTo>
                <a:lnTo>
                  <a:pt x="8636" y="103271"/>
                </a:lnTo>
                <a:lnTo>
                  <a:pt x="8856" y="86344"/>
                </a:lnTo>
                <a:lnTo>
                  <a:pt x="9638" y="89372"/>
                </a:lnTo>
                <a:lnTo>
                  <a:pt x="10692" y="110274"/>
                </a:lnTo>
                <a:lnTo>
                  <a:pt x="11607" y="106519"/>
                </a:lnTo>
                <a:lnTo>
                  <a:pt x="12529" y="23388"/>
                </a:lnTo>
                <a:lnTo>
                  <a:pt x="14189" y="66036"/>
                </a:lnTo>
                <a:lnTo>
                  <a:pt x="14339" y="61386"/>
                </a:lnTo>
                <a:lnTo>
                  <a:pt x="14620" y="51396"/>
                </a:lnTo>
                <a:lnTo>
                  <a:pt x="14909" y="92389"/>
                </a:lnTo>
                <a:lnTo>
                  <a:pt x="15384" y="18485"/>
                </a:lnTo>
                <a:lnTo>
                  <a:pt x="15490" y="53382"/>
                </a:lnTo>
                <a:lnTo>
                  <a:pt x="15990" y="56789"/>
                </a:lnTo>
                <a:lnTo>
                  <a:pt x="16439" y="9773"/>
                </a:lnTo>
                <a:lnTo>
                  <a:pt x="16913" y="40906"/>
                </a:lnTo>
                <a:lnTo>
                  <a:pt x="17862" y="98082"/>
                </a:lnTo>
                <a:lnTo>
                  <a:pt x="18196" y="120534"/>
                </a:lnTo>
                <a:lnTo>
                  <a:pt x="18442" y="86563"/>
                </a:lnTo>
                <a:lnTo>
                  <a:pt x="18846" y="83846"/>
                </a:lnTo>
                <a:lnTo>
                  <a:pt x="19294" y="97961"/>
                </a:lnTo>
                <a:lnTo>
                  <a:pt x="19391" y="58259"/>
                </a:lnTo>
                <a:lnTo>
                  <a:pt x="19540" y="72417"/>
                </a:lnTo>
                <a:lnTo>
                  <a:pt x="19962" y="66706"/>
                </a:lnTo>
                <a:lnTo>
                  <a:pt x="20770" y="131154"/>
                </a:lnTo>
                <a:lnTo>
                  <a:pt x="20041" y="63462"/>
                </a:lnTo>
                <a:lnTo>
                  <a:pt x="20911" y="126832"/>
                </a:lnTo>
                <a:lnTo>
                  <a:pt x="20998" y="101738"/>
                </a:lnTo>
                <a:lnTo>
                  <a:pt x="21491" y="113162"/>
                </a:lnTo>
                <a:lnTo>
                  <a:pt x="22053" y="167214"/>
                </a:lnTo>
                <a:lnTo>
                  <a:pt x="22299" y="118425"/>
                </a:lnTo>
                <a:lnTo>
                  <a:pt x="22966" y="100118"/>
                </a:lnTo>
                <a:lnTo>
                  <a:pt x="23230" y="105909"/>
                </a:lnTo>
                <a:lnTo>
                  <a:pt x="23441" y="121197"/>
                </a:lnTo>
                <a:lnTo>
                  <a:pt x="23757" y="95310"/>
                </a:lnTo>
                <a:lnTo>
                  <a:pt x="24530" y="92126"/>
                </a:lnTo>
                <a:lnTo>
                  <a:pt x="25435" y="157675"/>
                </a:lnTo>
                <a:lnTo>
                  <a:pt x="25673" y="127538"/>
                </a:lnTo>
                <a:lnTo>
                  <a:pt x="26490" y="120654"/>
                </a:lnTo>
                <a:lnTo>
                  <a:pt x="26868" y="97556"/>
                </a:lnTo>
                <a:lnTo>
                  <a:pt x="27061" y="111809"/>
                </a:lnTo>
                <a:lnTo>
                  <a:pt x="27237" y="141069"/>
                </a:lnTo>
                <a:lnTo>
                  <a:pt x="27940" y="115514"/>
                </a:lnTo>
                <a:lnTo>
                  <a:pt x="28800" y="96667"/>
                </a:lnTo>
                <a:lnTo>
                  <a:pt x="29046" y="98825"/>
                </a:lnTo>
                <a:lnTo>
                  <a:pt x="29697" y="170283"/>
                </a:lnTo>
                <a:lnTo>
                  <a:pt x="30171" y="143106"/>
                </a:lnTo>
                <a:lnTo>
                  <a:pt x="31006" y="191717"/>
                </a:lnTo>
                <a:lnTo>
                  <a:pt x="31058" y="215898"/>
                </a:lnTo>
                <a:lnTo>
                  <a:pt x="31831" y="202506"/>
                </a:lnTo>
                <a:lnTo>
                  <a:pt x="32341" y="183162"/>
                </a:lnTo>
                <a:lnTo>
                  <a:pt x="33062" y="118975"/>
                </a:lnTo>
                <a:lnTo>
                  <a:pt x="33308" y="138748"/>
                </a:lnTo>
                <a:lnTo>
                  <a:pt x="33624" y="107199"/>
                </a:lnTo>
                <a:lnTo>
                  <a:pt x="33914" y="109421"/>
                </a:lnTo>
                <a:lnTo>
                  <a:pt x="34001" y="101155"/>
                </a:lnTo>
                <a:lnTo>
                  <a:pt x="34186" y="113324"/>
                </a:lnTo>
                <a:lnTo>
                  <a:pt x="34749" y="94975"/>
                </a:lnTo>
                <a:lnTo>
                  <a:pt x="34898" y="101761"/>
                </a:lnTo>
                <a:lnTo>
                  <a:pt x="35601" y="68935"/>
                </a:lnTo>
                <a:lnTo>
                  <a:pt x="35829" y="82966"/>
                </a:lnTo>
                <a:lnTo>
                  <a:pt x="35847" y="58659"/>
                </a:lnTo>
                <a:lnTo>
                  <a:pt x="36242" y="103145"/>
                </a:lnTo>
                <a:lnTo>
                  <a:pt x="36655" y="66059"/>
                </a:lnTo>
                <a:lnTo>
                  <a:pt x="37314" y="51662"/>
                </a:lnTo>
                <a:lnTo>
                  <a:pt x="37358" y="62227"/>
                </a:lnTo>
                <a:lnTo>
                  <a:pt x="38614" y="128040"/>
                </a:lnTo>
                <a:lnTo>
                  <a:pt x="39572" y="90344"/>
                </a:lnTo>
                <a:lnTo>
                  <a:pt x="39958" y="107820"/>
                </a:lnTo>
                <a:lnTo>
                  <a:pt x="39976" y="120474"/>
                </a:lnTo>
                <a:lnTo>
                  <a:pt x="40433" y="102106"/>
                </a:lnTo>
                <a:lnTo>
                  <a:pt x="41004" y="99967"/>
                </a:lnTo>
                <a:lnTo>
                  <a:pt x="41013" y="86692"/>
                </a:lnTo>
                <a:lnTo>
                  <a:pt x="41355" y="100628"/>
                </a:lnTo>
                <a:lnTo>
                  <a:pt x="41724" y="88891"/>
                </a:lnTo>
                <a:lnTo>
                  <a:pt x="42050" y="123171"/>
                </a:lnTo>
                <a:lnTo>
                  <a:pt x="42770" y="113321"/>
                </a:lnTo>
                <a:lnTo>
                  <a:pt x="43131" y="117569"/>
                </a:lnTo>
                <a:lnTo>
                  <a:pt x="43614" y="141794"/>
                </a:lnTo>
                <a:lnTo>
                  <a:pt x="43807" y="137823"/>
                </a:lnTo>
                <a:lnTo>
                  <a:pt x="44448" y="138808"/>
                </a:lnTo>
                <a:lnTo>
                  <a:pt x="44738" y="93048"/>
                </a:lnTo>
                <a:lnTo>
                  <a:pt x="45178" y="0"/>
                </a:lnTo>
                <a:lnTo>
                  <a:pt x="45748" y="41585"/>
                </a:lnTo>
                <a:lnTo>
                  <a:pt x="46100" y="28940"/>
                </a:lnTo>
                <a:lnTo>
                  <a:pt x="47365" y="102560"/>
                </a:lnTo>
                <a:lnTo>
                  <a:pt x="47505" y="99730"/>
                </a:lnTo>
                <a:lnTo>
                  <a:pt x="48270" y="32315"/>
                </a:lnTo>
                <a:lnTo>
                  <a:pt x="48472" y="63136"/>
                </a:lnTo>
                <a:lnTo>
                  <a:pt x="48727" y="99230"/>
                </a:lnTo>
                <a:lnTo>
                  <a:pt x="49298" y="91625"/>
                </a:lnTo>
                <a:lnTo>
                  <a:pt x="49438" y="71430"/>
                </a:lnTo>
                <a:lnTo>
                  <a:pt x="49974" y="112404"/>
                </a:lnTo>
                <a:lnTo>
                  <a:pt x="50159" y="151681"/>
                </a:lnTo>
                <a:lnTo>
                  <a:pt x="50915" y="146081"/>
                </a:lnTo>
                <a:lnTo>
                  <a:pt x="51775" y="129833"/>
                </a:lnTo>
                <a:lnTo>
                  <a:pt x="51907" y="138225"/>
                </a:lnTo>
                <a:lnTo>
                  <a:pt x="52602" y="127740"/>
                </a:lnTo>
                <a:lnTo>
                  <a:pt x="53304" y="88772"/>
                </a:lnTo>
                <a:lnTo>
                  <a:pt x="53480" y="118935"/>
                </a:lnTo>
                <a:lnTo>
                  <a:pt x="53629" y="131214"/>
                </a:lnTo>
                <a:lnTo>
                  <a:pt x="55185" y="95175"/>
                </a:lnTo>
                <a:lnTo>
                  <a:pt x="56406" y="58909"/>
                </a:lnTo>
                <a:lnTo>
                  <a:pt x="57126" y="66504"/>
                </a:lnTo>
                <a:lnTo>
                  <a:pt x="57583" y="43065"/>
                </a:lnTo>
                <a:lnTo>
                  <a:pt x="57662" y="63302"/>
                </a:lnTo>
                <a:lnTo>
                  <a:pt x="58523" y="119904"/>
                </a:lnTo>
                <a:lnTo>
                  <a:pt x="59393" y="19476"/>
                </a:lnTo>
                <a:lnTo>
                  <a:pt x="60140" y="21613"/>
                </a:lnTo>
                <a:lnTo>
                  <a:pt x="61695" y="94096"/>
                </a:lnTo>
                <a:lnTo>
                  <a:pt x="62433" y="83131"/>
                </a:lnTo>
                <a:lnTo>
                  <a:pt x="62855" y="46420"/>
                </a:lnTo>
                <a:lnTo>
                  <a:pt x="63171" y="65271"/>
                </a:lnTo>
                <a:lnTo>
                  <a:pt x="64067" y="151157"/>
                </a:lnTo>
                <a:lnTo>
                  <a:pt x="64999" y="146118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AA8A0-336E-4363-A665-00D7E0EC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185" y="3858772"/>
            <a:ext cx="66773" cy="169661"/>
          </a:xfrm>
          <a:custGeom xmlns:a="http://schemas.openxmlformats.org/drawingml/2006/main">
            <a:pathLst>
              <a:path w="66773" h="169661" fill="none">
                <a:moveTo>
                  <a:pt x="0" y="115181"/>
                </a:moveTo>
                <a:lnTo>
                  <a:pt x="623" y="73715"/>
                </a:lnTo>
                <a:lnTo>
                  <a:pt x="913" y="80508"/>
                </a:lnTo>
                <a:lnTo>
                  <a:pt x="1063" y="82241"/>
                </a:lnTo>
                <a:lnTo>
                  <a:pt x="1159" y="79127"/>
                </a:lnTo>
                <a:lnTo>
                  <a:pt x="1748" y="105457"/>
                </a:lnTo>
                <a:lnTo>
                  <a:pt x="2276" y="85779"/>
                </a:lnTo>
                <a:lnTo>
                  <a:pt x="2390" y="102267"/>
                </a:lnTo>
                <a:lnTo>
                  <a:pt x="2477" y="142915"/>
                </a:lnTo>
                <a:lnTo>
                  <a:pt x="2846" y="141098"/>
                </a:lnTo>
                <a:lnTo>
                  <a:pt x="3488" y="135111"/>
                </a:lnTo>
                <a:lnTo>
                  <a:pt x="3787" y="113245"/>
                </a:lnTo>
                <a:lnTo>
                  <a:pt x="3804" y="139696"/>
                </a:lnTo>
                <a:lnTo>
                  <a:pt x="4480" y="128948"/>
                </a:lnTo>
                <a:lnTo>
                  <a:pt x="4920" y="132140"/>
                </a:lnTo>
                <a:lnTo>
                  <a:pt x="4990" y="126912"/>
                </a:lnTo>
                <a:lnTo>
                  <a:pt x="5219" y="77074"/>
                </a:lnTo>
                <a:lnTo>
                  <a:pt x="5913" y="110164"/>
                </a:lnTo>
                <a:lnTo>
                  <a:pt x="6747" y="108427"/>
                </a:lnTo>
                <a:lnTo>
                  <a:pt x="7116" y="91238"/>
                </a:lnTo>
                <a:lnTo>
                  <a:pt x="8434" y="118377"/>
                </a:lnTo>
                <a:lnTo>
                  <a:pt x="8689" y="84895"/>
                </a:lnTo>
                <a:lnTo>
                  <a:pt x="9172" y="133438"/>
                </a:lnTo>
                <a:lnTo>
                  <a:pt x="9313" y="123895"/>
                </a:lnTo>
                <a:lnTo>
                  <a:pt x="11070" y="0"/>
                </a:lnTo>
                <a:lnTo>
                  <a:pt x="12124" y="1629"/>
                </a:lnTo>
                <a:lnTo>
                  <a:pt x="12766" y="72641"/>
                </a:lnTo>
                <a:lnTo>
                  <a:pt x="13530" y="26834"/>
                </a:lnTo>
                <a:lnTo>
                  <a:pt x="15199" y="97714"/>
                </a:lnTo>
                <a:lnTo>
                  <a:pt x="15630" y="122017"/>
                </a:lnTo>
                <a:lnTo>
                  <a:pt x="16070" y="111349"/>
                </a:lnTo>
                <a:lnTo>
                  <a:pt x="16509" y="114958"/>
                </a:lnTo>
                <a:lnTo>
                  <a:pt x="16719" y="128603"/>
                </a:lnTo>
                <a:lnTo>
                  <a:pt x="17413" y="123793"/>
                </a:lnTo>
                <a:lnTo>
                  <a:pt x="17984" y="132967"/>
                </a:lnTo>
                <a:lnTo>
                  <a:pt x="18503" y="91248"/>
                </a:lnTo>
                <a:lnTo>
                  <a:pt x="18837" y="109382"/>
                </a:lnTo>
                <a:lnTo>
                  <a:pt x="19838" y="86304"/>
                </a:lnTo>
                <a:lnTo>
                  <a:pt x="20550" y="166762"/>
                </a:lnTo>
                <a:lnTo>
                  <a:pt x="20832" y="124163"/>
                </a:lnTo>
                <a:lnTo>
                  <a:pt x="21842" y="87469"/>
                </a:lnTo>
                <a:lnTo>
                  <a:pt x="22061" y="92656"/>
                </a:lnTo>
                <a:lnTo>
                  <a:pt x="22360" y="121021"/>
                </a:lnTo>
                <a:lnTo>
                  <a:pt x="22474" y="87737"/>
                </a:lnTo>
                <a:lnTo>
                  <a:pt x="22913" y="82666"/>
                </a:lnTo>
                <a:lnTo>
                  <a:pt x="23396" y="99410"/>
                </a:lnTo>
                <a:lnTo>
                  <a:pt x="23415" y="78081"/>
                </a:lnTo>
                <a:lnTo>
                  <a:pt x="23625" y="80208"/>
                </a:lnTo>
                <a:lnTo>
                  <a:pt x="24205" y="81565"/>
                </a:lnTo>
                <a:lnTo>
                  <a:pt x="25514" y="100817"/>
                </a:lnTo>
                <a:lnTo>
                  <a:pt x="25734" y="87516"/>
                </a:lnTo>
                <a:lnTo>
                  <a:pt x="26059" y="115009"/>
                </a:lnTo>
                <a:lnTo>
                  <a:pt x="26323" y="102187"/>
                </a:lnTo>
                <a:lnTo>
                  <a:pt x="26446" y="109711"/>
                </a:lnTo>
                <a:lnTo>
                  <a:pt x="27737" y="117972"/>
                </a:lnTo>
                <a:lnTo>
                  <a:pt x="30021" y="140104"/>
                </a:lnTo>
                <a:lnTo>
                  <a:pt x="30390" y="131348"/>
                </a:lnTo>
                <a:lnTo>
                  <a:pt x="31102" y="148811"/>
                </a:lnTo>
                <a:lnTo>
                  <a:pt x="31225" y="113934"/>
                </a:lnTo>
                <a:lnTo>
                  <a:pt x="31761" y="105685"/>
                </a:lnTo>
                <a:lnTo>
                  <a:pt x="31875" y="116043"/>
                </a:lnTo>
                <a:lnTo>
                  <a:pt x="33615" y="148535"/>
                </a:lnTo>
                <a:lnTo>
                  <a:pt x="33861" y="156951"/>
                </a:lnTo>
                <a:lnTo>
                  <a:pt x="34599" y="66503"/>
                </a:lnTo>
                <a:lnTo>
                  <a:pt x="34660" y="72910"/>
                </a:lnTo>
                <a:lnTo>
                  <a:pt x="36137" y="68120"/>
                </a:lnTo>
                <a:lnTo>
                  <a:pt x="36312" y="60617"/>
                </a:lnTo>
                <a:lnTo>
                  <a:pt x="36338" y="87296"/>
                </a:lnTo>
                <a:lnTo>
                  <a:pt x="37042" y="85367"/>
                </a:lnTo>
                <a:lnTo>
                  <a:pt x="37129" y="97308"/>
                </a:lnTo>
                <a:lnTo>
                  <a:pt x="37349" y="86492"/>
                </a:lnTo>
                <a:lnTo>
                  <a:pt x="37665" y="114644"/>
                </a:lnTo>
                <a:lnTo>
                  <a:pt x="37762" y="117811"/>
                </a:lnTo>
                <a:lnTo>
                  <a:pt x="38165" y="101423"/>
                </a:lnTo>
                <a:lnTo>
                  <a:pt x="38921" y="111216"/>
                </a:lnTo>
                <a:lnTo>
                  <a:pt x="39510" y="71770"/>
                </a:lnTo>
                <a:lnTo>
                  <a:pt x="39852" y="95183"/>
                </a:lnTo>
                <a:lnTo>
                  <a:pt x="40661" y="129084"/>
                </a:lnTo>
                <a:lnTo>
                  <a:pt x="41241" y="118881"/>
                </a:lnTo>
                <a:lnTo>
                  <a:pt x="41636" y="94498"/>
                </a:lnTo>
                <a:lnTo>
                  <a:pt x="43516" y="131841"/>
                </a:lnTo>
                <a:lnTo>
                  <a:pt x="43613" y="146823"/>
                </a:lnTo>
                <a:lnTo>
                  <a:pt x="43947" y="104054"/>
                </a:lnTo>
                <a:lnTo>
                  <a:pt x="44377" y="124373"/>
                </a:lnTo>
                <a:lnTo>
                  <a:pt x="45027" y="169661"/>
                </a:lnTo>
                <a:lnTo>
                  <a:pt x="45256" y="147458"/>
                </a:lnTo>
                <a:lnTo>
                  <a:pt x="45792" y="122572"/>
                </a:lnTo>
                <a:lnTo>
                  <a:pt x="46434" y="136280"/>
                </a:lnTo>
                <a:lnTo>
                  <a:pt x="46794" y="127875"/>
                </a:lnTo>
                <a:lnTo>
                  <a:pt x="48990" y="44270"/>
                </a:lnTo>
                <a:lnTo>
                  <a:pt x="49395" y="62878"/>
                </a:lnTo>
                <a:lnTo>
                  <a:pt x="50124" y="90695"/>
                </a:lnTo>
                <a:lnTo>
                  <a:pt x="50703" y="51362"/>
                </a:lnTo>
                <a:lnTo>
                  <a:pt x="51951" y="52127"/>
                </a:lnTo>
                <a:lnTo>
                  <a:pt x="52311" y="49044"/>
                </a:lnTo>
                <a:lnTo>
                  <a:pt x="52355" y="49725"/>
                </a:lnTo>
                <a:lnTo>
                  <a:pt x="52373" y="64469"/>
                </a:lnTo>
                <a:lnTo>
                  <a:pt x="53129" y="58974"/>
                </a:lnTo>
                <a:lnTo>
                  <a:pt x="54165" y="73618"/>
                </a:lnTo>
                <a:lnTo>
                  <a:pt x="54367" y="63107"/>
                </a:lnTo>
                <a:lnTo>
                  <a:pt x="54455" y="99448"/>
                </a:lnTo>
                <a:lnTo>
                  <a:pt x="54710" y="100200"/>
                </a:lnTo>
                <a:lnTo>
                  <a:pt x="55852" y="127523"/>
                </a:lnTo>
                <a:lnTo>
                  <a:pt x="56045" y="117572"/>
                </a:lnTo>
                <a:lnTo>
                  <a:pt x="56221" y="134278"/>
                </a:lnTo>
                <a:lnTo>
                  <a:pt x="56247" y="120294"/>
                </a:lnTo>
                <a:lnTo>
                  <a:pt x="57100" y="124638"/>
                </a:lnTo>
                <a:lnTo>
                  <a:pt x="57425" y="131326"/>
                </a:lnTo>
                <a:lnTo>
                  <a:pt x="58031" y="82073"/>
                </a:lnTo>
                <a:lnTo>
                  <a:pt x="58347" y="91219"/>
                </a:lnTo>
                <a:lnTo>
                  <a:pt x="59024" y="98006"/>
                </a:lnTo>
                <a:lnTo>
                  <a:pt x="59305" y="65238"/>
                </a:lnTo>
                <a:lnTo>
                  <a:pt x="59876" y="79592"/>
                </a:lnTo>
                <a:lnTo>
                  <a:pt x="60482" y="80126"/>
                </a:lnTo>
                <a:lnTo>
                  <a:pt x="61273" y="129252"/>
                </a:lnTo>
                <a:lnTo>
                  <a:pt x="61422" y="104998"/>
                </a:lnTo>
                <a:lnTo>
                  <a:pt x="62371" y="61639"/>
                </a:lnTo>
                <a:lnTo>
                  <a:pt x="62380" y="67289"/>
                </a:lnTo>
                <a:lnTo>
                  <a:pt x="63250" y="113560"/>
                </a:lnTo>
                <a:lnTo>
                  <a:pt x="63601" y="126504"/>
                </a:lnTo>
                <a:lnTo>
                  <a:pt x="63610" y="103541"/>
                </a:lnTo>
                <a:lnTo>
                  <a:pt x="63795" y="98189"/>
                </a:lnTo>
                <a:lnTo>
                  <a:pt x="63926" y="110732"/>
                </a:lnTo>
                <a:lnTo>
                  <a:pt x="64647" y="121405"/>
                </a:lnTo>
                <a:lnTo>
                  <a:pt x="65516" y="78435"/>
                </a:lnTo>
                <a:lnTo>
                  <a:pt x="65709" y="107350"/>
                </a:lnTo>
                <a:lnTo>
                  <a:pt x="66562" y="133792"/>
                </a:lnTo>
                <a:lnTo>
                  <a:pt x="66773" y="125092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CDE3B-4B4A-4F0F-BE3E-9B1B7726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958" y="3885136"/>
            <a:ext cx="60544" cy="165536"/>
          </a:xfrm>
          <a:custGeom xmlns:a="http://schemas.openxmlformats.org/drawingml/2006/main">
            <a:pathLst>
              <a:path w="60544" h="165536" fill="none">
                <a:moveTo>
                  <a:pt x="0" y="98728"/>
                </a:moveTo>
                <a:lnTo>
                  <a:pt x="2732" y="0"/>
                </a:lnTo>
                <a:lnTo>
                  <a:pt x="3163" y="21596"/>
                </a:lnTo>
                <a:lnTo>
                  <a:pt x="3831" y="13357"/>
                </a:lnTo>
                <a:lnTo>
                  <a:pt x="3865" y="8617"/>
                </a:lnTo>
                <a:lnTo>
                  <a:pt x="4437" y="43090"/>
                </a:lnTo>
                <a:lnTo>
                  <a:pt x="4480" y="67755"/>
                </a:lnTo>
                <a:lnTo>
                  <a:pt x="5342" y="53045"/>
                </a:lnTo>
                <a:lnTo>
                  <a:pt x="5807" y="56599"/>
                </a:lnTo>
                <a:lnTo>
                  <a:pt x="6326" y="93209"/>
                </a:lnTo>
                <a:lnTo>
                  <a:pt x="7063" y="89212"/>
                </a:lnTo>
                <a:lnTo>
                  <a:pt x="8812" y="29375"/>
                </a:lnTo>
                <a:lnTo>
                  <a:pt x="7582" y="100693"/>
                </a:lnTo>
                <a:lnTo>
                  <a:pt x="8900" y="49996"/>
                </a:lnTo>
                <a:lnTo>
                  <a:pt x="9137" y="65344"/>
                </a:lnTo>
                <a:lnTo>
                  <a:pt x="9392" y="34758"/>
                </a:lnTo>
                <a:lnTo>
                  <a:pt x="9515" y="26162"/>
                </a:lnTo>
                <a:lnTo>
                  <a:pt x="9621" y="41599"/>
                </a:lnTo>
                <a:lnTo>
                  <a:pt x="10657" y="97931"/>
                </a:lnTo>
                <a:lnTo>
                  <a:pt x="10789" y="115970"/>
                </a:lnTo>
                <a:lnTo>
                  <a:pt x="11114" y="99176"/>
                </a:lnTo>
                <a:lnTo>
                  <a:pt x="11641" y="101819"/>
                </a:lnTo>
                <a:lnTo>
                  <a:pt x="12783" y="165536"/>
                </a:lnTo>
                <a:lnTo>
                  <a:pt x="13222" y="139485"/>
                </a:lnTo>
                <a:lnTo>
                  <a:pt x="13601" y="97880"/>
                </a:lnTo>
                <a:lnTo>
                  <a:pt x="14312" y="104173"/>
                </a:lnTo>
                <a:lnTo>
                  <a:pt x="14751" y="128792"/>
                </a:lnTo>
                <a:lnTo>
                  <a:pt x="14989" y="96615"/>
                </a:lnTo>
                <a:lnTo>
                  <a:pt x="15217" y="117106"/>
                </a:lnTo>
                <a:lnTo>
                  <a:pt x="15849" y="47447"/>
                </a:lnTo>
                <a:lnTo>
                  <a:pt x="16087" y="97263"/>
                </a:lnTo>
                <a:lnTo>
                  <a:pt x="16394" y="108111"/>
                </a:lnTo>
                <a:lnTo>
                  <a:pt x="16491" y="85133"/>
                </a:lnTo>
                <a:lnTo>
                  <a:pt x="16606" y="53528"/>
                </a:lnTo>
                <a:lnTo>
                  <a:pt x="17159" y="71358"/>
                </a:lnTo>
                <a:lnTo>
                  <a:pt x="17905" y="128520"/>
                </a:lnTo>
                <a:lnTo>
                  <a:pt x="18766" y="127088"/>
                </a:lnTo>
                <a:lnTo>
                  <a:pt x="19293" y="160079"/>
                </a:lnTo>
                <a:lnTo>
                  <a:pt x="19662" y="128081"/>
                </a:lnTo>
                <a:lnTo>
                  <a:pt x="19944" y="115539"/>
                </a:lnTo>
                <a:lnTo>
                  <a:pt x="20225" y="136833"/>
                </a:lnTo>
                <a:lnTo>
                  <a:pt x="20761" y="125851"/>
                </a:lnTo>
                <a:lnTo>
                  <a:pt x="20910" y="158339"/>
                </a:lnTo>
                <a:lnTo>
                  <a:pt x="21552" y="110059"/>
                </a:lnTo>
                <a:lnTo>
                  <a:pt x="22720" y="129359"/>
                </a:lnTo>
                <a:lnTo>
                  <a:pt x="23107" y="142026"/>
                </a:lnTo>
                <a:lnTo>
                  <a:pt x="23950" y="34861"/>
                </a:lnTo>
                <a:lnTo>
                  <a:pt x="24996" y="20878"/>
                </a:lnTo>
                <a:lnTo>
                  <a:pt x="25312" y="44914"/>
                </a:lnTo>
                <a:lnTo>
                  <a:pt x="25918" y="33040"/>
                </a:lnTo>
                <a:lnTo>
                  <a:pt x="26278" y="9678"/>
                </a:lnTo>
                <a:lnTo>
                  <a:pt x="26314" y="42810"/>
                </a:lnTo>
                <a:lnTo>
                  <a:pt x="26375" y="42435"/>
                </a:lnTo>
                <a:lnTo>
                  <a:pt x="27359" y="84760"/>
                </a:lnTo>
                <a:lnTo>
                  <a:pt x="27499" y="70235"/>
                </a:lnTo>
                <a:lnTo>
                  <a:pt x="28580" y="151605"/>
                </a:lnTo>
                <a:lnTo>
                  <a:pt x="29143" y="139007"/>
                </a:lnTo>
                <a:lnTo>
                  <a:pt x="29960" y="131127"/>
                </a:lnTo>
                <a:lnTo>
                  <a:pt x="29977" y="150695"/>
                </a:lnTo>
                <a:lnTo>
                  <a:pt x="30663" y="145912"/>
                </a:lnTo>
                <a:lnTo>
                  <a:pt x="31620" y="126485"/>
                </a:lnTo>
                <a:lnTo>
                  <a:pt x="31691" y="134239"/>
                </a:lnTo>
                <a:lnTo>
                  <a:pt x="31752" y="143580"/>
                </a:lnTo>
                <a:lnTo>
                  <a:pt x="32077" y="122985"/>
                </a:lnTo>
                <a:lnTo>
                  <a:pt x="32640" y="121515"/>
                </a:lnTo>
                <a:lnTo>
                  <a:pt x="32692" y="134582"/>
                </a:lnTo>
                <a:lnTo>
                  <a:pt x="33237" y="106385"/>
                </a:lnTo>
                <a:lnTo>
                  <a:pt x="33509" y="128257"/>
                </a:lnTo>
                <a:lnTo>
                  <a:pt x="34414" y="132519"/>
                </a:lnTo>
                <a:lnTo>
                  <a:pt x="35671" y="87113"/>
                </a:lnTo>
                <a:lnTo>
                  <a:pt x="36347" y="86726"/>
                </a:lnTo>
                <a:lnTo>
                  <a:pt x="36760" y="101087"/>
                </a:lnTo>
                <a:lnTo>
                  <a:pt x="37067" y="75550"/>
                </a:lnTo>
                <a:lnTo>
                  <a:pt x="37349" y="102879"/>
                </a:lnTo>
                <a:lnTo>
                  <a:pt x="37559" y="84627"/>
                </a:lnTo>
                <a:lnTo>
                  <a:pt x="37902" y="136484"/>
                </a:lnTo>
                <a:lnTo>
                  <a:pt x="38728" y="104606"/>
                </a:lnTo>
                <a:lnTo>
                  <a:pt x="39483" y="116878"/>
                </a:lnTo>
                <a:lnTo>
                  <a:pt x="40134" y="165289"/>
                </a:lnTo>
                <a:lnTo>
                  <a:pt x="40977" y="147678"/>
                </a:lnTo>
                <a:lnTo>
                  <a:pt x="41496" y="159656"/>
                </a:lnTo>
                <a:lnTo>
                  <a:pt x="41829" y="146903"/>
                </a:lnTo>
                <a:lnTo>
                  <a:pt x="42041" y="144651"/>
                </a:lnTo>
                <a:lnTo>
                  <a:pt x="42075" y="97147"/>
                </a:lnTo>
                <a:lnTo>
                  <a:pt x="42743" y="157947"/>
                </a:lnTo>
                <a:lnTo>
                  <a:pt x="42954" y="165242"/>
                </a:lnTo>
                <a:lnTo>
                  <a:pt x="43429" y="114131"/>
                </a:lnTo>
                <a:lnTo>
                  <a:pt x="43798" y="126490"/>
                </a:lnTo>
                <a:lnTo>
                  <a:pt x="44202" y="118303"/>
                </a:lnTo>
                <a:lnTo>
                  <a:pt x="44491" y="124634"/>
                </a:lnTo>
                <a:lnTo>
                  <a:pt x="45080" y="148459"/>
                </a:lnTo>
                <a:lnTo>
                  <a:pt x="45652" y="133546"/>
                </a:lnTo>
                <a:lnTo>
                  <a:pt x="45932" y="88906"/>
                </a:lnTo>
                <a:lnTo>
                  <a:pt x="46512" y="118407"/>
                </a:lnTo>
                <a:lnTo>
                  <a:pt x="47655" y="155866"/>
                </a:lnTo>
                <a:lnTo>
                  <a:pt x="48375" y="125177"/>
                </a:lnTo>
                <a:lnTo>
                  <a:pt x="48604" y="95022"/>
                </a:lnTo>
                <a:lnTo>
                  <a:pt x="49271" y="117104"/>
                </a:lnTo>
                <a:lnTo>
                  <a:pt x="49605" y="143599"/>
                </a:lnTo>
                <a:lnTo>
                  <a:pt x="50202" y="129652"/>
                </a:lnTo>
                <a:lnTo>
                  <a:pt x="51239" y="98833"/>
                </a:lnTo>
                <a:lnTo>
                  <a:pt x="51485" y="112213"/>
                </a:lnTo>
                <a:lnTo>
                  <a:pt x="52294" y="111725"/>
                </a:lnTo>
                <a:lnTo>
                  <a:pt x="52654" y="112272"/>
                </a:lnTo>
                <a:lnTo>
                  <a:pt x="52821" y="138524"/>
                </a:lnTo>
                <a:lnTo>
                  <a:pt x="53102" y="131739"/>
                </a:lnTo>
                <a:lnTo>
                  <a:pt x="53735" y="122047"/>
                </a:lnTo>
                <a:lnTo>
                  <a:pt x="53743" y="126140"/>
                </a:lnTo>
                <a:lnTo>
                  <a:pt x="53919" y="134120"/>
                </a:lnTo>
                <a:lnTo>
                  <a:pt x="54674" y="128126"/>
                </a:lnTo>
                <a:lnTo>
                  <a:pt x="55079" y="102274"/>
                </a:lnTo>
                <a:lnTo>
                  <a:pt x="55307" y="126307"/>
                </a:lnTo>
                <a:lnTo>
                  <a:pt x="55570" y="142914"/>
                </a:lnTo>
                <a:lnTo>
                  <a:pt x="55764" y="104340"/>
                </a:lnTo>
                <a:lnTo>
                  <a:pt x="56765" y="62720"/>
                </a:lnTo>
                <a:lnTo>
                  <a:pt x="56924" y="66216"/>
                </a:lnTo>
                <a:lnTo>
                  <a:pt x="57503" y="64810"/>
                </a:lnTo>
                <a:lnTo>
                  <a:pt x="57697" y="87591"/>
                </a:lnTo>
                <a:lnTo>
                  <a:pt x="57899" y="65348"/>
                </a:lnTo>
                <a:lnTo>
                  <a:pt x="58145" y="89711"/>
                </a:lnTo>
                <a:lnTo>
                  <a:pt x="58417" y="85469"/>
                </a:lnTo>
                <a:lnTo>
                  <a:pt x="58953" y="102091"/>
                </a:lnTo>
                <a:lnTo>
                  <a:pt x="59014" y="93099"/>
                </a:lnTo>
                <a:lnTo>
                  <a:pt x="59085" y="112181"/>
                </a:lnTo>
                <a:lnTo>
                  <a:pt x="59805" y="73829"/>
                </a:lnTo>
                <a:lnTo>
                  <a:pt x="59815" y="76484"/>
                </a:lnTo>
                <a:lnTo>
                  <a:pt x="60262" y="45316"/>
                </a:lnTo>
                <a:lnTo>
                  <a:pt x="60544" y="58555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47741-2AA0-4DCE-8968-BC35F1FB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502" y="3943691"/>
            <a:ext cx="69602" cy="153959"/>
          </a:xfrm>
          <a:custGeom xmlns:a="http://schemas.openxmlformats.org/drawingml/2006/main">
            <a:pathLst>
              <a:path w="69602" h="153959" fill="none">
                <a:moveTo>
                  <a:pt x="0" y="0"/>
                </a:moveTo>
                <a:lnTo>
                  <a:pt x="1274" y="56423"/>
                </a:lnTo>
                <a:lnTo>
                  <a:pt x="1731" y="52454"/>
                </a:lnTo>
                <a:lnTo>
                  <a:pt x="3594" y="98874"/>
                </a:lnTo>
                <a:lnTo>
                  <a:pt x="5447" y="66984"/>
                </a:lnTo>
                <a:lnTo>
                  <a:pt x="5957" y="68415"/>
                </a:lnTo>
                <a:lnTo>
                  <a:pt x="6256" y="78675"/>
                </a:lnTo>
                <a:lnTo>
                  <a:pt x="6396" y="73006"/>
                </a:lnTo>
                <a:lnTo>
                  <a:pt x="6466" y="36554"/>
                </a:lnTo>
                <a:lnTo>
                  <a:pt x="6695" y="78552"/>
                </a:lnTo>
                <a:lnTo>
                  <a:pt x="7222" y="74491"/>
                </a:lnTo>
                <a:lnTo>
                  <a:pt x="7485" y="73015"/>
                </a:lnTo>
                <a:lnTo>
                  <a:pt x="8373" y="47703"/>
                </a:lnTo>
                <a:lnTo>
                  <a:pt x="8742" y="47043"/>
                </a:lnTo>
                <a:lnTo>
                  <a:pt x="8750" y="43125"/>
                </a:lnTo>
                <a:lnTo>
                  <a:pt x="9049" y="85514"/>
                </a:lnTo>
                <a:lnTo>
                  <a:pt x="9963" y="115287"/>
                </a:lnTo>
                <a:lnTo>
                  <a:pt x="10147" y="105168"/>
                </a:lnTo>
                <a:lnTo>
                  <a:pt x="10218" y="68163"/>
                </a:lnTo>
                <a:lnTo>
                  <a:pt x="10569" y="117559"/>
                </a:lnTo>
                <a:lnTo>
                  <a:pt x="11395" y="74564"/>
                </a:lnTo>
                <a:lnTo>
                  <a:pt x="11905" y="97812"/>
                </a:lnTo>
                <a:lnTo>
                  <a:pt x="12291" y="94109"/>
                </a:lnTo>
                <a:lnTo>
                  <a:pt x="12625" y="134072"/>
                </a:lnTo>
                <a:lnTo>
                  <a:pt x="13381" y="85299"/>
                </a:lnTo>
                <a:lnTo>
                  <a:pt x="13583" y="107265"/>
                </a:lnTo>
                <a:lnTo>
                  <a:pt x="13627" y="137015"/>
                </a:lnTo>
                <a:lnTo>
                  <a:pt x="14198" y="95851"/>
                </a:lnTo>
                <a:lnTo>
                  <a:pt x="14453" y="99539"/>
                </a:lnTo>
                <a:lnTo>
                  <a:pt x="15173" y="100889"/>
                </a:lnTo>
                <a:lnTo>
                  <a:pt x="15296" y="84921"/>
                </a:lnTo>
                <a:lnTo>
                  <a:pt x="15402" y="116152"/>
                </a:lnTo>
                <a:lnTo>
                  <a:pt x="16553" y="103963"/>
                </a:lnTo>
                <a:lnTo>
                  <a:pt x="16570" y="153959"/>
                </a:lnTo>
                <a:lnTo>
                  <a:pt x="17246" y="112163"/>
                </a:lnTo>
                <a:lnTo>
                  <a:pt x="17756" y="110812"/>
                </a:lnTo>
                <a:lnTo>
                  <a:pt x="19329" y="78390"/>
                </a:lnTo>
                <a:lnTo>
                  <a:pt x="19927" y="85599"/>
                </a:lnTo>
                <a:lnTo>
                  <a:pt x="21218" y="11469"/>
                </a:lnTo>
                <a:lnTo>
                  <a:pt x="22017" y="49557"/>
                </a:lnTo>
                <a:lnTo>
                  <a:pt x="22105" y="40942"/>
                </a:lnTo>
                <a:lnTo>
                  <a:pt x="22290" y="23328"/>
                </a:lnTo>
                <a:lnTo>
                  <a:pt x="22395" y="63328"/>
                </a:lnTo>
                <a:lnTo>
                  <a:pt x="22457" y="41281"/>
                </a:lnTo>
                <a:lnTo>
                  <a:pt x="23203" y="69866"/>
                </a:lnTo>
                <a:lnTo>
                  <a:pt x="23248" y="38368"/>
                </a:lnTo>
                <a:lnTo>
                  <a:pt x="23731" y="25059"/>
                </a:lnTo>
                <a:lnTo>
                  <a:pt x="24178" y="27808"/>
                </a:lnTo>
                <a:lnTo>
                  <a:pt x="24855" y="26400"/>
                </a:lnTo>
                <a:lnTo>
                  <a:pt x="25734" y="61488"/>
                </a:lnTo>
                <a:lnTo>
                  <a:pt x="26542" y="112686"/>
                </a:lnTo>
                <a:lnTo>
                  <a:pt x="27096" y="133880"/>
                </a:lnTo>
                <a:lnTo>
                  <a:pt x="27210" y="124843"/>
                </a:lnTo>
                <a:lnTo>
                  <a:pt x="28870" y="85194"/>
                </a:lnTo>
                <a:lnTo>
                  <a:pt x="29107" y="40198"/>
                </a:lnTo>
                <a:lnTo>
                  <a:pt x="29819" y="53944"/>
                </a:lnTo>
                <a:lnTo>
                  <a:pt x="30487" y="110826"/>
                </a:lnTo>
                <a:lnTo>
                  <a:pt x="30645" y="102555"/>
                </a:lnTo>
                <a:lnTo>
                  <a:pt x="31849" y="65974"/>
                </a:lnTo>
                <a:lnTo>
                  <a:pt x="32455" y="68014"/>
                </a:lnTo>
                <a:lnTo>
                  <a:pt x="34107" y="89017"/>
                </a:lnTo>
                <a:lnTo>
                  <a:pt x="34204" y="112685"/>
                </a:lnTo>
                <a:lnTo>
                  <a:pt x="34924" y="81274"/>
                </a:lnTo>
                <a:lnTo>
                  <a:pt x="35187" y="94195"/>
                </a:lnTo>
                <a:lnTo>
                  <a:pt x="37208" y="28914"/>
                </a:lnTo>
                <a:lnTo>
                  <a:pt x="38034" y="52607"/>
                </a:lnTo>
                <a:lnTo>
                  <a:pt x="38368" y="28677"/>
                </a:lnTo>
                <a:lnTo>
                  <a:pt x="38605" y="41706"/>
                </a:lnTo>
                <a:lnTo>
                  <a:pt x="39326" y="111743"/>
                </a:lnTo>
                <a:lnTo>
                  <a:pt x="39536" y="81975"/>
                </a:lnTo>
                <a:lnTo>
                  <a:pt x="39967" y="108163"/>
                </a:lnTo>
                <a:lnTo>
                  <a:pt x="40318" y="58009"/>
                </a:lnTo>
                <a:lnTo>
                  <a:pt x="40880" y="78897"/>
                </a:lnTo>
                <a:lnTo>
                  <a:pt x="40924" y="68122"/>
                </a:lnTo>
                <a:lnTo>
                  <a:pt x="42093" y="29631"/>
                </a:lnTo>
                <a:lnTo>
                  <a:pt x="42647" y="92694"/>
                </a:lnTo>
                <a:lnTo>
                  <a:pt x="43007" y="88178"/>
                </a:lnTo>
                <a:lnTo>
                  <a:pt x="43762" y="80326"/>
                </a:lnTo>
                <a:lnTo>
                  <a:pt x="43929" y="136406"/>
                </a:lnTo>
                <a:lnTo>
                  <a:pt x="44483" y="29341"/>
                </a:lnTo>
                <a:lnTo>
                  <a:pt x="45405" y="70340"/>
                </a:lnTo>
                <a:lnTo>
                  <a:pt x="45590" y="42581"/>
                </a:lnTo>
                <a:lnTo>
                  <a:pt x="45854" y="35665"/>
                </a:lnTo>
                <a:lnTo>
                  <a:pt x="46917" y="69616"/>
                </a:lnTo>
                <a:lnTo>
                  <a:pt x="46627" y="31269"/>
                </a:lnTo>
                <a:lnTo>
                  <a:pt x="47136" y="56968"/>
                </a:lnTo>
                <a:lnTo>
                  <a:pt x="47347" y="52578"/>
                </a:lnTo>
                <a:lnTo>
                  <a:pt x="47979" y="78900"/>
                </a:lnTo>
                <a:lnTo>
                  <a:pt x="48340" y="77538"/>
                </a:lnTo>
                <a:lnTo>
                  <a:pt x="48911" y="70910"/>
                </a:lnTo>
                <a:lnTo>
                  <a:pt x="49543" y="78160"/>
                </a:lnTo>
                <a:lnTo>
                  <a:pt x="50598" y="65496"/>
                </a:lnTo>
                <a:lnTo>
                  <a:pt x="50730" y="80043"/>
                </a:lnTo>
                <a:lnTo>
                  <a:pt x="50958" y="56711"/>
                </a:lnTo>
                <a:lnTo>
                  <a:pt x="51635" y="47004"/>
                </a:lnTo>
                <a:lnTo>
                  <a:pt x="52513" y="104205"/>
                </a:lnTo>
                <a:lnTo>
                  <a:pt x="52856" y="65053"/>
                </a:lnTo>
                <a:lnTo>
                  <a:pt x="53489" y="80767"/>
                </a:lnTo>
                <a:lnTo>
                  <a:pt x="53743" y="76871"/>
                </a:lnTo>
                <a:lnTo>
                  <a:pt x="54824" y="22150"/>
                </a:lnTo>
                <a:lnTo>
                  <a:pt x="55808" y="53148"/>
                </a:lnTo>
                <a:lnTo>
                  <a:pt x="57152" y="48029"/>
                </a:lnTo>
                <a:lnTo>
                  <a:pt x="57442" y="39747"/>
                </a:lnTo>
                <a:lnTo>
                  <a:pt x="57539" y="57306"/>
                </a:lnTo>
                <a:lnTo>
                  <a:pt x="57811" y="53287"/>
                </a:lnTo>
                <a:lnTo>
                  <a:pt x="57864" y="48522"/>
                </a:lnTo>
                <a:lnTo>
                  <a:pt x="58654" y="82886"/>
                </a:lnTo>
                <a:lnTo>
                  <a:pt x="59445" y="81386"/>
                </a:lnTo>
                <a:lnTo>
                  <a:pt x="59542" y="74811"/>
                </a:lnTo>
                <a:lnTo>
                  <a:pt x="59692" y="106684"/>
                </a:lnTo>
                <a:lnTo>
                  <a:pt x="59849" y="122061"/>
                </a:lnTo>
                <a:lnTo>
                  <a:pt x="60245" y="80028"/>
                </a:lnTo>
                <a:lnTo>
                  <a:pt x="60262" y="81637"/>
                </a:lnTo>
                <a:lnTo>
                  <a:pt x="60974" y="62133"/>
                </a:lnTo>
                <a:lnTo>
                  <a:pt x="62099" y="104142"/>
                </a:lnTo>
                <a:lnTo>
                  <a:pt x="62968" y="57173"/>
                </a:lnTo>
                <a:lnTo>
                  <a:pt x="63645" y="47569"/>
                </a:lnTo>
                <a:lnTo>
                  <a:pt x="64331" y="118828"/>
                </a:lnTo>
                <a:lnTo>
                  <a:pt x="64673" y="109343"/>
                </a:lnTo>
                <a:lnTo>
                  <a:pt x="66158" y="150553"/>
                </a:lnTo>
                <a:lnTo>
                  <a:pt x="66237" y="139005"/>
                </a:lnTo>
                <a:lnTo>
                  <a:pt x="67203" y="151562"/>
                </a:lnTo>
                <a:lnTo>
                  <a:pt x="67510" y="117674"/>
                </a:lnTo>
                <a:lnTo>
                  <a:pt x="67756" y="125072"/>
                </a:lnTo>
                <a:lnTo>
                  <a:pt x="68258" y="153860"/>
                </a:lnTo>
                <a:lnTo>
                  <a:pt x="68486" y="152097"/>
                </a:lnTo>
                <a:lnTo>
                  <a:pt x="68785" y="125287"/>
                </a:lnTo>
                <a:lnTo>
                  <a:pt x="69602" y="12900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A2B67-C1A9-4E86-85D2-C396ADF9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104" y="3962004"/>
            <a:ext cx="71948" cy="212562"/>
          </a:xfrm>
          <a:custGeom xmlns:a="http://schemas.openxmlformats.org/drawingml/2006/main">
            <a:pathLst>
              <a:path w="71948" h="212562" fill="none">
                <a:moveTo>
                  <a:pt x="0" y="110697"/>
                </a:moveTo>
                <a:lnTo>
                  <a:pt x="79" y="118803"/>
                </a:lnTo>
                <a:lnTo>
                  <a:pt x="729" y="94802"/>
                </a:lnTo>
                <a:lnTo>
                  <a:pt x="1388" y="155959"/>
                </a:lnTo>
                <a:lnTo>
                  <a:pt x="1722" y="125511"/>
                </a:lnTo>
                <a:lnTo>
                  <a:pt x="2803" y="86180"/>
                </a:lnTo>
                <a:lnTo>
                  <a:pt x="3400" y="91158"/>
                </a:lnTo>
                <a:lnTo>
                  <a:pt x="3646" y="85621"/>
                </a:lnTo>
                <a:lnTo>
                  <a:pt x="3901" y="73780"/>
                </a:lnTo>
                <a:lnTo>
                  <a:pt x="4050" y="108638"/>
                </a:lnTo>
                <a:lnTo>
                  <a:pt x="4261" y="122702"/>
                </a:lnTo>
                <a:lnTo>
                  <a:pt x="4603" y="103443"/>
                </a:lnTo>
                <a:lnTo>
                  <a:pt x="6343" y="60512"/>
                </a:lnTo>
                <a:lnTo>
                  <a:pt x="7538" y="70759"/>
                </a:lnTo>
                <a:lnTo>
                  <a:pt x="7828" y="89834"/>
                </a:lnTo>
                <a:lnTo>
                  <a:pt x="8197" y="73834"/>
                </a:lnTo>
                <a:lnTo>
                  <a:pt x="8584" y="77547"/>
                </a:lnTo>
                <a:lnTo>
                  <a:pt x="8918" y="48847"/>
                </a:lnTo>
                <a:lnTo>
                  <a:pt x="9348" y="74880"/>
                </a:lnTo>
                <a:lnTo>
                  <a:pt x="9479" y="45778"/>
                </a:lnTo>
                <a:lnTo>
                  <a:pt x="9875" y="66915"/>
                </a:lnTo>
                <a:lnTo>
                  <a:pt x="10526" y="12624"/>
                </a:lnTo>
                <a:lnTo>
                  <a:pt x="10780" y="37083"/>
                </a:lnTo>
                <a:lnTo>
                  <a:pt x="10842" y="32064"/>
                </a:lnTo>
                <a:lnTo>
                  <a:pt x="11114" y="46282"/>
                </a:lnTo>
                <a:lnTo>
                  <a:pt x="11694" y="44149"/>
                </a:lnTo>
                <a:lnTo>
                  <a:pt x="13179" y="78325"/>
                </a:lnTo>
                <a:lnTo>
                  <a:pt x="13864" y="37104"/>
                </a:lnTo>
                <a:lnTo>
                  <a:pt x="14154" y="55625"/>
                </a:lnTo>
                <a:lnTo>
                  <a:pt x="14637" y="57498"/>
                </a:lnTo>
                <a:lnTo>
                  <a:pt x="15243" y="17686"/>
                </a:lnTo>
                <a:lnTo>
                  <a:pt x="14980" y="67069"/>
                </a:lnTo>
                <a:lnTo>
                  <a:pt x="15665" y="29015"/>
                </a:lnTo>
                <a:lnTo>
                  <a:pt x="15735" y="39318"/>
                </a:lnTo>
                <a:lnTo>
                  <a:pt x="16421" y="31699"/>
                </a:lnTo>
                <a:lnTo>
                  <a:pt x="16587" y="21730"/>
                </a:lnTo>
                <a:lnTo>
                  <a:pt x="16807" y="28013"/>
                </a:lnTo>
                <a:lnTo>
                  <a:pt x="17994" y="82507"/>
                </a:lnTo>
                <a:lnTo>
                  <a:pt x="18573" y="25092"/>
                </a:lnTo>
                <a:lnTo>
                  <a:pt x="18977" y="48901"/>
                </a:lnTo>
                <a:lnTo>
                  <a:pt x="19496" y="29130"/>
                </a:lnTo>
                <a:lnTo>
                  <a:pt x="19548" y="38740"/>
                </a:lnTo>
                <a:lnTo>
                  <a:pt x="20041" y="98888"/>
                </a:lnTo>
                <a:lnTo>
                  <a:pt x="20234" y="90677"/>
                </a:lnTo>
                <a:lnTo>
                  <a:pt x="21218" y="75301"/>
                </a:lnTo>
                <a:lnTo>
                  <a:pt x="21982" y="98810"/>
                </a:lnTo>
                <a:lnTo>
                  <a:pt x="22026" y="84740"/>
                </a:lnTo>
                <a:lnTo>
                  <a:pt x="22351" y="84782"/>
                </a:lnTo>
                <a:lnTo>
                  <a:pt x="23538" y="43131"/>
                </a:lnTo>
                <a:lnTo>
                  <a:pt x="23590" y="50746"/>
                </a:lnTo>
                <a:lnTo>
                  <a:pt x="24662" y="107571"/>
                </a:lnTo>
                <a:lnTo>
                  <a:pt x="25250" y="105147"/>
                </a:lnTo>
                <a:lnTo>
                  <a:pt x="25945" y="141892"/>
                </a:lnTo>
                <a:lnTo>
                  <a:pt x="26498" y="125818"/>
                </a:lnTo>
                <a:lnTo>
                  <a:pt x="27306" y="92342"/>
                </a:lnTo>
                <a:lnTo>
                  <a:pt x="27658" y="131491"/>
                </a:lnTo>
                <a:lnTo>
                  <a:pt x="28466" y="129466"/>
                </a:lnTo>
                <a:lnTo>
                  <a:pt x="29319" y="77668"/>
                </a:lnTo>
                <a:lnTo>
                  <a:pt x="29573" y="94776"/>
                </a:lnTo>
                <a:lnTo>
                  <a:pt x="31752" y="122221"/>
                </a:lnTo>
                <a:lnTo>
                  <a:pt x="31769" y="98937"/>
                </a:lnTo>
                <a:lnTo>
                  <a:pt x="32499" y="155191"/>
                </a:lnTo>
                <a:lnTo>
                  <a:pt x="32824" y="200993"/>
                </a:lnTo>
                <a:lnTo>
                  <a:pt x="33360" y="153122"/>
                </a:lnTo>
                <a:lnTo>
                  <a:pt x="33632" y="168831"/>
                </a:lnTo>
                <a:lnTo>
                  <a:pt x="34283" y="139552"/>
                </a:lnTo>
                <a:lnTo>
                  <a:pt x="34897" y="158337"/>
                </a:lnTo>
                <a:lnTo>
                  <a:pt x="34942" y="144819"/>
                </a:lnTo>
                <a:lnTo>
                  <a:pt x="35504" y="76827"/>
                </a:lnTo>
                <a:lnTo>
                  <a:pt x="36338" y="99169"/>
                </a:lnTo>
                <a:lnTo>
                  <a:pt x="39185" y="0"/>
                </a:lnTo>
                <a:lnTo>
                  <a:pt x="39405" y="7947"/>
                </a:lnTo>
                <a:lnTo>
                  <a:pt x="39729" y="77822"/>
                </a:lnTo>
                <a:lnTo>
                  <a:pt x="39852" y="69901"/>
                </a:lnTo>
                <a:lnTo>
                  <a:pt x="41022" y="87963"/>
                </a:lnTo>
                <a:lnTo>
                  <a:pt x="41047" y="102958"/>
                </a:lnTo>
                <a:lnTo>
                  <a:pt x="41970" y="91470"/>
                </a:lnTo>
                <a:lnTo>
                  <a:pt x="42884" y="159981"/>
                </a:lnTo>
                <a:lnTo>
                  <a:pt x="44404" y="99136"/>
                </a:lnTo>
                <a:lnTo>
                  <a:pt x="44799" y="114234"/>
                </a:lnTo>
                <a:lnTo>
                  <a:pt x="45555" y="131372"/>
                </a:lnTo>
                <a:lnTo>
                  <a:pt x="45792" y="126711"/>
                </a:lnTo>
                <a:lnTo>
                  <a:pt x="47462" y="80635"/>
                </a:lnTo>
                <a:lnTo>
                  <a:pt x="47532" y="104189"/>
                </a:lnTo>
                <a:lnTo>
                  <a:pt x="48015" y="113427"/>
                </a:lnTo>
                <a:lnTo>
                  <a:pt x="48024" y="102630"/>
                </a:lnTo>
                <a:lnTo>
                  <a:pt x="48490" y="68029"/>
                </a:lnTo>
                <a:lnTo>
                  <a:pt x="48691" y="114032"/>
                </a:lnTo>
                <a:lnTo>
                  <a:pt x="49719" y="79317"/>
                </a:lnTo>
                <a:lnTo>
                  <a:pt x="49939" y="101735"/>
                </a:lnTo>
                <a:lnTo>
                  <a:pt x="50220" y="111900"/>
                </a:lnTo>
                <a:lnTo>
                  <a:pt x="50589" y="82529"/>
                </a:lnTo>
                <a:lnTo>
                  <a:pt x="51011" y="84518"/>
                </a:lnTo>
                <a:lnTo>
                  <a:pt x="51397" y="107557"/>
                </a:lnTo>
                <a:lnTo>
                  <a:pt x="51854" y="89609"/>
                </a:lnTo>
                <a:lnTo>
                  <a:pt x="53919" y="179447"/>
                </a:lnTo>
                <a:lnTo>
                  <a:pt x="54464" y="161595"/>
                </a:lnTo>
                <a:lnTo>
                  <a:pt x="54912" y="97029"/>
                </a:lnTo>
                <a:lnTo>
                  <a:pt x="54947" y="109522"/>
                </a:lnTo>
                <a:lnTo>
                  <a:pt x="55536" y="112870"/>
                </a:lnTo>
                <a:lnTo>
                  <a:pt x="56432" y="135487"/>
                </a:lnTo>
                <a:lnTo>
                  <a:pt x="56098" y="111487"/>
                </a:lnTo>
                <a:lnTo>
                  <a:pt x="56441" y="135123"/>
                </a:lnTo>
                <a:lnTo>
                  <a:pt x="56573" y="128905"/>
                </a:lnTo>
                <a:lnTo>
                  <a:pt x="57090" y="129306"/>
                </a:lnTo>
                <a:lnTo>
                  <a:pt x="58084" y="148377"/>
                </a:lnTo>
                <a:lnTo>
                  <a:pt x="58207" y="172358"/>
                </a:lnTo>
                <a:lnTo>
                  <a:pt x="59305" y="181170"/>
                </a:lnTo>
                <a:lnTo>
                  <a:pt x="59498" y="212562"/>
                </a:lnTo>
                <a:lnTo>
                  <a:pt x="60113" y="149271"/>
                </a:lnTo>
                <a:lnTo>
                  <a:pt x="60359" y="135483"/>
                </a:lnTo>
                <a:lnTo>
                  <a:pt x="60631" y="148095"/>
                </a:lnTo>
                <a:lnTo>
                  <a:pt x="61862" y="192898"/>
                </a:lnTo>
                <a:lnTo>
                  <a:pt x="63346" y="163278"/>
                </a:lnTo>
                <a:lnTo>
                  <a:pt x="64225" y="187959"/>
                </a:lnTo>
                <a:lnTo>
                  <a:pt x="64515" y="181519"/>
                </a:lnTo>
                <a:lnTo>
                  <a:pt x="64857" y="176352"/>
                </a:lnTo>
                <a:lnTo>
                  <a:pt x="64954" y="190565"/>
                </a:lnTo>
                <a:lnTo>
                  <a:pt x="65200" y="159904"/>
                </a:lnTo>
                <a:lnTo>
                  <a:pt x="65613" y="161149"/>
                </a:lnTo>
                <a:lnTo>
                  <a:pt x="66281" y="147661"/>
                </a:lnTo>
                <a:lnTo>
                  <a:pt x="67089" y="193393"/>
                </a:lnTo>
                <a:lnTo>
                  <a:pt x="67265" y="181647"/>
                </a:lnTo>
                <a:lnTo>
                  <a:pt x="69927" y="99239"/>
                </a:lnTo>
                <a:lnTo>
                  <a:pt x="70884" y="173205"/>
                </a:lnTo>
                <a:lnTo>
                  <a:pt x="71113" y="168708"/>
                </a:lnTo>
                <a:lnTo>
                  <a:pt x="71473" y="167209"/>
                </a:lnTo>
                <a:lnTo>
                  <a:pt x="71948" y="1428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08C30-83FD-41CC-8FFC-5FFB4CE5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051" y="4009243"/>
            <a:ext cx="69066" cy="230141"/>
          </a:xfrm>
          <a:custGeom xmlns:a="http://schemas.openxmlformats.org/drawingml/2006/main">
            <a:pathLst>
              <a:path w="69066" h="230141" fill="none">
                <a:moveTo>
                  <a:pt x="0" y="95611"/>
                </a:moveTo>
                <a:lnTo>
                  <a:pt x="272" y="43394"/>
                </a:lnTo>
                <a:lnTo>
                  <a:pt x="879" y="72292"/>
                </a:lnTo>
                <a:lnTo>
                  <a:pt x="1915" y="111794"/>
                </a:lnTo>
                <a:lnTo>
                  <a:pt x="2231" y="163674"/>
                </a:lnTo>
                <a:lnTo>
                  <a:pt x="2785" y="110182"/>
                </a:lnTo>
                <a:lnTo>
                  <a:pt x="2873" y="107197"/>
                </a:lnTo>
                <a:lnTo>
                  <a:pt x="3637" y="60661"/>
                </a:lnTo>
                <a:lnTo>
                  <a:pt x="4033" y="54938"/>
                </a:lnTo>
                <a:lnTo>
                  <a:pt x="4524" y="36995"/>
                </a:lnTo>
                <a:lnTo>
                  <a:pt x="4779" y="82598"/>
                </a:lnTo>
                <a:lnTo>
                  <a:pt x="6800" y="11976"/>
                </a:lnTo>
                <a:lnTo>
                  <a:pt x="6853" y="23939"/>
                </a:lnTo>
                <a:lnTo>
                  <a:pt x="7002" y="32742"/>
                </a:lnTo>
                <a:lnTo>
                  <a:pt x="7134" y="17225"/>
                </a:lnTo>
                <a:lnTo>
                  <a:pt x="7389" y="19131"/>
                </a:lnTo>
                <a:lnTo>
                  <a:pt x="7529" y="0"/>
                </a:lnTo>
                <a:lnTo>
                  <a:pt x="7688" y="40127"/>
                </a:lnTo>
                <a:lnTo>
                  <a:pt x="8373" y="56268"/>
                </a:lnTo>
                <a:lnTo>
                  <a:pt x="8892" y="41124"/>
                </a:lnTo>
                <a:lnTo>
                  <a:pt x="9550" y="105899"/>
                </a:lnTo>
                <a:lnTo>
                  <a:pt x="9963" y="94790"/>
                </a:lnTo>
                <a:lnTo>
                  <a:pt x="11431" y="35988"/>
                </a:lnTo>
                <a:lnTo>
                  <a:pt x="12265" y="135033"/>
                </a:lnTo>
                <a:lnTo>
                  <a:pt x="12783" y="125130"/>
                </a:lnTo>
                <a:lnTo>
                  <a:pt x="12827" y="141686"/>
                </a:lnTo>
                <a:lnTo>
                  <a:pt x="13266" y="169028"/>
                </a:lnTo>
                <a:lnTo>
                  <a:pt x="13311" y="189828"/>
                </a:lnTo>
                <a:lnTo>
                  <a:pt x="13565" y="141753"/>
                </a:lnTo>
                <a:lnTo>
                  <a:pt x="13706" y="163579"/>
                </a:lnTo>
                <a:lnTo>
                  <a:pt x="14224" y="166334"/>
                </a:lnTo>
                <a:lnTo>
                  <a:pt x="15639" y="82905"/>
                </a:lnTo>
                <a:lnTo>
                  <a:pt x="17290" y="167481"/>
                </a:lnTo>
                <a:lnTo>
                  <a:pt x="16166" y="73459"/>
                </a:lnTo>
                <a:lnTo>
                  <a:pt x="17615" y="150669"/>
                </a:lnTo>
                <a:lnTo>
                  <a:pt x="18081" y="88324"/>
                </a:lnTo>
                <a:lnTo>
                  <a:pt x="18477" y="133591"/>
                </a:lnTo>
                <a:lnTo>
                  <a:pt x="19891" y="59617"/>
                </a:lnTo>
                <a:lnTo>
                  <a:pt x="20304" y="77015"/>
                </a:lnTo>
                <a:lnTo>
                  <a:pt x="21288" y="120843"/>
                </a:lnTo>
                <a:lnTo>
                  <a:pt x="21402" y="125961"/>
                </a:lnTo>
                <a:lnTo>
                  <a:pt x="22131" y="67514"/>
                </a:lnTo>
                <a:lnTo>
                  <a:pt x="22220" y="81890"/>
                </a:lnTo>
                <a:lnTo>
                  <a:pt x="23221" y="100459"/>
                </a:lnTo>
                <a:lnTo>
                  <a:pt x="23379" y="65410"/>
                </a:lnTo>
                <a:lnTo>
                  <a:pt x="23854" y="121882"/>
                </a:lnTo>
                <a:lnTo>
                  <a:pt x="24407" y="108419"/>
                </a:lnTo>
                <a:lnTo>
                  <a:pt x="25005" y="152114"/>
                </a:lnTo>
                <a:lnTo>
                  <a:pt x="25233" y="103679"/>
                </a:lnTo>
                <a:lnTo>
                  <a:pt x="25681" y="156435"/>
                </a:lnTo>
                <a:lnTo>
                  <a:pt x="25734" y="141464"/>
                </a:lnTo>
                <a:lnTo>
                  <a:pt x="26120" y="130458"/>
                </a:lnTo>
                <a:lnTo>
                  <a:pt x="26832" y="140346"/>
                </a:lnTo>
                <a:lnTo>
                  <a:pt x="27789" y="82107"/>
                </a:lnTo>
                <a:lnTo>
                  <a:pt x="28423" y="152337"/>
                </a:lnTo>
                <a:lnTo>
                  <a:pt x="28826" y="142905"/>
                </a:lnTo>
                <a:lnTo>
                  <a:pt x="29090" y="145209"/>
                </a:lnTo>
                <a:lnTo>
                  <a:pt x="30425" y="97451"/>
                </a:lnTo>
                <a:lnTo>
                  <a:pt x="30830" y="74422"/>
                </a:lnTo>
                <a:lnTo>
                  <a:pt x="31032" y="78552"/>
                </a:lnTo>
                <a:lnTo>
                  <a:pt x="31778" y="74512"/>
                </a:lnTo>
                <a:lnTo>
                  <a:pt x="32297" y="121197"/>
                </a:lnTo>
                <a:lnTo>
                  <a:pt x="32903" y="112623"/>
                </a:lnTo>
                <a:lnTo>
                  <a:pt x="33966" y="76082"/>
                </a:lnTo>
                <a:lnTo>
                  <a:pt x="34151" y="89603"/>
                </a:lnTo>
                <a:lnTo>
                  <a:pt x="34414" y="89230"/>
                </a:lnTo>
                <a:lnTo>
                  <a:pt x="35223" y="110277"/>
                </a:lnTo>
                <a:lnTo>
                  <a:pt x="36453" y="84432"/>
                </a:lnTo>
                <a:lnTo>
                  <a:pt x="37322" y="111074"/>
                </a:lnTo>
                <a:lnTo>
                  <a:pt x="39862" y="79777"/>
                </a:lnTo>
                <a:lnTo>
                  <a:pt x="40108" y="68922"/>
                </a:lnTo>
                <a:lnTo>
                  <a:pt x="40265" y="89605"/>
                </a:lnTo>
                <a:lnTo>
                  <a:pt x="40406" y="81136"/>
                </a:lnTo>
                <a:lnTo>
                  <a:pt x="41206" y="96425"/>
                </a:lnTo>
                <a:lnTo>
                  <a:pt x="41373" y="87340"/>
                </a:lnTo>
                <a:lnTo>
                  <a:pt x="41715" y="85488"/>
                </a:lnTo>
                <a:lnTo>
                  <a:pt x="42383" y="104737"/>
                </a:lnTo>
                <a:lnTo>
                  <a:pt x="42743" y="100509"/>
                </a:lnTo>
                <a:lnTo>
                  <a:pt x="42787" y="130192"/>
                </a:lnTo>
                <a:lnTo>
                  <a:pt x="43463" y="102161"/>
                </a:lnTo>
                <a:lnTo>
                  <a:pt x="43683" y="99093"/>
                </a:lnTo>
                <a:lnTo>
                  <a:pt x="43851" y="112368"/>
                </a:lnTo>
                <a:lnTo>
                  <a:pt x="43903" y="54622"/>
                </a:lnTo>
                <a:lnTo>
                  <a:pt x="44781" y="59665"/>
                </a:lnTo>
                <a:lnTo>
                  <a:pt x="45599" y="15183"/>
                </a:lnTo>
                <a:lnTo>
                  <a:pt x="45704" y="34338"/>
                </a:lnTo>
                <a:lnTo>
                  <a:pt x="46424" y="118618"/>
                </a:lnTo>
                <a:lnTo>
                  <a:pt x="46680" y="157184"/>
                </a:lnTo>
                <a:lnTo>
                  <a:pt x="47988" y="177388"/>
                </a:lnTo>
                <a:lnTo>
                  <a:pt x="48138" y="170136"/>
                </a:lnTo>
                <a:lnTo>
                  <a:pt x="48314" y="201657"/>
                </a:lnTo>
                <a:lnTo>
                  <a:pt x="49965" y="167167"/>
                </a:lnTo>
                <a:lnTo>
                  <a:pt x="50044" y="143758"/>
                </a:lnTo>
                <a:lnTo>
                  <a:pt x="50414" y="186640"/>
                </a:lnTo>
                <a:lnTo>
                  <a:pt x="50774" y="150162"/>
                </a:lnTo>
                <a:lnTo>
                  <a:pt x="52953" y="230141"/>
                </a:lnTo>
                <a:lnTo>
                  <a:pt x="53110" y="213540"/>
                </a:lnTo>
                <a:lnTo>
                  <a:pt x="53911" y="168504"/>
                </a:lnTo>
                <a:lnTo>
                  <a:pt x="55061" y="144673"/>
                </a:lnTo>
                <a:lnTo>
                  <a:pt x="55131" y="153110"/>
                </a:lnTo>
                <a:lnTo>
                  <a:pt x="55299" y="173550"/>
                </a:lnTo>
                <a:lnTo>
                  <a:pt x="55913" y="147836"/>
                </a:lnTo>
                <a:lnTo>
                  <a:pt x="56370" y="80919"/>
                </a:lnTo>
                <a:lnTo>
                  <a:pt x="56915" y="82835"/>
                </a:lnTo>
                <a:lnTo>
                  <a:pt x="57257" y="86319"/>
                </a:lnTo>
                <a:lnTo>
                  <a:pt x="57679" y="121967"/>
                </a:lnTo>
                <a:lnTo>
                  <a:pt x="57829" y="115049"/>
                </a:lnTo>
                <a:lnTo>
                  <a:pt x="58232" y="107255"/>
                </a:lnTo>
                <a:lnTo>
                  <a:pt x="58294" y="123332"/>
                </a:lnTo>
                <a:lnTo>
                  <a:pt x="59885" y="203960"/>
                </a:lnTo>
                <a:lnTo>
                  <a:pt x="60455" y="103203"/>
                </a:lnTo>
                <a:lnTo>
                  <a:pt x="60798" y="129770"/>
                </a:lnTo>
                <a:lnTo>
                  <a:pt x="61044" y="133104"/>
                </a:lnTo>
                <a:lnTo>
                  <a:pt x="61976" y="98230"/>
                </a:lnTo>
                <a:lnTo>
                  <a:pt x="62037" y="109253"/>
                </a:lnTo>
                <a:lnTo>
                  <a:pt x="63004" y="126775"/>
                </a:lnTo>
                <a:lnTo>
                  <a:pt x="63768" y="96477"/>
                </a:lnTo>
                <a:lnTo>
                  <a:pt x="63662" y="143844"/>
                </a:lnTo>
                <a:lnTo>
                  <a:pt x="63944" y="118477"/>
                </a:lnTo>
                <a:lnTo>
                  <a:pt x="63988" y="138016"/>
                </a:lnTo>
                <a:lnTo>
                  <a:pt x="64629" y="132444"/>
                </a:lnTo>
                <a:lnTo>
                  <a:pt x="65016" y="127172"/>
                </a:lnTo>
                <a:lnTo>
                  <a:pt x="65393" y="127793"/>
                </a:lnTo>
                <a:lnTo>
                  <a:pt x="67458" y="195170"/>
                </a:lnTo>
                <a:lnTo>
                  <a:pt x="68565" y="115397"/>
                </a:lnTo>
                <a:lnTo>
                  <a:pt x="67818" y="201022"/>
                </a:lnTo>
                <a:lnTo>
                  <a:pt x="68794" y="118845"/>
                </a:lnTo>
                <a:lnTo>
                  <a:pt x="69066" y="120683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5CCFB-78F5-4D7C-8868-A5DA392B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118" y="4071945"/>
            <a:ext cx="59621" cy="164083"/>
          </a:xfrm>
          <a:custGeom xmlns:a="http://schemas.openxmlformats.org/drawingml/2006/main">
            <a:pathLst>
              <a:path w="59621" h="164083" fill="none">
                <a:moveTo>
                  <a:pt x="0" y="57981"/>
                </a:moveTo>
                <a:lnTo>
                  <a:pt x="737" y="112502"/>
                </a:lnTo>
                <a:lnTo>
                  <a:pt x="799" y="69124"/>
                </a:lnTo>
                <a:lnTo>
                  <a:pt x="1072" y="68064"/>
                </a:lnTo>
                <a:lnTo>
                  <a:pt x="1362" y="95514"/>
                </a:lnTo>
                <a:lnTo>
                  <a:pt x="1669" y="54717"/>
                </a:lnTo>
                <a:lnTo>
                  <a:pt x="2504" y="22395"/>
                </a:lnTo>
                <a:lnTo>
                  <a:pt x="2697" y="46009"/>
                </a:lnTo>
                <a:lnTo>
                  <a:pt x="2908" y="55853"/>
                </a:lnTo>
                <a:lnTo>
                  <a:pt x="3286" y="31273"/>
                </a:lnTo>
                <a:lnTo>
                  <a:pt x="3329" y="27234"/>
                </a:lnTo>
                <a:lnTo>
                  <a:pt x="3839" y="46643"/>
                </a:lnTo>
                <a:lnTo>
                  <a:pt x="4902" y="88177"/>
                </a:lnTo>
                <a:lnTo>
                  <a:pt x="6133" y="34025"/>
                </a:lnTo>
                <a:lnTo>
                  <a:pt x="7152" y="35757"/>
                </a:lnTo>
                <a:lnTo>
                  <a:pt x="7811" y="88803"/>
                </a:lnTo>
                <a:lnTo>
                  <a:pt x="7845" y="76906"/>
                </a:lnTo>
                <a:lnTo>
                  <a:pt x="8390" y="81578"/>
                </a:lnTo>
                <a:lnTo>
                  <a:pt x="8663" y="49907"/>
                </a:lnTo>
                <a:lnTo>
                  <a:pt x="9216" y="79091"/>
                </a:lnTo>
                <a:lnTo>
                  <a:pt x="9479" y="88399"/>
                </a:lnTo>
                <a:lnTo>
                  <a:pt x="9928" y="68090"/>
                </a:lnTo>
                <a:lnTo>
                  <a:pt x="11316" y="113188"/>
                </a:lnTo>
                <a:lnTo>
                  <a:pt x="11342" y="101629"/>
                </a:lnTo>
                <a:lnTo>
                  <a:pt x="11483" y="84087"/>
                </a:lnTo>
                <a:lnTo>
                  <a:pt x="11957" y="102635"/>
                </a:lnTo>
                <a:lnTo>
                  <a:pt x="12484" y="96730"/>
                </a:lnTo>
                <a:lnTo>
                  <a:pt x="12757" y="102218"/>
                </a:lnTo>
                <a:lnTo>
                  <a:pt x="13724" y="64253"/>
                </a:lnTo>
                <a:lnTo>
                  <a:pt x="13908" y="111162"/>
                </a:lnTo>
                <a:lnTo>
                  <a:pt x="14330" y="109276"/>
                </a:lnTo>
                <a:lnTo>
                  <a:pt x="14971" y="61309"/>
                </a:lnTo>
                <a:lnTo>
                  <a:pt x="15252" y="104633"/>
                </a:lnTo>
                <a:lnTo>
                  <a:pt x="15639" y="122931"/>
                </a:lnTo>
                <a:lnTo>
                  <a:pt x="15885" y="103303"/>
                </a:lnTo>
                <a:lnTo>
                  <a:pt x="16070" y="110748"/>
                </a:lnTo>
                <a:lnTo>
                  <a:pt x="16535" y="121047"/>
                </a:lnTo>
                <a:lnTo>
                  <a:pt x="16579" y="103637"/>
                </a:lnTo>
                <a:lnTo>
                  <a:pt x="16956" y="116214"/>
                </a:lnTo>
                <a:lnTo>
                  <a:pt x="17431" y="111908"/>
                </a:lnTo>
                <a:lnTo>
                  <a:pt x="18600" y="133673"/>
                </a:lnTo>
                <a:lnTo>
                  <a:pt x="19531" y="112131"/>
                </a:lnTo>
                <a:lnTo>
                  <a:pt x="19935" y="122603"/>
                </a:lnTo>
                <a:lnTo>
                  <a:pt x="20198" y="84428"/>
                </a:lnTo>
                <a:lnTo>
                  <a:pt x="20823" y="96094"/>
                </a:lnTo>
                <a:lnTo>
                  <a:pt x="21200" y="126935"/>
                </a:lnTo>
                <a:lnTo>
                  <a:pt x="21411" y="121269"/>
                </a:lnTo>
                <a:lnTo>
                  <a:pt x="23476" y="26240"/>
                </a:lnTo>
                <a:lnTo>
                  <a:pt x="23652" y="27300"/>
                </a:lnTo>
                <a:lnTo>
                  <a:pt x="23871" y="62818"/>
                </a:lnTo>
                <a:lnTo>
                  <a:pt x="24293" y="29358"/>
                </a:lnTo>
                <a:lnTo>
                  <a:pt x="24846" y="0"/>
                </a:lnTo>
                <a:lnTo>
                  <a:pt x="24890" y="24948"/>
                </a:lnTo>
                <a:lnTo>
                  <a:pt x="25822" y="32032"/>
                </a:lnTo>
                <a:lnTo>
                  <a:pt x="25901" y="25986"/>
                </a:lnTo>
                <a:lnTo>
                  <a:pt x="26498" y="59850"/>
                </a:lnTo>
                <a:lnTo>
                  <a:pt x="27096" y="27382"/>
                </a:lnTo>
                <a:lnTo>
                  <a:pt x="27201" y="65312"/>
                </a:lnTo>
                <a:lnTo>
                  <a:pt x="27518" y="62122"/>
                </a:lnTo>
                <a:lnTo>
                  <a:pt x="28396" y="129710"/>
                </a:lnTo>
                <a:lnTo>
                  <a:pt x="28826" y="108491"/>
                </a:lnTo>
                <a:lnTo>
                  <a:pt x="29090" y="128637"/>
                </a:lnTo>
                <a:lnTo>
                  <a:pt x="29275" y="137789"/>
                </a:lnTo>
                <a:lnTo>
                  <a:pt x="29529" y="124976"/>
                </a:lnTo>
                <a:lnTo>
                  <a:pt x="29696" y="130617"/>
                </a:lnTo>
                <a:lnTo>
                  <a:pt x="30513" y="128310"/>
                </a:lnTo>
                <a:lnTo>
                  <a:pt x="31023" y="121155"/>
                </a:lnTo>
                <a:lnTo>
                  <a:pt x="31576" y="164083"/>
                </a:lnTo>
                <a:lnTo>
                  <a:pt x="32736" y="158243"/>
                </a:lnTo>
                <a:lnTo>
                  <a:pt x="32886" y="145819"/>
                </a:lnTo>
                <a:lnTo>
                  <a:pt x="33403" y="152424"/>
                </a:lnTo>
                <a:lnTo>
                  <a:pt x="34115" y="152719"/>
                </a:lnTo>
                <a:lnTo>
                  <a:pt x="34238" y="102181"/>
                </a:lnTo>
                <a:lnTo>
                  <a:pt x="34599" y="113125"/>
                </a:lnTo>
                <a:lnTo>
                  <a:pt x="35319" y="130664"/>
                </a:lnTo>
                <a:lnTo>
                  <a:pt x="35425" y="115023"/>
                </a:lnTo>
                <a:lnTo>
                  <a:pt x="35486" y="96720"/>
                </a:lnTo>
                <a:lnTo>
                  <a:pt x="35758" y="127500"/>
                </a:lnTo>
                <a:lnTo>
                  <a:pt x="35961" y="124157"/>
                </a:lnTo>
                <a:lnTo>
                  <a:pt x="37445" y="142961"/>
                </a:lnTo>
                <a:lnTo>
                  <a:pt x="37621" y="137094"/>
                </a:lnTo>
                <a:lnTo>
                  <a:pt x="39080" y="52211"/>
                </a:lnTo>
                <a:lnTo>
                  <a:pt x="39589" y="83941"/>
                </a:lnTo>
                <a:lnTo>
                  <a:pt x="40327" y="79478"/>
                </a:lnTo>
                <a:lnTo>
                  <a:pt x="40705" y="126505"/>
                </a:lnTo>
                <a:lnTo>
                  <a:pt x="41030" y="111832"/>
                </a:lnTo>
                <a:lnTo>
                  <a:pt x="41320" y="116462"/>
                </a:lnTo>
                <a:lnTo>
                  <a:pt x="41918" y="129221"/>
                </a:lnTo>
                <a:lnTo>
                  <a:pt x="42093" y="73040"/>
                </a:lnTo>
                <a:lnTo>
                  <a:pt x="42673" y="99395"/>
                </a:lnTo>
                <a:lnTo>
                  <a:pt x="43376" y="94730"/>
                </a:lnTo>
                <a:lnTo>
                  <a:pt x="43824" y="143805"/>
                </a:lnTo>
                <a:lnTo>
                  <a:pt x="44219" y="122461"/>
                </a:lnTo>
                <a:lnTo>
                  <a:pt x="44764" y="68814"/>
                </a:lnTo>
                <a:lnTo>
                  <a:pt x="45054" y="105681"/>
                </a:lnTo>
                <a:lnTo>
                  <a:pt x="45415" y="135225"/>
                </a:lnTo>
                <a:lnTo>
                  <a:pt x="45432" y="149621"/>
                </a:lnTo>
                <a:lnTo>
                  <a:pt x="45660" y="127094"/>
                </a:lnTo>
                <a:lnTo>
                  <a:pt x="46354" y="121962"/>
                </a:lnTo>
                <a:lnTo>
                  <a:pt x="46381" y="149142"/>
                </a:lnTo>
                <a:lnTo>
                  <a:pt x="46969" y="139631"/>
                </a:lnTo>
                <a:lnTo>
                  <a:pt x="48076" y="88192"/>
                </a:lnTo>
                <a:lnTo>
                  <a:pt x="48463" y="91865"/>
                </a:lnTo>
                <a:lnTo>
                  <a:pt x="48973" y="126725"/>
                </a:lnTo>
                <a:lnTo>
                  <a:pt x="49315" y="116283"/>
                </a:lnTo>
                <a:lnTo>
                  <a:pt x="50395" y="42728"/>
                </a:lnTo>
                <a:lnTo>
                  <a:pt x="50738" y="58743"/>
                </a:lnTo>
                <a:lnTo>
                  <a:pt x="51160" y="66486"/>
                </a:lnTo>
                <a:lnTo>
                  <a:pt x="51503" y="40307"/>
                </a:lnTo>
                <a:lnTo>
                  <a:pt x="51722" y="84995"/>
                </a:lnTo>
                <a:lnTo>
                  <a:pt x="52408" y="42392"/>
                </a:lnTo>
                <a:lnTo>
                  <a:pt x="53313" y="53153"/>
                </a:lnTo>
                <a:lnTo>
                  <a:pt x="53400" y="46610"/>
                </a:lnTo>
                <a:lnTo>
                  <a:pt x="53699" y="18191"/>
                </a:lnTo>
                <a:lnTo>
                  <a:pt x="54042" y="47692"/>
                </a:lnTo>
                <a:lnTo>
                  <a:pt x="54112" y="34354"/>
                </a:lnTo>
                <a:lnTo>
                  <a:pt x="55140" y="95900"/>
                </a:lnTo>
                <a:lnTo>
                  <a:pt x="55430" y="118288"/>
                </a:lnTo>
                <a:lnTo>
                  <a:pt x="55738" y="107869"/>
                </a:lnTo>
                <a:lnTo>
                  <a:pt x="56502" y="106423"/>
                </a:lnTo>
                <a:lnTo>
                  <a:pt x="56581" y="114160"/>
                </a:lnTo>
                <a:lnTo>
                  <a:pt x="56792" y="82808"/>
                </a:lnTo>
                <a:lnTo>
                  <a:pt x="57143" y="92468"/>
                </a:lnTo>
                <a:lnTo>
                  <a:pt x="57741" y="94172"/>
                </a:lnTo>
                <a:lnTo>
                  <a:pt x="57758" y="81680"/>
                </a:lnTo>
                <a:lnTo>
                  <a:pt x="58400" y="86050"/>
                </a:lnTo>
                <a:lnTo>
                  <a:pt x="59384" y="118433"/>
                </a:lnTo>
                <a:lnTo>
                  <a:pt x="59621" y="10975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59F7A-5C3D-4E77-A3AE-23BADE53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739" y="4100910"/>
            <a:ext cx="66579" cy="194667"/>
          </a:xfrm>
          <a:custGeom xmlns:a="http://schemas.openxmlformats.org/drawingml/2006/main">
            <a:pathLst>
              <a:path w="66579" h="194667" fill="none">
                <a:moveTo>
                  <a:pt x="0" y="80795"/>
                </a:moveTo>
                <a:lnTo>
                  <a:pt x="729" y="41661"/>
                </a:lnTo>
                <a:lnTo>
                  <a:pt x="413" y="88580"/>
                </a:lnTo>
                <a:lnTo>
                  <a:pt x="817" y="86936"/>
                </a:lnTo>
                <a:lnTo>
                  <a:pt x="1072" y="120763"/>
                </a:lnTo>
                <a:lnTo>
                  <a:pt x="1669" y="90717"/>
                </a:lnTo>
                <a:lnTo>
                  <a:pt x="2443" y="112478"/>
                </a:lnTo>
                <a:lnTo>
                  <a:pt x="2882" y="104997"/>
                </a:lnTo>
                <a:lnTo>
                  <a:pt x="3523" y="97313"/>
                </a:lnTo>
                <a:lnTo>
                  <a:pt x="3532" y="100314"/>
                </a:lnTo>
                <a:lnTo>
                  <a:pt x="4419" y="144118"/>
                </a:lnTo>
                <a:lnTo>
                  <a:pt x="5087" y="120092"/>
                </a:lnTo>
                <a:lnTo>
                  <a:pt x="5395" y="144442"/>
                </a:lnTo>
                <a:lnTo>
                  <a:pt x="5570" y="123342"/>
                </a:lnTo>
                <a:lnTo>
                  <a:pt x="6105" y="126957"/>
                </a:lnTo>
                <a:lnTo>
                  <a:pt x="6835" y="80635"/>
                </a:lnTo>
                <a:lnTo>
                  <a:pt x="7152" y="24369"/>
                </a:lnTo>
                <a:lnTo>
                  <a:pt x="7582" y="24709"/>
                </a:lnTo>
                <a:lnTo>
                  <a:pt x="8434" y="80767"/>
                </a:lnTo>
                <a:lnTo>
                  <a:pt x="8803" y="54899"/>
                </a:lnTo>
                <a:lnTo>
                  <a:pt x="9489" y="56207"/>
                </a:lnTo>
                <a:lnTo>
                  <a:pt x="9550" y="26446"/>
                </a:lnTo>
                <a:lnTo>
                  <a:pt x="10147" y="67710"/>
                </a:lnTo>
                <a:lnTo>
                  <a:pt x="10420" y="23898"/>
                </a:lnTo>
                <a:lnTo>
                  <a:pt x="10490" y="55496"/>
                </a:lnTo>
                <a:lnTo>
                  <a:pt x="11483" y="10672"/>
                </a:lnTo>
                <a:lnTo>
                  <a:pt x="10604" y="64903"/>
                </a:lnTo>
                <a:lnTo>
                  <a:pt x="12115" y="11962"/>
                </a:lnTo>
                <a:lnTo>
                  <a:pt x="12520" y="20437"/>
                </a:lnTo>
                <a:lnTo>
                  <a:pt x="12625" y="0"/>
                </a:lnTo>
                <a:lnTo>
                  <a:pt x="13205" y="61002"/>
                </a:lnTo>
                <a:lnTo>
                  <a:pt x="13662" y="57572"/>
                </a:lnTo>
                <a:lnTo>
                  <a:pt x="13794" y="93808"/>
                </a:lnTo>
                <a:lnTo>
                  <a:pt x="14567" y="68681"/>
                </a:lnTo>
                <a:lnTo>
                  <a:pt x="14743" y="42622"/>
                </a:lnTo>
                <a:lnTo>
                  <a:pt x="14962" y="75325"/>
                </a:lnTo>
                <a:lnTo>
                  <a:pt x="15235" y="75045"/>
                </a:lnTo>
                <a:lnTo>
                  <a:pt x="16482" y="101643"/>
                </a:lnTo>
                <a:lnTo>
                  <a:pt x="16553" y="89441"/>
                </a:lnTo>
                <a:lnTo>
                  <a:pt x="16851" y="70084"/>
                </a:lnTo>
                <a:lnTo>
                  <a:pt x="17044" y="102318"/>
                </a:lnTo>
                <a:lnTo>
                  <a:pt x="17089" y="97556"/>
                </a:lnTo>
                <a:lnTo>
                  <a:pt x="17589" y="102877"/>
                </a:lnTo>
                <a:lnTo>
                  <a:pt x="18511" y="83063"/>
                </a:lnTo>
                <a:lnTo>
                  <a:pt x="18969" y="115044"/>
                </a:lnTo>
                <a:lnTo>
                  <a:pt x="20453" y="69221"/>
                </a:lnTo>
                <a:lnTo>
                  <a:pt x="20656" y="94559"/>
                </a:lnTo>
                <a:lnTo>
                  <a:pt x="21367" y="98450"/>
                </a:lnTo>
                <a:lnTo>
                  <a:pt x="21657" y="11259"/>
                </a:lnTo>
                <a:lnTo>
                  <a:pt x="22202" y="80722"/>
                </a:lnTo>
                <a:lnTo>
                  <a:pt x="22430" y="72550"/>
                </a:lnTo>
                <a:lnTo>
                  <a:pt x="22571" y="79344"/>
                </a:lnTo>
                <a:lnTo>
                  <a:pt x="22650" y="99760"/>
                </a:lnTo>
                <a:lnTo>
                  <a:pt x="23124" y="89170"/>
                </a:lnTo>
                <a:lnTo>
                  <a:pt x="24477" y="49399"/>
                </a:lnTo>
                <a:lnTo>
                  <a:pt x="24644" y="60357"/>
                </a:lnTo>
                <a:lnTo>
                  <a:pt x="25268" y="129222"/>
                </a:lnTo>
                <a:lnTo>
                  <a:pt x="25716" y="91994"/>
                </a:lnTo>
                <a:lnTo>
                  <a:pt x="27210" y="18505"/>
                </a:lnTo>
                <a:lnTo>
                  <a:pt x="25778" y="98585"/>
                </a:lnTo>
                <a:lnTo>
                  <a:pt x="27412" y="34452"/>
                </a:lnTo>
                <a:lnTo>
                  <a:pt x="27781" y="38911"/>
                </a:lnTo>
                <a:lnTo>
                  <a:pt x="28730" y="82794"/>
                </a:lnTo>
                <a:lnTo>
                  <a:pt x="28914" y="62669"/>
                </a:lnTo>
                <a:lnTo>
                  <a:pt x="29257" y="62272"/>
                </a:lnTo>
                <a:lnTo>
                  <a:pt x="30487" y="81021"/>
                </a:lnTo>
                <a:lnTo>
                  <a:pt x="31049" y="146362"/>
                </a:lnTo>
                <a:lnTo>
                  <a:pt x="31769" y="114053"/>
                </a:lnTo>
                <a:lnTo>
                  <a:pt x="31972" y="127212"/>
                </a:lnTo>
                <a:lnTo>
                  <a:pt x="33360" y="163568"/>
                </a:lnTo>
                <a:lnTo>
                  <a:pt x="33816" y="129385"/>
                </a:lnTo>
                <a:lnTo>
                  <a:pt x="34484" y="142167"/>
                </a:lnTo>
                <a:lnTo>
                  <a:pt x="35100" y="145413"/>
                </a:lnTo>
                <a:lnTo>
                  <a:pt x="36452" y="111534"/>
                </a:lnTo>
                <a:lnTo>
                  <a:pt x="37260" y="69163"/>
                </a:lnTo>
                <a:lnTo>
                  <a:pt x="38315" y="75290"/>
                </a:lnTo>
                <a:lnTo>
                  <a:pt x="39563" y="125430"/>
                </a:lnTo>
                <a:lnTo>
                  <a:pt x="39852" y="107939"/>
                </a:lnTo>
                <a:lnTo>
                  <a:pt x="40239" y="75410"/>
                </a:lnTo>
                <a:lnTo>
                  <a:pt x="40793" y="75705"/>
                </a:lnTo>
                <a:lnTo>
                  <a:pt x="40968" y="95756"/>
                </a:lnTo>
                <a:lnTo>
                  <a:pt x="41434" y="71116"/>
                </a:lnTo>
                <a:lnTo>
                  <a:pt x="42383" y="112122"/>
                </a:lnTo>
                <a:lnTo>
                  <a:pt x="42954" y="91782"/>
                </a:lnTo>
                <a:lnTo>
                  <a:pt x="43560" y="65919"/>
                </a:lnTo>
                <a:lnTo>
                  <a:pt x="43753" y="88652"/>
                </a:lnTo>
                <a:lnTo>
                  <a:pt x="43973" y="97058"/>
                </a:lnTo>
                <a:lnTo>
                  <a:pt x="44412" y="82173"/>
                </a:lnTo>
                <a:lnTo>
                  <a:pt x="44588" y="75915"/>
                </a:lnTo>
                <a:lnTo>
                  <a:pt x="44641" y="77438"/>
                </a:lnTo>
                <a:lnTo>
                  <a:pt x="45766" y="125075"/>
                </a:lnTo>
                <a:lnTo>
                  <a:pt x="46082" y="125374"/>
                </a:lnTo>
                <a:lnTo>
                  <a:pt x="46557" y="105521"/>
                </a:lnTo>
                <a:lnTo>
                  <a:pt x="46591" y="111698"/>
                </a:lnTo>
                <a:lnTo>
                  <a:pt x="48121" y="175169"/>
                </a:lnTo>
                <a:lnTo>
                  <a:pt x="48700" y="161156"/>
                </a:lnTo>
                <a:lnTo>
                  <a:pt x="49412" y="158596"/>
                </a:lnTo>
                <a:lnTo>
                  <a:pt x="50255" y="79380"/>
                </a:lnTo>
                <a:lnTo>
                  <a:pt x="50747" y="81196"/>
                </a:lnTo>
                <a:lnTo>
                  <a:pt x="50967" y="79341"/>
                </a:lnTo>
                <a:lnTo>
                  <a:pt x="51696" y="103232"/>
                </a:lnTo>
                <a:lnTo>
                  <a:pt x="51327" y="74334"/>
                </a:lnTo>
                <a:lnTo>
                  <a:pt x="52144" y="95929"/>
                </a:lnTo>
                <a:lnTo>
                  <a:pt x="52197" y="45675"/>
                </a:lnTo>
                <a:lnTo>
                  <a:pt x="53040" y="96715"/>
                </a:lnTo>
                <a:lnTo>
                  <a:pt x="53251" y="119483"/>
                </a:lnTo>
                <a:lnTo>
                  <a:pt x="53515" y="81006"/>
                </a:lnTo>
                <a:lnTo>
                  <a:pt x="53752" y="92830"/>
                </a:lnTo>
                <a:lnTo>
                  <a:pt x="54674" y="136906"/>
                </a:lnTo>
                <a:lnTo>
                  <a:pt x="54824" y="131983"/>
                </a:lnTo>
                <a:lnTo>
                  <a:pt x="55263" y="106662"/>
                </a:lnTo>
                <a:lnTo>
                  <a:pt x="55632" y="132088"/>
                </a:lnTo>
                <a:lnTo>
                  <a:pt x="55966" y="121194"/>
                </a:lnTo>
                <a:lnTo>
                  <a:pt x="56185" y="126903"/>
                </a:lnTo>
                <a:lnTo>
                  <a:pt x="56361" y="138928"/>
                </a:lnTo>
                <a:lnTo>
                  <a:pt x="56511" y="120529"/>
                </a:lnTo>
                <a:lnTo>
                  <a:pt x="56994" y="137129"/>
                </a:lnTo>
                <a:lnTo>
                  <a:pt x="58119" y="110203"/>
                </a:lnTo>
                <a:lnTo>
                  <a:pt x="58734" y="153123"/>
                </a:lnTo>
                <a:lnTo>
                  <a:pt x="59024" y="147714"/>
                </a:lnTo>
                <a:lnTo>
                  <a:pt x="60622" y="143450"/>
                </a:lnTo>
                <a:lnTo>
                  <a:pt x="61071" y="134894"/>
                </a:lnTo>
                <a:lnTo>
                  <a:pt x="61501" y="136614"/>
                </a:lnTo>
                <a:lnTo>
                  <a:pt x="62757" y="194667"/>
                </a:lnTo>
                <a:lnTo>
                  <a:pt x="64023" y="176829"/>
                </a:lnTo>
                <a:lnTo>
                  <a:pt x="65586" y="191603"/>
                </a:lnTo>
                <a:lnTo>
                  <a:pt x="66527" y="109624"/>
                </a:lnTo>
                <a:lnTo>
                  <a:pt x="66579" y="119756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D70AA-337F-4359-A617-1CB224C0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318" y="4126895"/>
            <a:ext cx="71228" cy="221835"/>
          </a:xfrm>
          <a:custGeom xmlns:a="http://schemas.openxmlformats.org/drawingml/2006/main">
            <a:pathLst>
              <a:path w="71228" h="221835" fill="none">
                <a:moveTo>
                  <a:pt x="0" y="93770"/>
                </a:moveTo>
                <a:lnTo>
                  <a:pt x="642" y="109337"/>
                </a:lnTo>
                <a:lnTo>
                  <a:pt x="510" y="91828"/>
                </a:lnTo>
                <a:lnTo>
                  <a:pt x="993" y="100483"/>
                </a:lnTo>
                <a:lnTo>
                  <a:pt x="1353" y="96678"/>
                </a:lnTo>
                <a:lnTo>
                  <a:pt x="1433" y="109158"/>
                </a:lnTo>
                <a:lnTo>
                  <a:pt x="1705" y="80196"/>
                </a:lnTo>
                <a:lnTo>
                  <a:pt x="1925" y="94950"/>
                </a:lnTo>
                <a:lnTo>
                  <a:pt x="2732" y="38332"/>
                </a:lnTo>
                <a:lnTo>
                  <a:pt x="4955" y="58438"/>
                </a:lnTo>
                <a:lnTo>
                  <a:pt x="5210" y="17318"/>
                </a:lnTo>
                <a:lnTo>
                  <a:pt x="5905" y="37390"/>
                </a:lnTo>
                <a:lnTo>
                  <a:pt x="6273" y="45723"/>
                </a:lnTo>
                <a:lnTo>
                  <a:pt x="6818" y="44116"/>
                </a:lnTo>
                <a:lnTo>
                  <a:pt x="7354" y="4256"/>
                </a:lnTo>
                <a:lnTo>
                  <a:pt x="7494" y="40930"/>
                </a:lnTo>
                <a:lnTo>
                  <a:pt x="8057" y="27666"/>
                </a:lnTo>
                <a:lnTo>
                  <a:pt x="9094" y="32803"/>
                </a:lnTo>
                <a:lnTo>
                  <a:pt x="9243" y="55851"/>
                </a:lnTo>
                <a:lnTo>
                  <a:pt x="9955" y="28129"/>
                </a:lnTo>
                <a:lnTo>
                  <a:pt x="10974" y="26906"/>
                </a:lnTo>
                <a:lnTo>
                  <a:pt x="11176" y="0"/>
                </a:lnTo>
                <a:lnTo>
                  <a:pt x="11387" y="30249"/>
                </a:lnTo>
                <a:lnTo>
                  <a:pt x="11519" y="28284"/>
                </a:lnTo>
                <a:lnTo>
                  <a:pt x="12538" y="87710"/>
                </a:lnTo>
                <a:lnTo>
                  <a:pt x="12635" y="85578"/>
                </a:lnTo>
                <a:lnTo>
                  <a:pt x="13135" y="65109"/>
                </a:lnTo>
                <a:lnTo>
                  <a:pt x="13496" y="87439"/>
                </a:lnTo>
                <a:lnTo>
                  <a:pt x="14155" y="89538"/>
                </a:lnTo>
                <a:lnTo>
                  <a:pt x="14515" y="48245"/>
                </a:lnTo>
                <a:lnTo>
                  <a:pt x="15156" y="65431"/>
                </a:lnTo>
                <a:lnTo>
                  <a:pt x="15876" y="185546"/>
                </a:lnTo>
                <a:lnTo>
                  <a:pt x="16052" y="165172"/>
                </a:lnTo>
                <a:lnTo>
                  <a:pt x="17071" y="221835"/>
                </a:lnTo>
                <a:lnTo>
                  <a:pt x="18653" y="171672"/>
                </a:lnTo>
                <a:lnTo>
                  <a:pt x="18662" y="195198"/>
                </a:lnTo>
                <a:lnTo>
                  <a:pt x="19470" y="126263"/>
                </a:lnTo>
                <a:lnTo>
                  <a:pt x="20085" y="136585"/>
                </a:lnTo>
                <a:lnTo>
                  <a:pt x="22747" y="88754"/>
                </a:lnTo>
                <a:lnTo>
                  <a:pt x="22835" y="100586"/>
                </a:lnTo>
                <a:lnTo>
                  <a:pt x="23397" y="85285"/>
                </a:lnTo>
                <a:lnTo>
                  <a:pt x="23960" y="71231"/>
                </a:lnTo>
                <a:lnTo>
                  <a:pt x="24021" y="93558"/>
                </a:lnTo>
                <a:lnTo>
                  <a:pt x="24144" y="75858"/>
                </a:lnTo>
                <a:lnTo>
                  <a:pt x="24469" y="98182"/>
                </a:lnTo>
                <a:lnTo>
                  <a:pt x="24645" y="61393"/>
                </a:lnTo>
                <a:lnTo>
                  <a:pt x="24961" y="62886"/>
                </a:lnTo>
                <a:lnTo>
                  <a:pt x="25251" y="84030"/>
                </a:lnTo>
                <a:lnTo>
                  <a:pt x="25901" y="70165"/>
                </a:lnTo>
                <a:lnTo>
                  <a:pt x="27114" y="103415"/>
                </a:lnTo>
                <a:lnTo>
                  <a:pt x="26525" y="68308"/>
                </a:lnTo>
                <a:lnTo>
                  <a:pt x="27465" y="102044"/>
                </a:lnTo>
                <a:lnTo>
                  <a:pt x="27518" y="78081"/>
                </a:lnTo>
                <a:lnTo>
                  <a:pt x="28256" y="116738"/>
                </a:lnTo>
                <a:lnTo>
                  <a:pt x="28405" y="131414"/>
                </a:lnTo>
                <a:lnTo>
                  <a:pt x="28994" y="114021"/>
                </a:lnTo>
                <a:lnTo>
                  <a:pt x="29170" y="113428"/>
                </a:lnTo>
                <a:lnTo>
                  <a:pt x="30628" y="84839"/>
                </a:lnTo>
                <a:lnTo>
                  <a:pt x="30979" y="90407"/>
                </a:lnTo>
                <a:lnTo>
                  <a:pt x="31929" y="73301"/>
                </a:lnTo>
                <a:lnTo>
                  <a:pt x="32069" y="77264"/>
                </a:lnTo>
                <a:lnTo>
                  <a:pt x="33299" y="106285"/>
                </a:lnTo>
                <a:lnTo>
                  <a:pt x="33967" y="46770"/>
                </a:lnTo>
                <a:lnTo>
                  <a:pt x="34177" y="76767"/>
                </a:lnTo>
                <a:lnTo>
                  <a:pt x="35082" y="65704"/>
                </a:lnTo>
                <a:lnTo>
                  <a:pt x="35373" y="21352"/>
                </a:lnTo>
                <a:lnTo>
                  <a:pt x="35812" y="39569"/>
                </a:lnTo>
                <a:lnTo>
                  <a:pt x="36242" y="30646"/>
                </a:lnTo>
                <a:lnTo>
                  <a:pt x="36172" y="45918"/>
                </a:lnTo>
                <a:lnTo>
                  <a:pt x="36295" y="40038"/>
                </a:lnTo>
                <a:lnTo>
                  <a:pt x="36638" y="92532"/>
                </a:lnTo>
                <a:lnTo>
                  <a:pt x="37411" y="91533"/>
                </a:lnTo>
                <a:lnTo>
                  <a:pt x="38307" y="114755"/>
                </a:lnTo>
                <a:lnTo>
                  <a:pt x="38641" y="88872"/>
                </a:lnTo>
                <a:lnTo>
                  <a:pt x="39291" y="90126"/>
                </a:lnTo>
                <a:lnTo>
                  <a:pt x="39573" y="94515"/>
                </a:lnTo>
                <a:lnTo>
                  <a:pt x="41039" y="143391"/>
                </a:lnTo>
                <a:lnTo>
                  <a:pt x="41646" y="103754"/>
                </a:lnTo>
                <a:lnTo>
                  <a:pt x="42173" y="110539"/>
                </a:lnTo>
                <a:lnTo>
                  <a:pt x="43482" y="150600"/>
                </a:lnTo>
                <a:lnTo>
                  <a:pt x="44466" y="153779"/>
                </a:lnTo>
                <a:lnTo>
                  <a:pt x="44870" y="204576"/>
                </a:lnTo>
                <a:lnTo>
                  <a:pt x="45388" y="194280"/>
                </a:lnTo>
                <a:lnTo>
                  <a:pt x="47067" y="66762"/>
                </a:lnTo>
                <a:lnTo>
                  <a:pt x="47339" y="58030"/>
                </a:lnTo>
                <a:lnTo>
                  <a:pt x="48437" y="72813"/>
                </a:lnTo>
                <a:lnTo>
                  <a:pt x="49219" y="93711"/>
                </a:lnTo>
                <a:lnTo>
                  <a:pt x="50001" y="39510"/>
                </a:lnTo>
                <a:lnTo>
                  <a:pt x="50326" y="50489"/>
                </a:lnTo>
                <a:lnTo>
                  <a:pt x="50678" y="54237"/>
                </a:lnTo>
                <a:lnTo>
                  <a:pt x="50949" y="36145"/>
                </a:lnTo>
                <a:lnTo>
                  <a:pt x="51125" y="62892"/>
                </a:lnTo>
                <a:lnTo>
                  <a:pt x="51512" y="45000"/>
                </a:lnTo>
                <a:lnTo>
                  <a:pt x="52610" y="63548"/>
                </a:lnTo>
                <a:lnTo>
                  <a:pt x="53129" y="101133"/>
                </a:lnTo>
                <a:lnTo>
                  <a:pt x="53568" y="76057"/>
                </a:lnTo>
                <a:lnTo>
                  <a:pt x="54200" y="83771"/>
                </a:lnTo>
                <a:lnTo>
                  <a:pt x="54315" y="74136"/>
                </a:lnTo>
                <a:lnTo>
                  <a:pt x="55141" y="50661"/>
                </a:lnTo>
                <a:lnTo>
                  <a:pt x="54825" y="83138"/>
                </a:lnTo>
                <a:lnTo>
                  <a:pt x="55176" y="51758"/>
                </a:lnTo>
                <a:lnTo>
                  <a:pt x="55659" y="85741"/>
                </a:lnTo>
                <a:lnTo>
                  <a:pt x="57364" y="167446"/>
                </a:lnTo>
                <a:lnTo>
                  <a:pt x="57592" y="152903"/>
                </a:lnTo>
                <a:lnTo>
                  <a:pt x="58936" y="118370"/>
                </a:lnTo>
                <a:lnTo>
                  <a:pt x="59218" y="179065"/>
                </a:lnTo>
                <a:lnTo>
                  <a:pt x="60175" y="174076"/>
                </a:lnTo>
                <a:lnTo>
                  <a:pt x="60307" y="187077"/>
                </a:lnTo>
                <a:lnTo>
                  <a:pt x="60544" y="169902"/>
                </a:lnTo>
                <a:lnTo>
                  <a:pt x="61045" y="177235"/>
                </a:lnTo>
                <a:lnTo>
                  <a:pt x="61748" y="145512"/>
                </a:lnTo>
                <a:lnTo>
                  <a:pt x="62785" y="161225"/>
                </a:lnTo>
                <a:lnTo>
                  <a:pt x="63601" y="123015"/>
                </a:lnTo>
                <a:lnTo>
                  <a:pt x="63865" y="133086"/>
                </a:lnTo>
                <a:lnTo>
                  <a:pt x="64629" y="128409"/>
                </a:lnTo>
                <a:lnTo>
                  <a:pt x="64911" y="133889"/>
                </a:lnTo>
                <a:lnTo>
                  <a:pt x="65218" y="125363"/>
                </a:lnTo>
                <a:lnTo>
                  <a:pt x="66220" y="46015"/>
                </a:lnTo>
                <a:lnTo>
                  <a:pt x="66475" y="58347"/>
                </a:lnTo>
                <a:lnTo>
                  <a:pt x="66932" y="76245"/>
                </a:lnTo>
                <a:lnTo>
                  <a:pt x="68047" y="62881"/>
                </a:lnTo>
                <a:lnTo>
                  <a:pt x="68188" y="66662"/>
                </a:lnTo>
                <a:lnTo>
                  <a:pt x="69066" y="105741"/>
                </a:lnTo>
                <a:lnTo>
                  <a:pt x="69172" y="97001"/>
                </a:lnTo>
                <a:lnTo>
                  <a:pt x="69831" y="85585"/>
                </a:lnTo>
                <a:lnTo>
                  <a:pt x="70103" y="58893"/>
                </a:lnTo>
                <a:lnTo>
                  <a:pt x="70499" y="125637"/>
                </a:lnTo>
                <a:lnTo>
                  <a:pt x="71228" y="117355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92145-9442-4B2A-8E91-0D3C4A53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546" y="4135910"/>
            <a:ext cx="76894" cy="227848"/>
          </a:xfrm>
          <a:custGeom xmlns:a="http://schemas.openxmlformats.org/drawingml/2006/main">
            <a:pathLst>
              <a:path w="76894" h="227848" fill="none">
                <a:moveTo>
                  <a:pt x="0" y="108340"/>
                </a:moveTo>
                <a:lnTo>
                  <a:pt x="553" y="109056"/>
                </a:lnTo>
                <a:lnTo>
                  <a:pt x="852" y="115960"/>
                </a:lnTo>
                <a:lnTo>
                  <a:pt x="1467" y="169030"/>
                </a:lnTo>
                <a:lnTo>
                  <a:pt x="1590" y="119696"/>
                </a:lnTo>
                <a:lnTo>
                  <a:pt x="1924" y="111231"/>
                </a:lnTo>
                <a:lnTo>
                  <a:pt x="2196" y="115096"/>
                </a:lnTo>
                <a:lnTo>
                  <a:pt x="2873" y="141454"/>
                </a:lnTo>
                <a:lnTo>
                  <a:pt x="3189" y="121226"/>
                </a:lnTo>
                <a:lnTo>
                  <a:pt x="5262" y="38479"/>
                </a:lnTo>
                <a:lnTo>
                  <a:pt x="5395" y="76806"/>
                </a:lnTo>
                <a:lnTo>
                  <a:pt x="6176" y="75635"/>
                </a:lnTo>
                <a:lnTo>
                  <a:pt x="6809" y="98312"/>
                </a:lnTo>
                <a:lnTo>
                  <a:pt x="7248" y="60083"/>
                </a:lnTo>
                <a:lnTo>
                  <a:pt x="8479" y="130681"/>
                </a:lnTo>
                <a:lnTo>
                  <a:pt x="9023" y="117685"/>
                </a:lnTo>
                <a:lnTo>
                  <a:pt x="9199" y="126512"/>
                </a:lnTo>
                <a:lnTo>
                  <a:pt x="10367" y="187358"/>
                </a:lnTo>
                <a:lnTo>
                  <a:pt x="10683" y="197159"/>
                </a:lnTo>
                <a:lnTo>
                  <a:pt x="13346" y="44679"/>
                </a:lnTo>
                <a:lnTo>
                  <a:pt x="13512" y="61015"/>
                </a:lnTo>
                <a:lnTo>
                  <a:pt x="13715" y="87707"/>
                </a:lnTo>
                <a:lnTo>
                  <a:pt x="14268" y="68153"/>
                </a:lnTo>
                <a:lnTo>
                  <a:pt x="15542" y="110919"/>
                </a:lnTo>
                <a:lnTo>
                  <a:pt x="15577" y="107477"/>
                </a:lnTo>
                <a:lnTo>
                  <a:pt x="17291" y="175708"/>
                </a:lnTo>
                <a:lnTo>
                  <a:pt x="19153" y="112501"/>
                </a:lnTo>
                <a:lnTo>
                  <a:pt x="19610" y="117781"/>
                </a:lnTo>
                <a:lnTo>
                  <a:pt x="20251" y="51720"/>
                </a:lnTo>
                <a:lnTo>
                  <a:pt x="20410" y="59764"/>
                </a:lnTo>
                <a:lnTo>
                  <a:pt x="20884" y="55503"/>
                </a:lnTo>
                <a:lnTo>
                  <a:pt x="21218" y="39819"/>
                </a:lnTo>
                <a:lnTo>
                  <a:pt x="21508" y="61625"/>
                </a:lnTo>
                <a:lnTo>
                  <a:pt x="22184" y="77519"/>
                </a:lnTo>
                <a:lnTo>
                  <a:pt x="23256" y="138578"/>
                </a:lnTo>
                <a:lnTo>
                  <a:pt x="23291" y="114929"/>
                </a:lnTo>
                <a:lnTo>
                  <a:pt x="24144" y="44853"/>
                </a:lnTo>
                <a:lnTo>
                  <a:pt x="24873" y="7158"/>
                </a:lnTo>
                <a:lnTo>
                  <a:pt x="25734" y="55797"/>
                </a:lnTo>
                <a:lnTo>
                  <a:pt x="26717" y="53192"/>
                </a:lnTo>
                <a:lnTo>
                  <a:pt x="27649" y="0"/>
                </a:lnTo>
                <a:lnTo>
                  <a:pt x="28229" y="14478"/>
                </a:lnTo>
                <a:lnTo>
                  <a:pt x="29872" y="144451"/>
                </a:lnTo>
                <a:lnTo>
                  <a:pt x="29925" y="140541"/>
                </a:lnTo>
                <a:lnTo>
                  <a:pt x="30337" y="75586"/>
                </a:lnTo>
                <a:lnTo>
                  <a:pt x="30892" y="93453"/>
                </a:lnTo>
                <a:lnTo>
                  <a:pt x="32244" y="62914"/>
                </a:lnTo>
                <a:lnTo>
                  <a:pt x="31366" y="97262"/>
                </a:lnTo>
                <a:lnTo>
                  <a:pt x="32622" y="71789"/>
                </a:lnTo>
                <a:lnTo>
                  <a:pt x="33562" y="94748"/>
                </a:lnTo>
                <a:lnTo>
                  <a:pt x="32727" y="57745"/>
                </a:lnTo>
                <a:lnTo>
                  <a:pt x="33597" y="93000"/>
                </a:lnTo>
                <a:lnTo>
                  <a:pt x="33729" y="55272"/>
                </a:lnTo>
                <a:lnTo>
                  <a:pt x="34476" y="111175"/>
                </a:lnTo>
                <a:lnTo>
                  <a:pt x="35258" y="51178"/>
                </a:lnTo>
                <a:lnTo>
                  <a:pt x="35372" y="97905"/>
                </a:lnTo>
                <a:lnTo>
                  <a:pt x="35768" y="121183"/>
                </a:lnTo>
                <a:lnTo>
                  <a:pt x="36215" y="107887"/>
                </a:lnTo>
                <a:lnTo>
                  <a:pt x="37296" y="76321"/>
                </a:lnTo>
                <a:lnTo>
                  <a:pt x="37762" y="73920"/>
                </a:lnTo>
                <a:lnTo>
                  <a:pt x="39168" y="115150"/>
                </a:lnTo>
                <a:lnTo>
                  <a:pt x="39598" y="82398"/>
                </a:lnTo>
                <a:lnTo>
                  <a:pt x="40028" y="85845"/>
                </a:lnTo>
                <a:lnTo>
                  <a:pt x="41127" y="134068"/>
                </a:lnTo>
                <a:lnTo>
                  <a:pt x="41768" y="162077"/>
                </a:lnTo>
                <a:lnTo>
                  <a:pt x="41452" y="119757"/>
                </a:lnTo>
                <a:lnTo>
                  <a:pt x="41891" y="143856"/>
                </a:lnTo>
                <a:lnTo>
                  <a:pt x="42014" y="128735"/>
                </a:lnTo>
                <a:lnTo>
                  <a:pt x="42357" y="147166"/>
                </a:lnTo>
                <a:lnTo>
                  <a:pt x="42787" y="132169"/>
                </a:lnTo>
                <a:lnTo>
                  <a:pt x="43464" y="133946"/>
                </a:lnTo>
                <a:lnTo>
                  <a:pt x="44228" y="93052"/>
                </a:lnTo>
                <a:lnTo>
                  <a:pt x="43736" y="136282"/>
                </a:lnTo>
                <a:lnTo>
                  <a:pt x="44457" y="126073"/>
                </a:lnTo>
                <a:lnTo>
                  <a:pt x="44641" y="127908"/>
                </a:lnTo>
                <a:lnTo>
                  <a:pt x="45432" y="126110"/>
                </a:lnTo>
                <a:lnTo>
                  <a:pt x="45836" y="135044"/>
                </a:lnTo>
                <a:lnTo>
                  <a:pt x="47347" y="75940"/>
                </a:lnTo>
                <a:lnTo>
                  <a:pt x="47532" y="98499"/>
                </a:lnTo>
                <a:lnTo>
                  <a:pt x="50185" y="164293"/>
                </a:lnTo>
                <a:lnTo>
                  <a:pt x="50448" y="150319"/>
                </a:lnTo>
                <a:lnTo>
                  <a:pt x="50765" y="163116"/>
                </a:lnTo>
                <a:lnTo>
                  <a:pt x="51546" y="227848"/>
                </a:lnTo>
                <a:lnTo>
                  <a:pt x="52302" y="216407"/>
                </a:lnTo>
                <a:lnTo>
                  <a:pt x="53067" y="136429"/>
                </a:lnTo>
                <a:lnTo>
                  <a:pt x="53172" y="140150"/>
                </a:lnTo>
                <a:lnTo>
                  <a:pt x="53796" y="128051"/>
                </a:lnTo>
                <a:lnTo>
                  <a:pt x="54200" y="135562"/>
                </a:lnTo>
                <a:lnTo>
                  <a:pt x="54350" y="140637"/>
                </a:lnTo>
                <a:lnTo>
                  <a:pt x="55158" y="138547"/>
                </a:lnTo>
                <a:lnTo>
                  <a:pt x="55290" y="137765"/>
                </a:lnTo>
                <a:lnTo>
                  <a:pt x="55483" y="128166"/>
                </a:lnTo>
                <a:lnTo>
                  <a:pt x="55791" y="136346"/>
                </a:lnTo>
                <a:lnTo>
                  <a:pt x="56502" y="132817"/>
                </a:lnTo>
                <a:lnTo>
                  <a:pt x="57671" y="117867"/>
                </a:lnTo>
                <a:lnTo>
                  <a:pt x="57969" y="75349"/>
                </a:lnTo>
                <a:lnTo>
                  <a:pt x="59279" y="76814"/>
                </a:lnTo>
                <a:lnTo>
                  <a:pt x="59674" y="118879"/>
                </a:lnTo>
                <a:lnTo>
                  <a:pt x="60553" y="113947"/>
                </a:lnTo>
                <a:lnTo>
                  <a:pt x="61308" y="93918"/>
                </a:lnTo>
                <a:lnTo>
                  <a:pt x="62046" y="121608"/>
                </a:lnTo>
                <a:lnTo>
                  <a:pt x="62151" y="109516"/>
                </a:lnTo>
                <a:lnTo>
                  <a:pt x="62441" y="59471"/>
                </a:lnTo>
                <a:lnTo>
                  <a:pt x="63416" y="75601"/>
                </a:lnTo>
                <a:lnTo>
                  <a:pt x="64014" y="118421"/>
                </a:lnTo>
                <a:lnTo>
                  <a:pt x="64251" y="107439"/>
                </a:lnTo>
                <a:lnTo>
                  <a:pt x="64875" y="67976"/>
                </a:lnTo>
                <a:lnTo>
                  <a:pt x="65279" y="84017"/>
                </a:lnTo>
                <a:lnTo>
                  <a:pt x="65569" y="133135"/>
                </a:lnTo>
                <a:lnTo>
                  <a:pt x="66264" y="112444"/>
                </a:lnTo>
                <a:lnTo>
                  <a:pt x="66949" y="65703"/>
                </a:lnTo>
                <a:lnTo>
                  <a:pt x="67159" y="89505"/>
                </a:lnTo>
                <a:lnTo>
                  <a:pt x="67915" y="162460"/>
                </a:lnTo>
                <a:lnTo>
                  <a:pt x="68635" y="134367"/>
                </a:lnTo>
                <a:lnTo>
                  <a:pt x="68890" y="145382"/>
                </a:lnTo>
                <a:lnTo>
                  <a:pt x="69119" y="200067"/>
                </a:lnTo>
                <a:lnTo>
                  <a:pt x="69681" y="132025"/>
                </a:lnTo>
                <a:lnTo>
                  <a:pt x="69831" y="156314"/>
                </a:lnTo>
                <a:lnTo>
                  <a:pt x="70384" y="198043"/>
                </a:lnTo>
                <a:lnTo>
                  <a:pt x="71253" y="184762"/>
                </a:lnTo>
                <a:lnTo>
                  <a:pt x="71912" y="148654"/>
                </a:lnTo>
                <a:lnTo>
                  <a:pt x="71956" y="171092"/>
                </a:lnTo>
                <a:lnTo>
                  <a:pt x="72721" y="212403"/>
                </a:lnTo>
                <a:lnTo>
                  <a:pt x="73353" y="202888"/>
                </a:lnTo>
                <a:lnTo>
                  <a:pt x="74663" y="143914"/>
                </a:lnTo>
                <a:lnTo>
                  <a:pt x="75392" y="126859"/>
                </a:lnTo>
                <a:lnTo>
                  <a:pt x="75612" y="132168"/>
                </a:lnTo>
                <a:lnTo>
                  <a:pt x="76894" y="206178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EDD3C-F891-49F0-9BA9-523D06C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440" y="4244511"/>
            <a:ext cx="64709" cy="157278"/>
          </a:xfrm>
          <a:custGeom xmlns:a="http://schemas.openxmlformats.org/drawingml/2006/main">
            <a:pathLst>
              <a:path w="64709" h="157278" fill="none">
                <a:moveTo>
                  <a:pt x="0" y="97577"/>
                </a:moveTo>
                <a:lnTo>
                  <a:pt x="694" y="48339"/>
                </a:lnTo>
                <a:lnTo>
                  <a:pt x="1950" y="93338"/>
                </a:lnTo>
                <a:lnTo>
                  <a:pt x="2319" y="78252"/>
                </a:lnTo>
                <a:lnTo>
                  <a:pt x="2882" y="98211"/>
                </a:lnTo>
                <a:lnTo>
                  <a:pt x="4288" y="13993"/>
                </a:lnTo>
                <a:lnTo>
                  <a:pt x="4499" y="65649"/>
                </a:lnTo>
                <a:lnTo>
                  <a:pt x="5544" y="69205"/>
                </a:lnTo>
                <a:lnTo>
                  <a:pt x="6186" y="68634"/>
                </a:lnTo>
                <a:lnTo>
                  <a:pt x="6326" y="75395"/>
                </a:lnTo>
                <a:lnTo>
                  <a:pt x="7125" y="53251"/>
                </a:lnTo>
                <a:lnTo>
                  <a:pt x="7415" y="65095"/>
                </a:lnTo>
                <a:lnTo>
                  <a:pt x="7837" y="67956"/>
                </a:lnTo>
                <a:lnTo>
                  <a:pt x="8795" y="101092"/>
                </a:lnTo>
                <a:lnTo>
                  <a:pt x="8918" y="100580"/>
                </a:lnTo>
                <a:lnTo>
                  <a:pt x="9700" y="50278"/>
                </a:lnTo>
                <a:lnTo>
                  <a:pt x="10166" y="66176"/>
                </a:lnTo>
                <a:lnTo>
                  <a:pt x="11079" y="122261"/>
                </a:lnTo>
                <a:lnTo>
                  <a:pt x="11264" y="97402"/>
                </a:lnTo>
                <a:lnTo>
                  <a:pt x="12063" y="129576"/>
                </a:lnTo>
                <a:lnTo>
                  <a:pt x="12652" y="121109"/>
                </a:lnTo>
                <a:lnTo>
                  <a:pt x="13038" y="100096"/>
                </a:lnTo>
                <a:lnTo>
                  <a:pt x="13302" y="128807"/>
                </a:lnTo>
                <a:lnTo>
                  <a:pt x="13364" y="110079"/>
                </a:lnTo>
                <a:lnTo>
                  <a:pt x="13478" y="131611"/>
                </a:lnTo>
                <a:lnTo>
                  <a:pt x="13504" y="113858"/>
                </a:lnTo>
                <a:lnTo>
                  <a:pt x="14348" y="92868"/>
                </a:lnTo>
                <a:lnTo>
                  <a:pt x="14515" y="81718"/>
                </a:lnTo>
                <a:lnTo>
                  <a:pt x="14585" y="98735"/>
                </a:lnTo>
                <a:lnTo>
                  <a:pt x="15174" y="91332"/>
                </a:lnTo>
                <a:lnTo>
                  <a:pt x="17880" y="42318"/>
                </a:lnTo>
                <a:lnTo>
                  <a:pt x="18345" y="55757"/>
                </a:lnTo>
                <a:lnTo>
                  <a:pt x="18916" y="83878"/>
                </a:lnTo>
                <a:lnTo>
                  <a:pt x="19847" y="82886"/>
                </a:lnTo>
                <a:lnTo>
                  <a:pt x="20542" y="26471"/>
                </a:lnTo>
                <a:lnTo>
                  <a:pt x="20858" y="46538"/>
                </a:lnTo>
                <a:lnTo>
                  <a:pt x="21701" y="33933"/>
                </a:lnTo>
                <a:lnTo>
                  <a:pt x="22017" y="62832"/>
                </a:lnTo>
                <a:lnTo>
                  <a:pt x="22334" y="56607"/>
                </a:lnTo>
                <a:lnTo>
                  <a:pt x="22852" y="39699"/>
                </a:lnTo>
                <a:lnTo>
                  <a:pt x="23248" y="48471"/>
                </a:lnTo>
                <a:lnTo>
                  <a:pt x="24320" y="64756"/>
                </a:lnTo>
                <a:lnTo>
                  <a:pt x="24575" y="64361"/>
                </a:lnTo>
                <a:lnTo>
                  <a:pt x="24618" y="45428"/>
                </a:lnTo>
                <a:lnTo>
                  <a:pt x="24759" y="76102"/>
                </a:lnTo>
                <a:lnTo>
                  <a:pt x="25409" y="63412"/>
                </a:lnTo>
                <a:lnTo>
                  <a:pt x="25567" y="45155"/>
                </a:lnTo>
                <a:lnTo>
                  <a:pt x="25813" y="63686"/>
                </a:lnTo>
                <a:lnTo>
                  <a:pt x="26402" y="62593"/>
                </a:lnTo>
                <a:lnTo>
                  <a:pt x="26753" y="47895"/>
                </a:lnTo>
                <a:lnTo>
                  <a:pt x="27438" y="80007"/>
                </a:lnTo>
                <a:lnTo>
                  <a:pt x="27553" y="74510"/>
                </a:lnTo>
                <a:lnTo>
                  <a:pt x="27650" y="108710"/>
                </a:lnTo>
                <a:lnTo>
                  <a:pt x="27667" y="99783"/>
                </a:lnTo>
                <a:lnTo>
                  <a:pt x="27684" y="112616"/>
                </a:lnTo>
                <a:lnTo>
                  <a:pt x="28317" y="81823"/>
                </a:lnTo>
                <a:lnTo>
                  <a:pt x="28949" y="44995"/>
                </a:lnTo>
                <a:lnTo>
                  <a:pt x="29125" y="62877"/>
                </a:lnTo>
                <a:lnTo>
                  <a:pt x="30127" y="100010"/>
                </a:lnTo>
                <a:lnTo>
                  <a:pt x="30189" y="72107"/>
                </a:lnTo>
                <a:lnTo>
                  <a:pt x="30390" y="54699"/>
                </a:lnTo>
                <a:lnTo>
                  <a:pt x="30830" y="89143"/>
                </a:lnTo>
                <a:lnTo>
                  <a:pt x="30953" y="65155"/>
                </a:lnTo>
                <a:lnTo>
                  <a:pt x="31621" y="89226"/>
                </a:lnTo>
                <a:lnTo>
                  <a:pt x="32842" y="75363"/>
                </a:lnTo>
                <a:lnTo>
                  <a:pt x="32903" y="105436"/>
                </a:lnTo>
                <a:lnTo>
                  <a:pt x="33633" y="70125"/>
                </a:lnTo>
                <a:lnTo>
                  <a:pt x="34177" y="35565"/>
                </a:lnTo>
                <a:lnTo>
                  <a:pt x="34660" y="41772"/>
                </a:lnTo>
                <a:lnTo>
                  <a:pt x="35021" y="28719"/>
                </a:lnTo>
                <a:lnTo>
                  <a:pt x="35197" y="55334"/>
                </a:lnTo>
                <a:lnTo>
                  <a:pt x="35644" y="103860"/>
                </a:lnTo>
                <a:lnTo>
                  <a:pt x="36269" y="75156"/>
                </a:lnTo>
                <a:lnTo>
                  <a:pt x="36313" y="64831"/>
                </a:lnTo>
                <a:lnTo>
                  <a:pt x="37085" y="79480"/>
                </a:lnTo>
                <a:lnTo>
                  <a:pt x="37850" y="111910"/>
                </a:lnTo>
                <a:lnTo>
                  <a:pt x="37911" y="107858"/>
                </a:lnTo>
                <a:lnTo>
                  <a:pt x="38483" y="71628"/>
                </a:lnTo>
                <a:lnTo>
                  <a:pt x="38517" y="73361"/>
                </a:lnTo>
                <a:lnTo>
                  <a:pt x="38535" y="61530"/>
                </a:lnTo>
                <a:lnTo>
                  <a:pt x="38667" y="78598"/>
                </a:lnTo>
                <a:lnTo>
                  <a:pt x="39405" y="77980"/>
                </a:lnTo>
                <a:lnTo>
                  <a:pt x="39554" y="74126"/>
                </a:lnTo>
                <a:lnTo>
                  <a:pt x="40503" y="123838"/>
                </a:lnTo>
                <a:lnTo>
                  <a:pt x="40837" y="109621"/>
                </a:lnTo>
                <a:lnTo>
                  <a:pt x="41215" y="104389"/>
                </a:lnTo>
                <a:lnTo>
                  <a:pt x="41821" y="79762"/>
                </a:lnTo>
                <a:lnTo>
                  <a:pt x="41874" y="89609"/>
                </a:lnTo>
                <a:lnTo>
                  <a:pt x="44211" y="129562"/>
                </a:lnTo>
                <a:lnTo>
                  <a:pt x="44747" y="124178"/>
                </a:lnTo>
                <a:lnTo>
                  <a:pt x="47049" y="38715"/>
                </a:lnTo>
                <a:lnTo>
                  <a:pt x="48490" y="41159"/>
                </a:lnTo>
                <a:lnTo>
                  <a:pt x="49456" y="33686"/>
                </a:lnTo>
                <a:lnTo>
                  <a:pt x="50484" y="102127"/>
                </a:lnTo>
                <a:lnTo>
                  <a:pt x="50563" y="73461"/>
                </a:lnTo>
                <a:lnTo>
                  <a:pt x="50879" y="62340"/>
                </a:lnTo>
                <a:lnTo>
                  <a:pt x="50959" y="73671"/>
                </a:lnTo>
                <a:lnTo>
                  <a:pt x="51811" y="108543"/>
                </a:lnTo>
                <a:lnTo>
                  <a:pt x="51864" y="107911"/>
                </a:lnTo>
                <a:lnTo>
                  <a:pt x="52074" y="127481"/>
                </a:lnTo>
                <a:lnTo>
                  <a:pt x="52171" y="114999"/>
                </a:lnTo>
                <a:lnTo>
                  <a:pt x="53445" y="88022"/>
                </a:lnTo>
                <a:lnTo>
                  <a:pt x="53770" y="92875"/>
                </a:lnTo>
                <a:lnTo>
                  <a:pt x="54499" y="107241"/>
                </a:lnTo>
                <a:lnTo>
                  <a:pt x="54596" y="57498"/>
                </a:lnTo>
                <a:lnTo>
                  <a:pt x="55044" y="45266"/>
                </a:lnTo>
                <a:lnTo>
                  <a:pt x="55431" y="46232"/>
                </a:lnTo>
                <a:lnTo>
                  <a:pt x="55527" y="70939"/>
                </a:lnTo>
                <a:lnTo>
                  <a:pt x="56266" y="25777"/>
                </a:lnTo>
                <a:lnTo>
                  <a:pt x="56810" y="5390"/>
                </a:lnTo>
                <a:lnTo>
                  <a:pt x="57293" y="17885"/>
                </a:lnTo>
                <a:lnTo>
                  <a:pt x="57460" y="39786"/>
                </a:lnTo>
                <a:lnTo>
                  <a:pt x="58163" y="14744"/>
                </a:lnTo>
                <a:lnTo>
                  <a:pt x="58171" y="0"/>
                </a:lnTo>
                <a:lnTo>
                  <a:pt x="58813" y="63102"/>
                </a:lnTo>
                <a:lnTo>
                  <a:pt x="60412" y="157278"/>
                </a:lnTo>
                <a:lnTo>
                  <a:pt x="60632" y="152385"/>
                </a:lnTo>
                <a:lnTo>
                  <a:pt x="61537" y="100845"/>
                </a:lnTo>
                <a:lnTo>
                  <a:pt x="61835" y="102273"/>
                </a:lnTo>
                <a:lnTo>
                  <a:pt x="62081" y="101850"/>
                </a:lnTo>
                <a:lnTo>
                  <a:pt x="62442" y="106694"/>
                </a:lnTo>
                <a:lnTo>
                  <a:pt x="62450" y="123013"/>
                </a:lnTo>
                <a:lnTo>
                  <a:pt x="62670" y="103416"/>
                </a:lnTo>
                <a:lnTo>
                  <a:pt x="62687" y="118840"/>
                </a:lnTo>
                <a:lnTo>
                  <a:pt x="63426" y="109416"/>
                </a:lnTo>
                <a:lnTo>
                  <a:pt x="64094" y="111194"/>
                </a:lnTo>
                <a:lnTo>
                  <a:pt x="64656" y="56306"/>
                </a:lnTo>
                <a:lnTo>
                  <a:pt x="64709" y="95435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651C8-B1A6-40A9-9682-3D522984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148" y="4246145"/>
            <a:ext cx="63575" cy="168490"/>
          </a:xfrm>
          <a:custGeom xmlns:a="http://schemas.openxmlformats.org/drawingml/2006/main">
            <a:pathLst>
              <a:path w="63575" h="168490" fill="none">
                <a:moveTo>
                  <a:pt x="0" y="93802"/>
                </a:moveTo>
                <a:lnTo>
                  <a:pt x="377" y="94297"/>
                </a:lnTo>
                <a:lnTo>
                  <a:pt x="589" y="69822"/>
                </a:lnTo>
                <a:lnTo>
                  <a:pt x="1396" y="78203"/>
                </a:lnTo>
                <a:lnTo>
                  <a:pt x="2697" y="130285"/>
                </a:lnTo>
                <a:lnTo>
                  <a:pt x="2776" y="111076"/>
                </a:lnTo>
                <a:lnTo>
                  <a:pt x="3575" y="56928"/>
                </a:lnTo>
                <a:lnTo>
                  <a:pt x="4129" y="77844"/>
                </a:lnTo>
                <a:lnTo>
                  <a:pt x="4603" y="118061"/>
                </a:lnTo>
                <a:lnTo>
                  <a:pt x="5219" y="102829"/>
                </a:lnTo>
                <a:lnTo>
                  <a:pt x="5429" y="104572"/>
                </a:lnTo>
                <a:lnTo>
                  <a:pt x="6449" y="65751"/>
                </a:lnTo>
                <a:lnTo>
                  <a:pt x="6484" y="74803"/>
                </a:lnTo>
                <a:lnTo>
                  <a:pt x="6660" y="56585"/>
                </a:lnTo>
                <a:lnTo>
                  <a:pt x="7318" y="64169"/>
                </a:lnTo>
                <a:lnTo>
                  <a:pt x="7688" y="62447"/>
                </a:lnTo>
                <a:lnTo>
                  <a:pt x="7705" y="35774"/>
                </a:lnTo>
                <a:lnTo>
                  <a:pt x="8118" y="90704"/>
                </a:lnTo>
                <a:lnTo>
                  <a:pt x="8478" y="86549"/>
                </a:lnTo>
                <a:lnTo>
                  <a:pt x="8882" y="110339"/>
                </a:lnTo>
                <a:lnTo>
                  <a:pt x="9076" y="88099"/>
                </a:lnTo>
                <a:lnTo>
                  <a:pt x="9427" y="75037"/>
                </a:lnTo>
                <a:lnTo>
                  <a:pt x="9867" y="85207"/>
                </a:lnTo>
                <a:lnTo>
                  <a:pt x="11448" y="141453"/>
                </a:lnTo>
                <a:lnTo>
                  <a:pt x="11553" y="130681"/>
                </a:lnTo>
                <a:lnTo>
                  <a:pt x="11799" y="109339"/>
                </a:lnTo>
                <a:lnTo>
                  <a:pt x="12151" y="116268"/>
                </a:lnTo>
                <a:lnTo>
                  <a:pt x="13073" y="90126"/>
                </a:lnTo>
                <a:lnTo>
                  <a:pt x="13126" y="77579"/>
                </a:lnTo>
                <a:lnTo>
                  <a:pt x="14118" y="96140"/>
                </a:lnTo>
                <a:lnTo>
                  <a:pt x="14408" y="145474"/>
                </a:lnTo>
                <a:lnTo>
                  <a:pt x="14980" y="114355"/>
                </a:lnTo>
                <a:lnTo>
                  <a:pt x="15656" y="122416"/>
                </a:lnTo>
                <a:lnTo>
                  <a:pt x="16113" y="122143"/>
                </a:lnTo>
                <a:lnTo>
                  <a:pt x="16526" y="156762"/>
                </a:lnTo>
                <a:lnTo>
                  <a:pt x="16922" y="137626"/>
                </a:lnTo>
                <a:lnTo>
                  <a:pt x="17238" y="131497"/>
                </a:lnTo>
                <a:lnTo>
                  <a:pt x="17905" y="74899"/>
                </a:lnTo>
                <a:lnTo>
                  <a:pt x="18108" y="82394"/>
                </a:lnTo>
                <a:lnTo>
                  <a:pt x="18626" y="90705"/>
                </a:lnTo>
                <a:lnTo>
                  <a:pt x="19908" y="130432"/>
                </a:lnTo>
                <a:lnTo>
                  <a:pt x="20287" y="135332"/>
                </a:lnTo>
                <a:lnTo>
                  <a:pt x="20339" y="134323"/>
                </a:lnTo>
                <a:lnTo>
                  <a:pt x="20541" y="119182"/>
                </a:lnTo>
                <a:lnTo>
                  <a:pt x="22026" y="126894"/>
                </a:lnTo>
                <a:lnTo>
                  <a:pt x="22843" y="58710"/>
                </a:lnTo>
                <a:lnTo>
                  <a:pt x="24784" y="134055"/>
                </a:lnTo>
                <a:lnTo>
                  <a:pt x="25259" y="92026"/>
                </a:lnTo>
                <a:lnTo>
                  <a:pt x="25672" y="125949"/>
                </a:lnTo>
                <a:lnTo>
                  <a:pt x="26182" y="88802"/>
                </a:lnTo>
                <a:lnTo>
                  <a:pt x="26296" y="92052"/>
                </a:lnTo>
                <a:lnTo>
                  <a:pt x="27588" y="67198"/>
                </a:lnTo>
                <a:lnTo>
                  <a:pt x="28141" y="45160"/>
                </a:lnTo>
                <a:lnTo>
                  <a:pt x="28764" y="49920"/>
                </a:lnTo>
                <a:lnTo>
                  <a:pt x="28861" y="68575"/>
                </a:lnTo>
                <a:lnTo>
                  <a:pt x="29099" y="3443"/>
                </a:lnTo>
                <a:lnTo>
                  <a:pt x="29565" y="0"/>
                </a:lnTo>
                <a:lnTo>
                  <a:pt x="30461" y="99374"/>
                </a:lnTo>
                <a:lnTo>
                  <a:pt x="30610" y="79676"/>
                </a:lnTo>
                <a:lnTo>
                  <a:pt x="31006" y="63097"/>
                </a:lnTo>
                <a:lnTo>
                  <a:pt x="31155" y="82406"/>
                </a:lnTo>
                <a:lnTo>
                  <a:pt x="31866" y="138523"/>
                </a:lnTo>
                <a:lnTo>
                  <a:pt x="32551" y="127031"/>
                </a:lnTo>
                <a:lnTo>
                  <a:pt x="34327" y="44497"/>
                </a:lnTo>
                <a:lnTo>
                  <a:pt x="33184" y="129725"/>
                </a:lnTo>
                <a:lnTo>
                  <a:pt x="34450" y="52030"/>
                </a:lnTo>
                <a:lnTo>
                  <a:pt x="35943" y="126382"/>
                </a:lnTo>
                <a:lnTo>
                  <a:pt x="36189" y="119910"/>
                </a:lnTo>
                <a:lnTo>
                  <a:pt x="36804" y="77379"/>
                </a:lnTo>
                <a:lnTo>
                  <a:pt x="37595" y="82694"/>
                </a:lnTo>
                <a:lnTo>
                  <a:pt x="37665" y="67908"/>
                </a:lnTo>
                <a:lnTo>
                  <a:pt x="38350" y="113084"/>
                </a:lnTo>
                <a:lnTo>
                  <a:pt x="38394" y="115251"/>
                </a:lnTo>
                <a:lnTo>
                  <a:pt x="38508" y="82906"/>
                </a:lnTo>
                <a:lnTo>
                  <a:pt x="38553" y="88743"/>
                </a:lnTo>
                <a:lnTo>
                  <a:pt x="38631" y="77891"/>
                </a:lnTo>
                <a:lnTo>
                  <a:pt x="39193" y="105025"/>
                </a:lnTo>
                <a:lnTo>
                  <a:pt x="39378" y="98821"/>
                </a:lnTo>
                <a:lnTo>
                  <a:pt x="39440" y="108053"/>
                </a:lnTo>
                <a:lnTo>
                  <a:pt x="40098" y="82957"/>
                </a:lnTo>
                <a:lnTo>
                  <a:pt x="40819" y="79360"/>
                </a:lnTo>
                <a:lnTo>
                  <a:pt x="41030" y="100860"/>
                </a:lnTo>
                <a:lnTo>
                  <a:pt x="41680" y="87956"/>
                </a:lnTo>
                <a:lnTo>
                  <a:pt x="42295" y="64218"/>
                </a:lnTo>
                <a:lnTo>
                  <a:pt x="42567" y="78079"/>
                </a:lnTo>
                <a:lnTo>
                  <a:pt x="43094" y="78622"/>
                </a:lnTo>
                <a:lnTo>
                  <a:pt x="43112" y="99235"/>
                </a:lnTo>
                <a:lnTo>
                  <a:pt x="43552" y="65587"/>
                </a:lnTo>
                <a:lnTo>
                  <a:pt x="44606" y="63187"/>
                </a:lnTo>
                <a:lnTo>
                  <a:pt x="44747" y="45196"/>
                </a:lnTo>
                <a:lnTo>
                  <a:pt x="44851" y="79218"/>
                </a:lnTo>
                <a:lnTo>
                  <a:pt x="45326" y="75512"/>
                </a:lnTo>
                <a:lnTo>
                  <a:pt x="45519" y="66032"/>
                </a:lnTo>
                <a:lnTo>
                  <a:pt x="45537" y="99999"/>
                </a:lnTo>
                <a:lnTo>
                  <a:pt x="45906" y="90502"/>
                </a:lnTo>
                <a:lnTo>
                  <a:pt x="46328" y="110865"/>
                </a:lnTo>
                <a:lnTo>
                  <a:pt x="46460" y="110820"/>
                </a:lnTo>
                <a:lnTo>
                  <a:pt x="46934" y="108365"/>
                </a:lnTo>
                <a:lnTo>
                  <a:pt x="47057" y="107381"/>
                </a:lnTo>
                <a:lnTo>
                  <a:pt x="48006" y="141881"/>
                </a:lnTo>
                <a:lnTo>
                  <a:pt x="48208" y="129603"/>
                </a:lnTo>
                <a:lnTo>
                  <a:pt x="48454" y="145682"/>
                </a:lnTo>
                <a:lnTo>
                  <a:pt x="48841" y="136435"/>
                </a:lnTo>
                <a:lnTo>
                  <a:pt x="49069" y="167024"/>
                </a:lnTo>
                <a:lnTo>
                  <a:pt x="50343" y="165496"/>
                </a:lnTo>
                <a:lnTo>
                  <a:pt x="51494" y="111189"/>
                </a:lnTo>
                <a:lnTo>
                  <a:pt x="51546" y="123542"/>
                </a:lnTo>
                <a:lnTo>
                  <a:pt x="52688" y="162293"/>
                </a:lnTo>
                <a:lnTo>
                  <a:pt x="52777" y="138369"/>
                </a:lnTo>
                <a:lnTo>
                  <a:pt x="52794" y="121590"/>
                </a:lnTo>
                <a:lnTo>
                  <a:pt x="53673" y="125099"/>
                </a:lnTo>
                <a:lnTo>
                  <a:pt x="54385" y="120763"/>
                </a:lnTo>
                <a:lnTo>
                  <a:pt x="55738" y="156053"/>
                </a:lnTo>
                <a:lnTo>
                  <a:pt x="56502" y="147709"/>
                </a:lnTo>
                <a:lnTo>
                  <a:pt x="56590" y="168253"/>
                </a:lnTo>
                <a:lnTo>
                  <a:pt x="56959" y="154714"/>
                </a:lnTo>
                <a:lnTo>
                  <a:pt x="57776" y="168490"/>
                </a:lnTo>
                <a:lnTo>
                  <a:pt x="58092" y="149790"/>
                </a:lnTo>
                <a:lnTo>
                  <a:pt x="58821" y="153960"/>
                </a:lnTo>
                <a:lnTo>
                  <a:pt x="58848" y="166953"/>
                </a:lnTo>
                <a:lnTo>
                  <a:pt x="59595" y="117490"/>
                </a:lnTo>
                <a:lnTo>
                  <a:pt x="59647" y="121858"/>
                </a:lnTo>
                <a:lnTo>
                  <a:pt x="60148" y="117004"/>
                </a:lnTo>
                <a:lnTo>
                  <a:pt x="60860" y="162376"/>
                </a:lnTo>
                <a:lnTo>
                  <a:pt x="61729" y="159880"/>
                </a:lnTo>
                <a:lnTo>
                  <a:pt x="61966" y="122671"/>
                </a:lnTo>
                <a:lnTo>
                  <a:pt x="63320" y="110292"/>
                </a:lnTo>
                <a:lnTo>
                  <a:pt x="63575" y="99122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F5798-28EA-4DEF-84BA-526B66D9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7723" y="4280341"/>
            <a:ext cx="66254" cy="147404"/>
          </a:xfrm>
          <a:custGeom xmlns:a="http://schemas.openxmlformats.org/drawingml/2006/main">
            <a:pathLst>
              <a:path w="66254" h="147404" fill="none">
                <a:moveTo>
                  <a:pt x="0" y="64926"/>
                </a:moveTo>
                <a:lnTo>
                  <a:pt x="298" y="83183"/>
                </a:lnTo>
                <a:lnTo>
                  <a:pt x="351" y="94482"/>
                </a:lnTo>
                <a:lnTo>
                  <a:pt x="1019" y="89278"/>
                </a:lnTo>
                <a:lnTo>
                  <a:pt x="3206" y="35349"/>
                </a:lnTo>
                <a:lnTo>
                  <a:pt x="3426" y="39373"/>
                </a:lnTo>
                <a:lnTo>
                  <a:pt x="6273" y="134993"/>
                </a:lnTo>
                <a:lnTo>
                  <a:pt x="6440" y="85154"/>
                </a:lnTo>
                <a:lnTo>
                  <a:pt x="7134" y="86249"/>
                </a:lnTo>
                <a:lnTo>
                  <a:pt x="7714" y="83164"/>
                </a:lnTo>
                <a:lnTo>
                  <a:pt x="8127" y="100522"/>
                </a:lnTo>
                <a:lnTo>
                  <a:pt x="8557" y="101096"/>
                </a:lnTo>
                <a:lnTo>
                  <a:pt x="8716" y="68967"/>
                </a:lnTo>
                <a:lnTo>
                  <a:pt x="9128" y="98366"/>
                </a:lnTo>
                <a:lnTo>
                  <a:pt x="9585" y="89001"/>
                </a:lnTo>
                <a:lnTo>
                  <a:pt x="9629" y="55660"/>
                </a:lnTo>
                <a:lnTo>
                  <a:pt x="10912" y="70844"/>
                </a:lnTo>
                <a:lnTo>
                  <a:pt x="11096" y="82460"/>
                </a:lnTo>
                <a:lnTo>
                  <a:pt x="11403" y="51425"/>
                </a:lnTo>
                <a:lnTo>
                  <a:pt x="11571" y="79059"/>
                </a:lnTo>
                <a:lnTo>
                  <a:pt x="12142" y="86054"/>
                </a:lnTo>
                <a:lnTo>
                  <a:pt x="12476" y="106951"/>
                </a:lnTo>
                <a:lnTo>
                  <a:pt x="12941" y="103202"/>
                </a:lnTo>
                <a:lnTo>
                  <a:pt x="14048" y="44015"/>
                </a:lnTo>
                <a:lnTo>
                  <a:pt x="14084" y="50858"/>
                </a:lnTo>
                <a:lnTo>
                  <a:pt x="14215" y="56569"/>
                </a:lnTo>
                <a:lnTo>
                  <a:pt x="14259" y="39864"/>
                </a:lnTo>
                <a:lnTo>
                  <a:pt x="15506" y="5063"/>
                </a:lnTo>
                <a:lnTo>
                  <a:pt x="15648" y="6253"/>
                </a:lnTo>
                <a:lnTo>
                  <a:pt x="16843" y="93272"/>
                </a:lnTo>
                <a:lnTo>
                  <a:pt x="16966" y="70338"/>
                </a:lnTo>
                <a:lnTo>
                  <a:pt x="17624" y="3857"/>
                </a:lnTo>
                <a:lnTo>
                  <a:pt x="17923" y="45552"/>
                </a:lnTo>
                <a:lnTo>
                  <a:pt x="19030" y="33439"/>
                </a:lnTo>
                <a:lnTo>
                  <a:pt x="19100" y="41366"/>
                </a:lnTo>
                <a:lnTo>
                  <a:pt x="19355" y="52452"/>
                </a:lnTo>
                <a:lnTo>
                  <a:pt x="20480" y="19609"/>
                </a:lnTo>
                <a:lnTo>
                  <a:pt x="21798" y="55085"/>
                </a:lnTo>
                <a:lnTo>
                  <a:pt x="21955" y="51279"/>
                </a:lnTo>
                <a:lnTo>
                  <a:pt x="22623" y="51845"/>
                </a:lnTo>
                <a:lnTo>
                  <a:pt x="22703" y="51583"/>
                </a:lnTo>
                <a:lnTo>
                  <a:pt x="23634" y="134190"/>
                </a:lnTo>
                <a:lnTo>
                  <a:pt x="23906" y="103634"/>
                </a:lnTo>
                <a:lnTo>
                  <a:pt x="24477" y="117593"/>
                </a:lnTo>
                <a:lnTo>
                  <a:pt x="24504" y="97138"/>
                </a:lnTo>
                <a:lnTo>
                  <a:pt x="25163" y="97795"/>
                </a:lnTo>
                <a:lnTo>
                  <a:pt x="26314" y="38000"/>
                </a:lnTo>
                <a:lnTo>
                  <a:pt x="26717" y="40681"/>
                </a:lnTo>
                <a:lnTo>
                  <a:pt x="27219" y="112877"/>
                </a:lnTo>
                <a:lnTo>
                  <a:pt x="28035" y="79147"/>
                </a:lnTo>
                <a:lnTo>
                  <a:pt x="28053" y="78581"/>
                </a:lnTo>
                <a:lnTo>
                  <a:pt x="28334" y="98681"/>
                </a:lnTo>
                <a:lnTo>
                  <a:pt x="28800" y="98362"/>
                </a:lnTo>
                <a:lnTo>
                  <a:pt x="29283" y="142432"/>
                </a:lnTo>
                <a:lnTo>
                  <a:pt x="29819" y="116310"/>
                </a:lnTo>
                <a:lnTo>
                  <a:pt x="30065" y="116110"/>
                </a:lnTo>
                <a:lnTo>
                  <a:pt x="30557" y="117339"/>
                </a:lnTo>
                <a:lnTo>
                  <a:pt x="30592" y="104250"/>
                </a:lnTo>
                <a:lnTo>
                  <a:pt x="30794" y="130220"/>
                </a:lnTo>
                <a:lnTo>
                  <a:pt x="31146" y="113534"/>
                </a:lnTo>
                <a:lnTo>
                  <a:pt x="32472" y="135171"/>
                </a:lnTo>
                <a:lnTo>
                  <a:pt x="35715" y="0"/>
                </a:lnTo>
                <a:lnTo>
                  <a:pt x="35838" y="7267"/>
                </a:lnTo>
                <a:lnTo>
                  <a:pt x="36593" y="41236"/>
                </a:lnTo>
                <a:lnTo>
                  <a:pt x="37076" y="86685"/>
                </a:lnTo>
                <a:lnTo>
                  <a:pt x="36768" y="41041"/>
                </a:lnTo>
                <a:lnTo>
                  <a:pt x="37226" y="76230"/>
                </a:lnTo>
                <a:lnTo>
                  <a:pt x="38298" y="80390"/>
                </a:lnTo>
                <a:lnTo>
                  <a:pt x="39044" y="56404"/>
                </a:lnTo>
                <a:lnTo>
                  <a:pt x="39809" y="119734"/>
                </a:lnTo>
                <a:lnTo>
                  <a:pt x="40055" y="109045"/>
                </a:lnTo>
                <a:lnTo>
                  <a:pt x="40511" y="75128"/>
                </a:lnTo>
                <a:lnTo>
                  <a:pt x="40898" y="76106"/>
                </a:lnTo>
                <a:lnTo>
                  <a:pt x="41496" y="76680"/>
                </a:lnTo>
                <a:lnTo>
                  <a:pt x="41539" y="106011"/>
                </a:lnTo>
                <a:lnTo>
                  <a:pt x="42462" y="90290"/>
                </a:lnTo>
                <a:lnTo>
                  <a:pt x="42980" y="94290"/>
                </a:lnTo>
                <a:lnTo>
                  <a:pt x="43235" y="67859"/>
                </a:lnTo>
                <a:lnTo>
                  <a:pt x="43666" y="102744"/>
                </a:lnTo>
                <a:lnTo>
                  <a:pt x="43973" y="87097"/>
                </a:lnTo>
                <a:lnTo>
                  <a:pt x="44518" y="97423"/>
                </a:lnTo>
                <a:lnTo>
                  <a:pt x="44641" y="106333"/>
                </a:lnTo>
                <a:lnTo>
                  <a:pt x="44703" y="96075"/>
                </a:lnTo>
                <a:lnTo>
                  <a:pt x="45116" y="99708"/>
                </a:lnTo>
                <a:lnTo>
                  <a:pt x="45186" y="74091"/>
                </a:lnTo>
                <a:lnTo>
                  <a:pt x="45959" y="115758"/>
                </a:lnTo>
                <a:lnTo>
                  <a:pt x="46284" y="118888"/>
                </a:lnTo>
                <a:lnTo>
                  <a:pt x="46978" y="107479"/>
                </a:lnTo>
                <a:lnTo>
                  <a:pt x="47303" y="110836"/>
                </a:lnTo>
                <a:lnTo>
                  <a:pt x="48023" y="146112"/>
                </a:lnTo>
                <a:lnTo>
                  <a:pt x="47532" y="107260"/>
                </a:lnTo>
                <a:lnTo>
                  <a:pt x="48208" y="129109"/>
                </a:lnTo>
                <a:lnTo>
                  <a:pt x="49166" y="129067"/>
                </a:lnTo>
                <a:lnTo>
                  <a:pt x="49666" y="136270"/>
                </a:lnTo>
                <a:lnTo>
                  <a:pt x="49860" y="107982"/>
                </a:lnTo>
                <a:lnTo>
                  <a:pt x="49903" y="143972"/>
                </a:lnTo>
                <a:lnTo>
                  <a:pt x="50721" y="69037"/>
                </a:lnTo>
                <a:lnTo>
                  <a:pt x="51371" y="94929"/>
                </a:lnTo>
                <a:lnTo>
                  <a:pt x="51660" y="76547"/>
                </a:lnTo>
                <a:lnTo>
                  <a:pt x="52162" y="84117"/>
                </a:lnTo>
                <a:lnTo>
                  <a:pt x="52900" y="147404"/>
                </a:lnTo>
                <a:lnTo>
                  <a:pt x="53356" y="134451"/>
                </a:lnTo>
                <a:lnTo>
                  <a:pt x="54385" y="77507"/>
                </a:lnTo>
                <a:lnTo>
                  <a:pt x="53427" y="143089"/>
                </a:lnTo>
                <a:lnTo>
                  <a:pt x="54428" y="96605"/>
                </a:lnTo>
                <a:lnTo>
                  <a:pt x="55254" y="123589"/>
                </a:lnTo>
                <a:lnTo>
                  <a:pt x="56335" y="90578"/>
                </a:lnTo>
                <a:lnTo>
                  <a:pt x="56721" y="96990"/>
                </a:lnTo>
                <a:lnTo>
                  <a:pt x="56792" y="93156"/>
                </a:lnTo>
                <a:lnTo>
                  <a:pt x="56880" y="77212"/>
                </a:lnTo>
                <a:lnTo>
                  <a:pt x="57635" y="86156"/>
                </a:lnTo>
                <a:lnTo>
                  <a:pt x="57863" y="76525"/>
                </a:lnTo>
                <a:lnTo>
                  <a:pt x="58312" y="88183"/>
                </a:lnTo>
                <a:lnTo>
                  <a:pt x="58821" y="60803"/>
                </a:lnTo>
                <a:lnTo>
                  <a:pt x="58962" y="62798"/>
                </a:lnTo>
                <a:lnTo>
                  <a:pt x="59753" y="88406"/>
                </a:lnTo>
                <a:lnTo>
                  <a:pt x="60008" y="70422"/>
                </a:lnTo>
                <a:lnTo>
                  <a:pt x="60597" y="39936"/>
                </a:lnTo>
                <a:lnTo>
                  <a:pt x="60913" y="67377"/>
                </a:lnTo>
                <a:lnTo>
                  <a:pt x="62134" y="53518"/>
                </a:lnTo>
                <a:lnTo>
                  <a:pt x="62265" y="36131"/>
                </a:lnTo>
                <a:lnTo>
                  <a:pt x="63100" y="40141"/>
                </a:lnTo>
                <a:lnTo>
                  <a:pt x="63653" y="74285"/>
                </a:lnTo>
                <a:lnTo>
                  <a:pt x="63373" y="34255"/>
                </a:lnTo>
                <a:lnTo>
                  <a:pt x="64102" y="54769"/>
                </a:lnTo>
                <a:lnTo>
                  <a:pt x="64998" y="16752"/>
                </a:lnTo>
                <a:lnTo>
                  <a:pt x="65138" y="39499"/>
                </a:lnTo>
                <a:lnTo>
                  <a:pt x="66254" y="971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AF00B-2950-484D-B1AE-597F15C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978" y="4298380"/>
            <a:ext cx="61976" cy="207747"/>
          </a:xfrm>
          <a:custGeom xmlns:a="http://schemas.openxmlformats.org/drawingml/2006/main">
            <a:pathLst>
              <a:path w="61976" h="207747" fill="none">
                <a:moveTo>
                  <a:pt x="0" y="79061"/>
                </a:moveTo>
                <a:lnTo>
                  <a:pt x="369" y="76455"/>
                </a:lnTo>
                <a:lnTo>
                  <a:pt x="386" y="77063"/>
                </a:lnTo>
                <a:lnTo>
                  <a:pt x="835" y="92071"/>
                </a:lnTo>
                <a:lnTo>
                  <a:pt x="983" y="85009"/>
                </a:lnTo>
                <a:lnTo>
                  <a:pt x="2301" y="30750"/>
                </a:lnTo>
                <a:lnTo>
                  <a:pt x="2899" y="51380"/>
                </a:lnTo>
                <a:lnTo>
                  <a:pt x="3461" y="85726"/>
                </a:lnTo>
                <a:lnTo>
                  <a:pt x="3980" y="64531"/>
                </a:lnTo>
                <a:lnTo>
                  <a:pt x="4815" y="55113"/>
                </a:lnTo>
                <a:lnTo>
                  <a:pt x="5078" y="59868"/>
                </a:lnTo>
                <a:lnTo>
                  <a:pt x="6044" y="114566"/>
                </a:lnTo>
                <a:lnTo>
                  <a:pt x="6158" y="111950"/>
                </a:lnTo>
                <a:lnTo>
                  <a:pt x="6958" y="52560"/>
                </a:lnTo>
                <a:lnTo>
                  <a:pt x="7090" y="57033"/>
                </a:lnTo>
                <a:lnTo>
                  <a:pt x="7283" y="69528"/>
                </a:lnTo>
                <a:lnTo>
                  <a:pt x="7934" y="25098"/>
                </a:lnTo>
                <a:lnTo>
                  <a:pt x="7977" y="51148"/>
                </a:lnTo>
                <a:lnTo>
                  <a:pt x="8970" y="80768"/>
                </a:lnTo>
                <a:lnTo>
                  <a:pt x="9233" y="65540"/>
                </a:lnTo>
                <a:lnTo>
                  <a:pt x="9787" y="52872"/>
                </a:lnTo>
                <a:lnTo>
                  <a:pt x="10367" y="59576"/>
                </a:lnTo>
                <a:lnTo>
                  <a:pt x="10499" y="117316"/>
                </a:lnTo>
                <a:lnTo>
                  <a:pt x="11228" y="96138"/>
                </a:lnTo>
                <a:lnTo>
                  <a:pt x="12370" y="138100"/>
                </a:lnTo>
                <a:lnTo>
                  <a:pt x="12458" y="127165"/>
                </a:lnTo>
                <a:lnTo>
                  <a:pt x="13372" y="86964"/>
                </a:lnTo>
                <a:lnTo>
                  <a:pt x="13583" y="71624"/>
                </a:lnTo>
                <a:lnTo>
                  <a:pt x="14171" y="92146"/>
                </a:lnTo>
                <a:lnTo>
                  <a:pt x="14312" y="81155"/>
                </a:lnTo>
                <a:lnTo>
                  <a:pt x="14400" y="82732"/>
                </a:lnTo>
                <a:lnTo>
                  <a:pt x="14444" y="78420"/>
                </a:lnTo>
                <a:lnTo>
                  <a:pt x="14734" y="102543"/>
                </a:lnTo>
                <a:lnTo>
                  <a:pt x="15463" y="0"/>
                </a:lnTo>
                <a:lnTo>
                  <a:pt x="16974" y="56528"/>
                </a:lnTo>
                <a:lnTo>
                  <a:pt x="17018" y="48697"/>
                </a:lnTo>
                <a:lnTo>
                  <a:pt x="17238" y="68908"/>
                </a:lnTo>
                <a:lnTo>
                  <a:pt x="17852" y="44173"/>
                </a:lnTo>
                <a:lnTo>
                  <a:pt x="18854" y="84307"/>
                </a:lnTo>
                <a:lnTo>
                  <a:pt x="19382" y="72948"/>
                </a:lnTo>
                <a:lnTo>
                  <a:pt x="19610" y="45030"/>
                </a:lnTo>
                <a:lnTo>
                  <a:pt x="20120" y="74228"/>
                </a:lnTo>
                <a:lnTo>
                  <a:pt x="20410" y="86712"/>
                </a:lnTo>
                <a:lnTo>
                  <a:pt x="20453" y="59905"/>
                </a:lnTo>
                <a:lnTo>
                  <a:pt x="20656" y="50778"/>
                </a:lnTo>
                <a:lnTo>
                  <a:pt x="20866" y="63035"/>
                </a:lnTo>
                <a:lnTo>
                  <a:pt x="20972" y="55218"/>
                </a:lnTo>
                <a:lnTo>
                  <a:pt x="21368" y="82547"/>
                </a:lnTo>
                <a:lnTo>
                  <a:pt x="21613" y="77019"/>
                </a:lnTo>
                <a:lnTo>
                  <a:pt x="22703" y="1150"/>
                </a:lnTo>
                <a:lnTo>
                  <a:pt x="23256" y="66239"/>
                </a:lnTo>
                <a:lnTo>
                  <a:pt x="23581" y="65945"/>
                </a:lnTo>
                <a:lnTo>
                  <a:pt x="24021" y="76086"/>
                </a:lnTo>
                <a:lnTo>
                  <a:pt x="24047" y="72318"/>
                </a:lnTo>
                <a:lnTo>
                  <a:pt x="24197" y="51950"/>
                </a:lnTo>
                <a:lnTo>
                  <a:pt x="24566" y="84702"/>
                </a:lnTo>
                <a:lnTo>
                  <a:pt x="24794" y="71921"/>
                </a:lnTo>
                <a:lnTo>
                  <a:pt x="25049" y="93640"/>
                </a:lnTo>
                <a:lnTo>
                  <a:pt x="25400" y="72483"/>
                </a:lnTo>
                <a:lnTo>
                  <a:pt x="26401" y="23261"/>
                </a:lnTo>
                <a:lnTo>
                  <a:pt x="26446" y="55472"/>
                </a:lnTo>
                <a:lnTo>
                  <a:pt x="27306" y="112102"/>
                </a:lnTo>
                <a:lnTo>
                  <a:pt x="27764" y="119563"/>
                </a:lnTo>
                <a:lnTo>
                  <a:pt x="28247" y="109630"/>
                </a:lnTo>
                <a:lnTo>
                  <a:pt x="31401" y="141517"/>
                </a:lnTo>
                <a:lnTo>
                  <a:pt x="31479" y="158813"/>
                </a:lnTo>
                <a:lnTo>
                  <a:pt x="31911" y="96933"/>
                </a:lnTo>
                <a:lnTo>
                  <a:pt x="32121" y="104222"/>
                </a:lnTo>
                <a:lnTo>
                  <a:pt x="32939" y="123401"/>
                </a:lnTo>
                <a:lnTo>
                  <a:pt x="33483" y="79056"/>
                </a:lnTo>
                <a:lnTo>
                  <a:pt x="33834" y="103556"/>
                </a:lnTo>
                <a:lnTo>
                  <a:pt x="34081" y="103294"/>
                </a:lnTo>
                <a:lnTo>
                  <a:pt x="34115" y="73062"/>
                </a:lnTo>
                <a:lnTo>
                  <a:pt x="34863" y="131323"/>
                </a:lnTo>
                <a:lnTo>
                  <a:pt x="35152" y="132193"/>
                </a:lnTo>
                <a:lnTo>
                  <a:pt x="35381" y="136648"/>
                </a:lnTo>
                <a:lnTo>
                  <a:pt x="35451" y="130366"/>
                </a:lnTo>
                <a:lnTo>
                  <a:pt x="35706" y="83104"/>
                </a:lnTo>
                <a:lnTo>
                  <a:pt x="36241" y="88917"/>
                </a:lnTo>
                <a:lnTo>
                  <a:pt x="36760" y="104885"/>
                </a:lnTo>
                <a:lnTo>
                  <a:pt x="37138" y="101373"/>
                </a:lnTo>
                <a:lnTo>
                  <a:pt x="37946" y="99091"/>
                </a:lnTo>
                <a:lnTo>
                  <a:pt x="37972" y="105638"/>
                </a:lnTo>
                <a:lnTo>
                  <a:pt x="38095" y="100534"/>
                </a:lnTo>
                <a:lnTo>
                  <a:pt x="39273" y="124009"/>
                </a:lnTo>
                <a:lnTo>
                  <a:pt x="39475" y="110443"/>
                </a:lnTo>
                <a:lnTo>
                  <a:pt x="40187" y="74773"/>
                </a:lnTo>
                <a:lnTo>
                  <a:pt x="40468" y="77805"/>
                </a:lnTo>
                <a:lnTo>
                  <a:pt x="41232" y="62113"/>
                </a:lnTo>
                <a:lnTo>
                  <a:pt x="42137" y="89042"/>
                </a:lnTo>
                <a:lnTo>
                  <a:pt x="42365" y="70122"/>
                </a:lnTo>
                <a:lnTo>
                  <a:pt x="42919" y="72960"/>
                </a:lnTo>
                <a:lnTo>
                  <a:pt x="43525" y="129566"/>
                </a:lnTo>
                <a:lnTo>
                  <a:pt x="43789" y="124862"/>
                </a:lnTo>
                <a:lnTo>
                  <a:pt x="44026" y="92776"/>
                </a:lnTo>
                <a:lnTo>
                  <a:pt x="44448" y="125084"/>
                </a:lnTo>
                <a:lnTo>
                  <a:pt x="45203" y="190603"/>
                </a:lnTo>
                <a:lnTo>
                  <a:pt x="46152" y="197743"/>
                </a:lnTo>
                <a:lnTo>
                  <a:pt x="46205" y="192187"/>
                </a:lnTo>
                <a:lnTo>
                  <a:pt x="46451" y="156033"/>
                </a:lnTo>
                <a:lnTo>
                  <a:pt x="47163" y="163333"/>
                </a:lnTo>
                <a:lnTo>
                  <a:pt x="47479" y="188395"/>
                </a:lnTo>
                <a:lnTo>
                  <a:pt x="47566" y="163394"/>
                </a:lnTo>
                <a:lnTo>
                  <a:pt x="48498" y="128610"/>
                </a:lnTo>
                <a:lnTo>
                  <a:pt x="49096" y="146215"/>
                </a:lnTo>
                <a:lnTo>
                  <a:pt x="49509" y="134023"/>
                </a:lnTo>
                <a:lnTo>
                  <a:pt x="50334" y="192833"/>
                </a:lnTo>
                <a:lnTo>
                  <a:pt x="51546" y="108740"/>
                </a:lnTo>
                <a:lnTo>
                  <a:pt x="52205" y="109777"/>
                </a:lnTo>
                <a:lnTo>
                  <a:pt x="52364" y="121075"/>
                </a:lnTo>
                <a:lnTo>
                  <a:pt x="52715" y="96620"/>
                </a:lnTo>
                <a:lnTo>
                  <a:pt x="53216" y="144810"/>
                </a:lnTo>
                <a:lnTo>
                  <a:pt x="54674" y="202210"/>
                </a:lnTo>
                <a:lnTo>
                  <a:pt x="55061" y="200413"/>
                </a:lnTo>
                <a:lnTo>
                  <a:pt x="55702" y="158521"/>
                </a:lnTo>
                <a:lnTo>
                  <a:pt x="55395" y="201912"/>
                </a:lnTo>
                <a:lnTo>
                  <a:pt x="56450" y="168043"/>
                </a:lnTo>
                <a:lnTo>
                  <a:pt x="57073" y="207747"/>
                </a:lnTo>
                <a:lnTo>
                  <a:pt x="57548" y="196163"/>
                </a:lnTo>
                <a:lnTo>
                  <a:pt x="57768" y="198786"/>
                </a:lnTo>
                <a:lnTo>
                  <a:pt x="58900" y="185550"/>
                </a:lnTo>
                <a:lnTo>
                  <a:pt x="59938" y="84436"/>
                </a:lnTo>
                <a:lnTo>
                  <a:pt x="60324" y="113904"/>
                </a:lnTo>
                <a:lnTo>
                  <a:pt x="60824" y="117350"/>
                </a:lnTo>
                <a:lnTo>
                  <a:pt x="61159" y="165048"/>
                </a:lnTo>
                <a:lnTo>
                  <a:pt x="61826" y="150921"/>
                </a:lnTo>
                <a:lnTo>
                  <a:pt x="61862" y="168480"/>
                </a:lnTo>
                <a:lnTo>
                  <a:pt x="61976" y="168267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1F394-2FDE-43E2-AA8B-4680BACC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953" y="4354241"/>
            <a:ext cx="59173" cy="165524"/>
          </a:xfrm>
          <a:custGeom xmlns:a="http://schemas.openxmlformats.org/drawingml/2006/main">
            <a:pathLst>
              <a:path w="59173" h="165524" fill="none">
                <a:moveTo>
                  <a:pt x="0" y="112406"/>
                </a:moveTo>
                <a:lnTo>
                  <a:pt x="685" y="156143"/>
                </a:lnTo>
                <a:lnTo>
                  <a:pt x="826" y="116312"/>
                </a:lnTo>
                <a:lnTo>
                  <a:pt x="1168" y="111576"/>
                </a:lnTo>
                <a:lnTo>
                  <a:pt x="1757" y="76000"/>
                </a:lnTo>
                <a:lnTo>
                  <a:pt x="1994" y="76429"/>
                </a:lnTo>
                <a:lnTo>
                  <a:pt x="2469" y="47309"/>
                </a:lnTo>
                <a:lnTo>
                  <a:pt x="2513" y="92433"/>
                </a:lnTo>
                <a:lnTo>
                  <a:pt x="2891" y="86435"/>
                </a:lnTo>
                <a:lnTo>
                  <a:pt x="3321" y="90353"/>
                </a:lnTo>
                <a:lnTo>
                  <a:pt x="3717" y="111470"/>
                </a:lnTo>
                <a:lnTo>
                  <a:pt x="3910" y="79573"/>
                </a:lnTo>
                <a:lnTo>
                  <a:pt x="4094" y="99495"/>
                </a:lnTo>
                <a:lnTo>
                  <a:pt x="5148" y="18753"/>
                </a:lnTo>
                <a:lnTo>
                  <a:pt x="5210" y="33196"/>
                </a:lnTo>
                <a:lnTo>
                  <a:pt x="5527" y="64267"/>
                </a:lnTo>
                <a:lnTo>
                  <a:pt x="5483" y="31373"/>
                </a:lnTo>
                <a:lnTo>
                  <a:pt x="6142" y="44599"/>
                </a:lnTo>
                <a:lnTo>
                  <a:pt x="6343" y="38179"/>
                </a:lnTo>
                <a:lnTo>
                  <a:pt x="6484" y="39209"/>
                </a:lnTo>
                <a:lnTo>
                  <a:pt x="7205" y="43519"/>
                </a:lnTo>
                <a:lnTo>
                  <a:pt x="7828" y="77797"/>
                </a:lnTo>
                <a:lnTo>
                  <a:pt x="8610" y="143045"/>
                </a:lnTo>
                <a:lnTo>
                  <a:pt x="8821" y="148988"/>
                </a:lnTo>
                <a:lnTo>
                  <a:pt x="8953" y="133896"/>
                </a:lnTo>
                <a:lnTo>
                  <a:pt x="9094" y="100874"/>
                </a:lnTo>
                <a:lnTo>
                  <a:pt x="9348" y="151395"/>
                </a:lnTo>
                <a:lnTo>
                  <a:pt x="9726" y="136053"/>
                </a:lnTo>
                <a:lnTo>
                  <a:pt x="10886" y="95528"/>
                </a:lnTo>
                <a:lnTo>
                  <a:pt x="10974" y="115673"/>
                </a:lnTo>
                <a:lnTo>
                  <a:pt x="11711" y="105016"/>
                </a:lnTo>
                <a:lnTo>
                  <a:pt x="11404" y="118704"/>
                </a:lnTo>
                <a:lnTo>
                  <a:pt x="11720" y="109234"/>
                </a:lnTo>
                <a:lnTo>
                  <a:pt x="11905" y="45813"/>
                </a:lnTo>
                <a:lnTo>
                  <a:pt x="12608" y="71257"/>
                </a:lnTo>
                <a:lnTo>
                  <a:pt x="13346" y="90981"/>
                </a:lnTo>
                <a:lnTo>
                  <a:pt x="14690" y="113831"/>
                </a:lnTo>
                <a:lnTo>
                  <a:pt x="15375" y="102092"/>
                </a:lnTo>
                <a:lnTo>
                  <a:pt x="15445" y="131755"/>
                </a:lnTo>
                <a:lnTo>
                  <a:pt x="16184" y="83957"/>
                </a:lnTo>
                <a:lnTo>
                  <a:pt x="16588" y="42309"/>
                </a:lnTo>
                <a:lnTo>
                  <a:pt x="17080" y="80004"/>
                </a:lnTo>
                <a:lnTo>
                  <a:pt x="17185" y="82478"/>
                </a:lnTo>
                <a:lnTo>
                  <a:pt x="17352" y="61054"/>
                </a:lnTo>
                <a:lnTo>
                  <a:pt x="17713" y="77158"/>
                </a:lnTo>
                <a:lnTo>
                  <a:pt x="18187" y="123162"/>
                </a:lnTo>
                <a:lnTo>
                  <a:pt x="18643" y="93431"/>
                </a:lnTo>
                <a:lnTo>
                  <a:pt x="18961" y="96662"/>
                </a:lnTo>
                <a:lnTo>
                  <a:pt x="19347" y="82252"/>
                </a:lnTo>
                <a:lnTo>
                  <a:pt x="19795" y="94360"/>
                </a:lnTo>
                <a:lnTo>
                  <a:pt x="20638" y="93273"/>
                </a:lnTo>
                <a:lnTo>
                  <a:pt x="21139" y="108167"/>
                </a:lnTo>
                <a:lnTo>
                  <a:pt x="21455" y="82735"/>
                </a:lnTo>
                <a:lnTo>
                  <a:pt x="21860" y="16146"/>
                </a:lnTo>
                <a:lnTo>
                  <a:pt x="22334" y="48966"/>
                </a:lnTo>
                <a:lnTo>
                  <a:pt x="22668" y="47792"/>
                </a:lnTo>
                <a:lnTo>
                  <a:pt x="24179" y="91030"/>
                </a:lnTo>
                <a:lnTo>
                  <a:pt x="24363" y="84647"/>
                </a:lnTo>
                <a:lnTo>
                  <a:pt x="25198" y="95363"/>
                </a:lnTo>
                <a:lnTo>
                  <a:pt x="25330" y="77991"/>
                </a:lnTo>
                <a:lnTo>
                  <a:pt x="25611" y="137373"/>
                </a:lnTo>
                <a:lnTo>
                  <a:pt x="25760" y="132084"/>
                </a:lnTo>
                <a:lnTo>
                  <a:pt x="26314" y="128644"/>
                </a:lnTo>
                <a:lnTo>
                  <a:pt x="26656" y="102079"/>
                </a:lnTo>
                <a:lnTo>
                  <a:pt x="26771" y="109980"/>
                </a:lnTo>
                <a:lnTo>
                  <a:pt x="28282" y="124470"/>
                </a:lnTo>
                <a:lnTo>
                  <a:pt x="29091" y="100597"/>
                </a:lnTo>
                <a:lnTo>
                  <a:pt x="29337" y="102518"/>
                </a:lnTo>
                <a:lnTo>
                  <a:pt x="29494" y="125491"/>
                </a:lnTo>
                <a:lnTo>
                  <a:pt x="30110" y="88654"/>
                </a:lnTo>
                <a:lnTo>
                  <a:pt x="30557" y="107884"/>
                </a:lnTo>
                <a:lnTo>
                  <a:pt x="30610" y="64663"/>
                </a:lnTo>
                <a:lnTo>
                  <a:pt x="31208" y="89145"/>
                </a:lnTo>
                <a:lnTo>
                  <a:pt x="31726" y="75951"/>
                </a:lnTo>
                <a:lnTo>
                  <a:pt x="31770" y="93059"/>
                </a:lnTo>
                <a:lnTo>
                  <a:pt x="31858" y="90792"/>
                </a:lnTo>
                <a:lnTo>
                  <a:pt x="32104" y="94422"/>
                </a:lnTo>
                <a:lnTo>
                  <a:pt x="32473" y="88218"/>
                </a:lnTo>
                <a:lnTo>
                  <a:pt x="33413" y="58163"/>
                </a:lnTo>
                <a:lnTo>
                  <a:pt x="33431" y="71166"/>
                </a:lnTo>
                <a:lnTo>
                  <a:pt x="34520" y="106049"/>
                </a:lnTo>
                <a:lnTo>
                  <a:pt x="34573" y="87133"/>
                </a:lnTo>
                <a:lnTo>
                  <a:pt x="34933" y="107876"/>
                </a:lnTo>
                <a:lnTo>
                  <a:pt x="35381" y="96655"/>
                </a:lnTo>
                <a:lnTo>
                  <a:pt x="35574" y="77014"/>
                </a:lnTo>
                <a:lnTo>
                  <a:pt x="35943" y="102824"/>
                </a:lnTo>
                <a:lnTo>
                  <a:pt x="36663" y="117209"/>
                </a:lnTo>
                <a:lnTo>
                  <a:pt x="36716" y="122131"/>
                </a:lnTo>
                <a:lnTo>
                  <a:pt x="36866" y="86580"/>
                </a:lnTo>
                <a:lnTo>
                  <a:pt x="37419" y="112621"/>
                </a:lnTo>
                <a:lnTo>
                  <a:pt x="38140" y="119046"/>
                </a:lnTo>
                <a:lnTo>
                  <a:pt x="38394" y="116510"/>
                </a:lnTo>
                <a:lnTo>
                  <a:pt x="39229" y="35671"/>
                </a:lnTo>
                <a:lnTo>
                  <a:pt x="40170" y="47815"/>
                </a:lnTo>
                <a:lnTo>
                  <a:pt x="40231" y="30356"/>
                </a:lnTo>
                <a:lnTo>
                  <a:pt x="40793" y="59371"/>
                </a:lnTo>
                <a:lnTo>
                  <a:pt x="41198" y="65876"/>
                </a:lnTo>
                <a:lnTo>
                  <a:pt x="42497" y="64878"/>
                </a:lnTo>
                <a:lnTo>
                  <a:pt x="42647" y="54800"/>
                </a:lnTo>
                <a:lnTo>
                  <a:pt x="43235" y="68280"/>
                </a:lnTo>
                <a:lnTo>
                  <a:pt x="43710" y="106786"/>
                </a:lnTo>
                <a:lnTo>
                  <a:pt x="44254" y="105275"/>
                </a:lnTo>
                <a:lnTo>
                  <a:pt x="44615" y="129401"/>
                </a:lnTo>
                <a:lnTo>
                  <a:pt x="44773" y="148506"/>
                </a:lnTo>
                <a:lnTo>
                  <a:pt x="44975" y="129401"/>
                </a:lnTo>
                <a:lnTo>
                  <a:pt x="47304" y="75520"/>
                </a:lnTo>
                <a:lnTo>
                  <a:pt x="48111" y="109931"/>
                </a:lnTo>
                <a:lnTo>
                  <a:pt x="48622" y="104381"/>
                </a:lnTo>
                <a:lnTo>
                  <a:pt x="50106" y="56287"/>
                </a:lnTo>
                <a:lnTo>
                  <a:pt x="50159" y="68124"/>
                </a:lnTo>
                <a:lnTo>
                  <a:pt x="50580" y="74767"/>
                </a:lnTo>
                <a:lnTo>
                  <a:pt x="51152" y="69176"/>
                </a:lnTo>
                <a:lnTo>
                  <a:pt x="51354" y="51551"/>
                </a:lnTo>
                <a:lnTo>
                  <a:pt x="51415" y="84507"/>
                </a:lnTo>
                <a:lnTo>
                  <a:pt x="52153" y="91680"/>
                </a:lnTo>
                <a:lnTo>
                  <a:pt x="52759" y="0"/>
                </a:lnTo>
                <a:lnTo>
                  <a:pt x="53015" y="4002"/>
                </a:lnTo>
                <a:lnTo>
                  <a:pt x="53471" y="45674"/>
                </a:lnTo>
                <a:lnTo>
                  <a:pt x="53963" y="73483"/>
                </a:lnTo>
                <a:lnTo>
                  <a:pt x="54043" y="71645"/>
                </a:lnTo>
                <a:lnTo>
                  <a:pt x="54411" y="72014"/>
                </a:lnTo>
                <a:lnTo>
                  <a:pt x="54429" y="37628"/>
                </a:lnTo>
                <a:lnTo>
                  <a:pt x="54683" y="56883"/>
                </a:lnTo>
                <a:lnTo>
                  <a:pt x="55923" y="60932"/>
                </a:lnTo>
                <a:lnTo>
                  <a:pt x="56836" y="109723"/>
                </a:lnTo>
                <a:lnTo>
                  <a:pt x="58427" y="140442"/>
                </a:lnTo>
                <a:lnTo>
                  <a:pt x="58725" y="107975"/>
                </a:lnTo>
                <a:lnTo>
                  <a:pt x="59173" y="165524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77A85-F63F-4DCF-A8F8-B9C3A68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126" y="4402887"/>
            <a:ext cx="61537" cy="194898"/>
          </a:xfrm>
          <a:custGeom xmlns:a="http://schemas.openxmlformats.org/drawingml/2006/main">
            <a:pathLst>
              <a:path w="61537" h="194898" fill="none">
                <a:moveTo>
                  <a:pt x="0" y="116877"/>
                </a:moveTo>
                <a:lnTo>
                  <a:pt x="466" y="156391"/>
                </a:lnTo>
                <a:lnTo>
                  <a:pt x="1248" y="148567"/>
                </a:lnTo>
                <a:lnTo>
                  <a:pt x="2241" y="92229"/>
                </a:lnTo>
                <a:lnTo>
                  <a:pt x="3120" y="94249"/>
                </a:lnTo>
                <a:lnTo>
                  <a:pt x="4534" y="36870"/>
                </a:lnTo>
                <a:lnTo>
                  <a:pt x="5052" y="49700"/>
                </a:lnTo>
                <a:lnTo>
                  <a:pt x="6176" y="85191"/>
                </a:lnTo>
                <a:lnTo>
                  <a:pt x="6318" y="78674"/>
                </a:lnTo>
                <a:lnTo>
                  <a:pt x="6748" y="78926"/>
                </a:lnTo>
                <a:lnTo>
                  <a:pt x="6854" y="80380"/>
                </a:lnTo>
                <a:lnTo>
                  <a:pt x="7029" y="126954"/>
                </a:lnTo>
                <a:lnTo>
                  <a:pt x="7759" y="112134"/>
                </a:lnTo>
                <a:lnTo>
                  <a:pt x="8874" y="41114"/>
                </a:lnTo>
                <a:lnTo>
                  <a:pt x="8892" y="52942"/>
                </a:lnTo>
                <a:lnTo>
                  <a:pt x="9384" y="51948"/>
                </a:lnTo>
                <a:lnTo>
                  <a:pt x="9586" y="42704"/>
                </a:lnTo>
                <a:lnTo>
                  <a:pt x="9612" y="55406"/>
                </a:lnTo>
                <a:lnTo>
                  <a:pt x="10157" y="55119"/>
                </a:lnTo>
                <a:lnTo>
                  <a:pt x="10491" y="50249"/>
                </a:lnTo>
                <a:lnTo>
                  <a:pt x="10544" y="50381"/>
                </a:lnTo>
                <a:lnTo>
                  <a:pt x="11080" y="81036"/>
                </a:lnTo>
                <a:lnTo>
                  <a:pt x="11228" y="43897"/>
                </a:lnTo>
                <a:lnTo>
                  <a:pt x="11607" y="79323"/>
                </a:lnTo>
                <a:lnTo>
                  <a:pt x="11773" y="79368"/>
                </a:lnTo>
                <a:lnTo>
                  <a:pt x="12502" y="138740"/>
                </a:lnTo>
                <a:lnTo>
                  <a:pt x="12933" y="98782"/>
                </a:lnTo>
                <a:lnTo>
                  <a:pt x="13583" y="106950"/>
                </a:lnTo>
                <a:lnTo>
                  <a:pt x="14401" y="172598"/>
                </a:lnTo>
                <a:lnTo>
                  <a:pt x="14532" y="135520"/>
                </a:lnTo>
                <a:lnTo>
                  <a:pt x="15305" y="89944"/>
                </a:lnTo>
                <a:lnTo>
                  <a:pt x="15604" y="116196"/>
                </a:lnTo>
                <a:lnTo>
                  <a:pt x="15789" y="115244"/>
                </a:lnTo>
                <a:lnTo>
                  <a:pt x="16096" y="117431"/>
                </a:lnTo>
                <a:lnTo>
                  <a:pt x="16790" y="68850"/>
                </a:lnTo>
                <a:lnTo>
                  <a:pt x="16914" y="83147"/>
                </a:lnTo>
                <a:lnTo>
                  <a:pt x="17387" y="88053"/>
                </a:lnTo>
                <a:lnTo>
                  <a:pt x="18512" y="31018"/>
                </a:lnTo>
                <a:lnTo>
                  <a:pt x="19084" y="116281"/>
                </a:lnTo>
                <a:lnTo>
                  <a:pt x="20032" y="85651"/>
                </a:lnTo>
                <a:lnTo>
                  <a:pt x="20085" y="77077"/>
                </a:lnTo>
                <a:lnTo>
                  <a:pt x="20515" y="100539"/>
                </a:lnTo>
                <a:lnTo>
                  <a:pt x="21728" y="80895"/>
                </a:lnTo>
                <a:lnTo>
                  <a:pt x="22835" y="96726"/>
                </a:lnTo>
                <a:lnTo>
                  <a:pt x="23458" y="57028"/>
                </a:lnTo>
                <a:lnTo>
                  <a:pt x="23836" y="60022"/>
                </a:lnTo>
                <a:lnTo>
                  <a:pt x="23942" y="42777"/>
                </a:lnTo>
                <a:lnTo>
                  <a:pt x="24829" y="54112"/>
                </a:lnTo>
                <a:lnTo>
                  <a:pt x="24882" y="54107"/>
                </a:lnTo>
                <a:lnTo>
                  <a:pt x="25137" y="0"/>
                </a:lnTo>
                <a:lnTo>
                  <a:pt x="25444" y="3591"/>
                </a:lnTo>
                <a:lnTo>
                  <a:pt x="26516" y="17987"/>
                </a:lnTo>
                <a:lnTo>
                  <a:pt x="26622" y="15561"/>
                </a:lnTo>
                <a:lnTo>
                  <a:pt x="27025" y="49366"/>
                </a:lnTo>
                <a:lnTo>
                  <a:pt x="27298" y="12533"/>
                </a:lnTo>
                <a:lnTo>
                  <a:pt x="27483" y="15016"/>
                </a:lnTo>
                <a:lnTo>
                  <a:pt x="27580" y="5157"/>
                </a:lnTo>
                <a:lnTo>
                  <a:pt x="27949" y="31491"/>
                </a:lnTo>
                <a:lnTo>
                  <a:pt x="28370" y="84834"/>
                </a:lnTo>
                <a:lnTo>
                  <a:pt x="28827" y="37605"/>
                </a:lnTo>
                <a:lnTo>
                  <a:pt x="29583" y="97223"/>
                </a:lnTo>
                <a:lnTo>
                  <a:pt x="30611" y="90441"/>
                </a:lnTo>
                <a:lnTo>
                  <a:pt x="30655" y="68920"/>
                </a:lnTo>
                <a:lnTo>
                  <a:pt x="31270" y="75661"/>
                </a:lnTo>
                <a:lnTo>
                  <a:pt x="31797" y="138637"/>
                </a:lnTo>
                <a:lnTo>
                  <a:pt x="32077" y="105990"/>
                </a:lnTo>
                <a:lnTo>
                  <a:pt x="32640" y="107040"/>
                </a:lnTo>
                <a:lnTo>
                  <a:pt x="33237" y="76816"/>
                </a:lnTo>
                <a:lnTo>
                  <a:pt x="33580" y="105193"/>
                </a:lnTo>
                <a:lnTo>
                  <a:pt x="34107" y="92169"/>
                </a:lnTo>
                <a:lnTo>
                  <a:pt x="35513" y="38444"/>
                </a:lnTo>
                <a:lnTo>
                  <a:pt x="35636" y="42968"/>
                </a:lnTo>
                <a:lnTo>
                  <a:pt x="35697" y="72383"/>
                </a:lnTo>
                <a:lnTo>
                  <a:pt x="36154" y="12525"/>
                </a:lnTo>
                <a:lnTo>
                  <a:pt x="36515" y="40045"/>
                </a:lnTo>
                <a:lnTo>
                  <a:pt x="37411" y="84706"/>
                </a:lnTo>
                <a:lnTo>
                  <a:pt x="37780" y="73333"/>
                </a:lnTo>
                <a:lnTo>
                  <a:pt x="38228" y="42003"/>
                </a:lnTo>
                <a:lnTo>
                  <a:pt x="38570" y="75206"/>
                </a:lnTo>
                <a:lnTo>
                  <a:pt x="38834" y="79328"/>
                </a:lnTo>
                <a:lnTo>
                  <a:pt x="38922" y="72716"/>
                </a:lnTo>
                <a:lnTo>
                  <a:pt x="39115" y="62411"/>
                </a:lnTo>
                <a:lnTo>
                  <a:pt x="39660" y="71588"/>
                </a:lnTo>
                <a:lnTo>
                  <a:pt x="40521" y="109421"/>
                </a:lnTo>
                <a:lnTo>
                  <a:pt x="40925" y="98775"/>
                </a:lnTo>
                <a:lnTo>
                  <a:pt x="41277" y="85719"/>
                </a:lnTo>
                <a:lnTo>
                  <a:pt x="41646" y="100966"/>
                </a:lnTo>
                <a:lnTo>
                  <a:pt x="41760" y="101827"/>
                </a:lnTo>
                <a:lnTo>
                  <a:pt x="42146" y="45614"/>
                </a:lnTo>
                <a:lnTo>
                  <a:pt x="42937" y="73529"/>
                </a:lnTo>
                <a:lnTo>
                  <a:pt x="43534" y="129831"/>
                </a:lnTo>
                <a:lnTo>
                  <a:pt x="43350" y="60668"/>
                </a:lnTo>
                <a:lnTo>
                  <a:pt x="43763" y="76350"/>
                </a:lnTo>
                <a:lnTo>
                  <a:pt x="44132" y="69171"/>
                </a:lnTo>
                <a:lnTo>
                  <a:pt x="44914" y="36235"/>
                </a:lnTo>
                <a:lnTo>
                  <a:pt x="45028" y="68186"/>
                </a:lnTo>
                <a:lnTo>
                  <a:pt x="45116" y="91184"/>
                </a:lnTo>
                <a:lnTo>
                  <a:pt x="45704" y="9525"/>
                </a:lnTo>
                <a:lnTo>
                  <a:pt x="46135" y="38830"/>
                </a:lnTo>
                <a:lnTo>
                  <a:pt x="46821" y="38593"/>
                </a:lnTo>
                <a:lnTo>
                  <a:pt x="48586" y="99137"/>
                </a:lnTo>
                <a:lnTo>
                  <a:pt x="49553" y="94866"/>
                </a:lnTo>
                <a:lnTo>
                  <a:pt x="50826" y="35042"/>
                </a:lnTo>
                <a:lnTo>
                  <a:pt x="51002" y="49819"/>
                </a:lnTo>
                <a:lnTo>
                  <a:pt x="51389" y="72010"/>
                </a:lnTo>
                <a:lnTo>
                  <a:pt x="51811" y="42257"/>
                </a:lnTo>
                <a:lnTo>
                  <a:pt x="51987" y="57917"/>
                </a:lnTo>
                <a:lnTo>
                  <a:pt x="52004" y="39697"/>
                </a:lnTo>
                <a:lnTo>
                  <a:pt x="52144" y="47916"/>
                </a:lnTo>
                <a:lnTo>
                  <a:pt x="52892" y="39301"/>
                </a:lnTo>
                <a:lnTo>
                  <a:pt x="53524" y="103054"/>
                </a:lnTo>
                <a:lnTo>
                  <a:pt x="54376" y="146290"/>
                </a:lnTo>
                <a:lnTo>
                  <a:pt x="54526" y="137272"/>
                </a:lnTo>
                <a:lnTo>
                  <a:pt x="54965" y="138897"/>
                </a:lnTo>
                <a:lnTo>
                  <a:pt x="56054" y="194898"/>
                </a:lnTo>
                <a:lnTo>
                  <a:pt x="56336" y="193697"/>
                </a:lnTo>
                <a:lnTo>
                  <a:pt x="56432" y="169643"/>
                </a:lnTo>
                <a:lnTo>
                  <a:pt x="57152" y="172767"/>
                </a:lnTo>
                <a:lnTo>
                  <a:pt x="57460" y="175025"/>
                </a:lnTo>
                <a:lnTo>
                  <a:pt x="58057" y="173282"/>
                </a:lnTo>
                <a:lnTo>
                  <a:pt x="58567" y="156034"/>
                </a:lnTo>
                <a:lnTo>
                  <a:pt x="58954" y="175542"/>
                </a:lnTo>
                <a:lnTo>
                  <a:pt x="59218" y="147050"/>
                </a:lnTo>
                <a:lnTo>
                  <a:pt x="59551" y="148227"/>
                </a:lnTo>
                <a:lnTo>
                  <a:pt x="60913" y="55411"/>
                </a:lnTo>
                <a:lnTo>
                  <a:pt x="59911" y="159087"/>
                </a:lnTo>
                <a:lnTo>
                  <a:pt x="61168" y="107753"/>
                </a:lnTo>
                <a:lnTo>
                  <a:pt x="61537" y="14077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7F6A4-39C4-4D18-A931-BFBD0834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663" y="4419846"/>
            <a:ext cx="49789" cy="176940"/>
          </a:xfrm>
          <a:custGeom xmlns:a="http://schemas.openxmlformats.org/drawingml/2006/main">
            <a:pathLst>
              <a:path w="49789" h="176940" fill="none">
                <a:moveTo>
                  <a:pt x="0" y="123811"/>
                </a:moveTo>
                <a:lnTo>
                  <a:pt x="413" y="76991"/>
                </a:lnTo>
                <a:lnTo>
                  <a:pt x="1002" y="39572"/>
                </a:lnTo>
                <a:lnTo>
                  <a:pt x="1098" y="23004"/>
                </a:lnTo>
                <a:lnTo>
                  <a:pt x="1449" y="74039"/>
                </a:lnTo>
                <a:lnTo>
                  <a:pt x="1687" y="64960"/>
                </a:lnTo>
                <a:lnTo>
                  <a:pt x="1959" y="89428"/>
                </a:lnTo>
                <a:lnTo>
                  <a:pt x="2390" y="46593"/>
                </a:lnTo>
                <a:lnTo>
                  <a:pt x="2486" y="64305"/>
                </a:lnTo>
                <a:lnTo>
                  <a:pt x="2715" y="63612"/>
                </a:lnTo>
                <a:lnTo>
                  <a:pt x="3083" y="131214"/>
                </a:lnTo>
                <a:lnTo>
                  <a:pt x="3690" y="116417"/>
                </a:lnTo>
                <a:lnTo>
                  <a:pt x="5096" y="0"/>
                </a:lnTo>
                <a:lnTo>
                  <a:pt x="5306" y="8760"/>
                </a:lnTo>
                <a:lnTo>
                  <a:pt x="5834" y="93680"/>
                </a:lnTo>
                <a:lnTo>
                  <a:pt x="6264" y="39179"/>
                </a:lnTo>
                <a:lnTo>
                  <a:pt x="6537" y="24732"/>
                </a:lnTo>
                <a:lnTo>
                  <a:pt x="6906" y="42615"/>
                </a:lnTo>
                <a:lnTo>
                  <a:pt x="8627" y="102278"/>
                </a:lnTo>
                <a:lnTo>
                  <a:pt x="8830" y="102687"/>
                </a:lnTo>
                <a:lnTo>
                  <a:pt x="8865" y="97026"/>
                </a:lnTo>
                <a:lnTo>
                  <a:pt x="9260" y="145467"/>
                </a:lnTo>
                <a:lnTo>
                  <a:pt x="9576" y="154623"/>
                </a:lnTo>
                <a:lnTo>
                  <a:pt x="10613" y="119300"/>
                </a:lnTo>
                <a:lnTo>
                  <a:pt x="10754" y="139278"/>
                </a:lnTo>
                <a:lnTo>
                  <a:pt x="11431" y="112749"/>
                </a:lnTo>
                <a:lnTo>
                  <a:pt x="11483" y="125475"/>
                </a:lnTo>
                <a:lnTo>
                  <a:pt x="12274" y="72305"/>
                </a:lnTo>
                <a:lnTo>
                  <a:pt x="12406" y="105560"/>
                </a:lnTo>
                <a:lnTo>
                  <a:pt x="12484" y="147506"/>
                </a:lnTo>
                <a:lnTo>
                  <a:pt x="13099" y="54176"/>
                </a:lnTo>
                <a:lnTo>
                  <a:pt x="13750" y="19844"/>
                </a:lnTo>
                <a:lnTo>
                  <a:pt x="13838" y="28916"/>
                </a:lnTo>
                <a:lnTo>
                  <a:pt x="14506" y="92770"/>
                </a:lnTo>
                <a:lnTo>
                  <a:pt x="14532" y="108176"/>
                </a:lnTo>
                <a:lnTo>
                  <a:pt x="14971" y="49017"/>
                </a:lnTo>
                <a:lnTo>
                  <a:pt x="15068" y="60189"/>
                </a:lnTo>
                <a:lnTo>
                  <a:pt x="15682" y="50220"/>
                </a:lnTo>
                <a:lnTo>
                  <a:pt x="16017" y="89964"/>
                </a:lnTo>
                <a:lnTo>
                  <a:pt x="16729" y="73465"/>
                </a:lnTo>
                <a:lnTo>
                  <a:pt x="17185" y="22430"/>
                </a:lnTo>
                <a:lnTo>
                  <a:pt x="17782" y="29364"/>
                </a:lnTo>
                <a:lnTo>
                  <a:pt x="17835" y="26662"/>
                </a:lnTo>
                <a:lnTo>
                  <a:pt x="17871" y="58678"/>
                </a:lnTo>
                <a:lnTo>
                  <a:pt x="18117" y="77617"/>
                </a:lnTo>
                <a:lnTo>
                  <a:pt x="18626" y="50718"/>
                </a:lnTo>
                <a:lnTo>
                  <a:pt x="18723" y="60606"/>
                </a:lnTo>
                <a:lnTo>
                  <a:pt x="19654" y="4678"/>
                </a:lnTo>
                <a:lnTo>
                  <a:pt x="19223" y="62720"/>
                </a:lnTo>
                <a:lnTo>
                  <a:pt x="20111" y="36453"/>
                </a:lnTo>
                <a:lnTo>
                  <a:pt x="20980" y="109885"/>
                </a:lnTo>
                <a:lnTo>
                  <a:pt x="21218" y="70818"/>
                </a:lnTo>
                <a:lnTo>
                  <a:pt x="21851" y="52917"/>
                </a:lnTo>
                <a:lnTo>
                  <a:pt x="21877" y="89469"/>
                </a:lnTo>
                <a:lnTo>
                  <a:pt x="22000" y="85116"/>
                </a:lnTo>
                <a:lnTo>
                  <a:pt x="22290" y="60961"/>
                </a:lnTo>
                <a:lnTo>
                  <a:pt x="22729" y="64892"/>
                </a:lnTo>
                <a:lnTo>
                  <a:pt x="23370" y="153160"/>
                </a:lnTo>
                <a:lnTo>
                  <a:pt x="23704" y="139684"/>
                </a:lnTo>
                <a:lnTo>
                  <a:pt x="23809" y="162929"/>
                </a:lnTo>
                <a:lnTo>
                  <a:pt x="24407" y="173861"/>
                </a:lnTo>
                <a:lnTo>
                  <a:pt x="24443" y="145335"/>
                </a:lnTo>
                <a:lnTo>
                  <a:pt x="24557" y="108121"/>
                </a:lnTo>
                <a:lnTo>
                  <a:pt x="25382" y="124186"/>
                </a:lnTo>
                <a:lnTo>
                  <a:pt x="25602" y="135654"/>
                </a:lnTo>
                <a:lnTo>
                  <a:pt x="25672" y="106208"/>
                </a:lnTo>
                <a:lnTo>
                  <a:pt x="25751" y="77426"/>
                </a:lnTo>
                <a:lnTo>
                  <a:pt x="25945" y="115809"/>
                </a:lnTo>
                <a:lnTo>
                  <a:pt x="26490" y="90517"/>
                </a:lnTo>
                <a:lnTo>
                  <a:pt x="26674" y="71184"/>
                </a:lnTo>
                <a:lnTo>
                  <a:pt x="28044" y="174745"/>
                </a:lnTo>
                <a:lnTo>
                  <a:pt x="28739" y="161383"/>
                </a:lnTo>
                <a:lnTo>
                  <a:pt x="29230" y="55480"/>
                </a:lnTo>
                <a:lnTo>
                  <a:pt x="29784" y="83751"/>
                </a:lnTo>
                <a:lnTo>
                  <a:pt x="30434" y="157412"/>
                </a:lnTo>
                <a:lnTo>
                  <a:pt x="30768" y="91241"/>
                </a:lnTo>
                <a:lnTo>
                  <a:pt x="31366" y="50379"/>
                </a:lnTo>
                <a:lnTo>
                  <a:pt x="31594" y="102388"/>
                </a:lnTo>
                <a:lnTo>
                  <a:pt x="31621" y="92223"/>
                </a:lnTo>
                <a:lnTo>
                  <a:pt x="31664" y="111584"/>
                </a:lnTo>
                <a:lnTo>
                  <a:pt x="32147" y="84789"/>
                </a:lnTo>
                <a:lnTo>
                  <a:pt x="32578" y="94641"/>
                </a:lnTo>
                <a:lnTo>
                  <a:pt x="32596" y="87637"/>
                </a:lnTo>
                <a:lnTo>
                  <a:pt x="32701" y="45119"/>
                </a:lnTo>
                <a:lnTo>
                  <a:pt x="33176" y="88912"/>
                </a:lnTo>
                <a:lnTo>
                  <a:pt x="33246" y="82602"/>
                </a:lnTo>
                <a:lnTo>
                  <a:pt x="33536" y="120752"/>
                </a:lnTo>
                <a:lnTo>
                  <a:pt x="34028" y="101302"/>
                </a:lnTo>
                <a:lnTo>
                  <a:pt x="34915" y="30463"/>
                </a:lnTo>
                <a:lnTo>
                  <a:pt x="35073" y="40756"/>
                </a:lnTo>
                <a:lnTo>
                  <a:pt x="35310" y="110251"/>
                </a:lnTo>
                <a:lnTo>
                  <a:pt x="35609" y="80368"/>
                </a:lnTo>
                <a:lnTo>
                  <a:pt x="36048" y="73483"/>
                </a:lnTo>
                <a:lnTo>
                  <a:pt x="36057" y="74398"/>
                </a:lnTo>
                <a:lnTo>
                  <a:pt x="36488" y="135167"/>
                </a:lnTo>
                <a:lnTo>
                  <a:pt x="36822" y="118729"/>
                </a:lnTo>
                <a:lnTo>
                  <a:pt x="37805" y="57267"/>
                </a:lnTo>
                <a:lnTo>
                  <a:pt x="38315" y="74861"/>
                </a:lnTo>
                <a:lnTo>
                  <a:pt x="38983" y="128479"/>
                </a:lnTo>
                <a:lnTo>
                  <a:pt x="39686" y="154712"/>
                </a:lnTo>
                <a:lnTo>
                  <a:pt x="39774" y="159052"/>
                </a:lnTo>
                <a:lnTo>
                  <a:pt x="39809" y="148224"/>
                </a:lnTo>
                <a:lnTo>
                  <a:pt x="40108" y="67155"/>
                </a:lnTo>
                <a:lnTo>
                  <a:pt x="40776" y="82489"/>
                </a:lnTo>
                <a:lnTo>
                  <a:pt x="41276" y="135567"/>
                </a:lnTo>
                <a:lnTo>
                  <a:pt x="42005" y="102497"/>
                </a:lnTo>
                <a:lnTo>
                  <a:pt x="42673" y="102826"/>
                </a:lnTo>
                <a:lnTo>
                  <a:pt x="42840" y="70910"/>
                </a:lnTo>
                <a:lnTo>
                  <a:pt x="43534" y="157729"/>
                </a:lnTo>
                <a:lnTo>
                  <a:pt x="43903" y="92689"/>
                </a:lnTo>
                <a:lnTo>
                  <a:pt x="44219" y="72933"/>
                </a:lnTo>
                <a:lnTo>
                  <a:pt x="44518" y="102212"/>
                </a:lnTo>
                <a:lnTo>
                  <a:pt x="44799" y="82123"/>
                </a:lnTo>
                <a:lnTo>
                  <a:pt x="45027" y="121265"/>
                </a:lnTo>
                <a:lnTo>
                  <a:pt x="45124" y="176940"/>
                </a:lnTo>
                <a:lnTo>
                  <a:pt x="45906" y="115170"/>
                </a:lnTo>
                <a:lnTo>
                  <a:pt x="45924" y="134554"/>
                </a:lnTo>
                <a:lnTo>
                  <a:pt x="46758" y="111587"/>
                </a:lnTo>
                <a:lnTo>
                  <a:pt x="46117" y="139263"/>
                </a:lnTo>
                <a:lnTo>
                  <a:pt x="46794" y="118361"/>
                </a:lnTo>
                <a:lnTo>
                  <a:pt x="47611" y="159493"/>
                </a:lnTo>
                <a:lnTo>
                  <a:pt x="47892" y="141378"/>
                </a:lnTo>
                <a:lnTo>
                  <a:pt x="48920" y="110407"/>
                </a:lnTo>
                <a:lnTo>
                  <a:pt x="48560" y="146043"/>
                </a:lnTo>
                <a:lnTo>
                  <a:pt x="48973" y="124776"/>
                </a:lnTo>
                <a:lnTo>
                  <a:pt x="49087" y="155460"/>
                </a:lnTo>
                <a:lnTo>
                  <a:pt x="49614" y="63623"/>
                </a:lnTo>
                <a:lnTo>
                  <a:pt x="49789" y="78214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B30CE-8BC8-437D-A974-D44CE51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453" y="4425735"/>
            <a:ext cx="54745" cy="235482"/>
          </a:xfrm>
          <a:custGeom xmlns:a="http://schemas.openxmlformats.org/drawingml/2006/main">
            <a:pathLst>
              <a:path w="54745" h="235482" fill="none">
                <a:moveTo>
                  <a:pt x="0" y="72325"/>
                </a:moveTo>
                <a:lnTo>
                  <a:pt x="606" y="62106"/>
                </a:lnTo>
                <a:lnTo>
                  <a:pt x="738" y="84383"/>
                </a:lnTo>
                <a:lnTo>
                  <a:pt x="879" y="76708"/>
                </a:lnTo>
                <a:lnTo>
                  <a:pt x="967" y="89518"/>
                </a:lnTo>
                <a:lnTo>
                  <a:pt x="1081" y="57450"/>
                </a:lnTo>
                <a:lnTo>
                  <a:pt x="1775" y="84714"/>
                </a:lnTo>
                <a:lnTo>
                  <a:pt x="1846" y="51024"/>
                </a:lnTo>
                <a:lnTo>
                  <a:pt x="2126" y="112894"/>
                </a:lnTo>
                <a:lnTo>
                  <a:pt x="2381" y="72919"/>
                </a:lnTo>
                <a:lnTo>
                  <a:pt x="2944" y="126461"/>
                </a:lnTo>
                <a:lnTo>
                  <a:pt x="3699" y="105638"/>
                </a:lnTo>
                <a:lnTo>
                  <a:pt x="4358" y="42590"/>
                </a:lnTo>
                <a:lnTo>
                  <a:pt x="4648" y="82110"/>
                </a:lnTo>
                <a:lnTo>
                  <a:pt x="5483" y="102994"/>
                </a:lnTo>
                <a:lnTo>
                  <a:pt x="4921" y="59312"/>
                </a:lnTo>
                <a:lnTo>
                  <a:pt x="5553" y="91488"/>
                </a:lnTo>
                <a:lnTo>
                  <a:pt x="6212" y="41290"/>
                </a:lnTo>
                <a:lnTo>
                  <a:pt x="6352" y="93502"/>
                </a:lnTo>
                <a:lnTo>
                  <a:pt x="6405" y="89411"/>
                </a:lnTo>
                <a:lnTo>
                  <a:pt x="7345" y="72877"/>
                </a:lnTo>
                <a:lnTo>
                  <a:pt x="8198" y="0"/>
                </a:lnTo>
                <a:lnTo>
                  <a:pt x="8479" y="23242"/>
                </a:lnTo>
                <a:lnTo>
                  <a:pt x="9331" y="60222"/>
                </a:lnTo>
                <a:lnTo>
                  <a:pt x="9516" y="41137"/>
                </a:lnTo>
                <a:lnTo>
                  <a:pt x="9691" y="77772"/>
                </a:lnTo>
                <a:lnTo>
                  <a:pt x="10596" y="176183"/>
                </a:lnTo>
                <a:lnTo>
                  <a:pt x="10930" y="140129"/>
                </a:lnTo>
                <a:lnTo>
                  <a:pt x="11923" y="94620"/>
                </a:lnTo>
                <a:lnTo>
                  <a:pt x="11984" y="121448"/>
                </a:lnTo>
                <a:lnTo>
                  <a:pt x="12907" y="162051"/>
                </a:lnTo>
                <a:lnTo>
                  <a:pt x="12072" y="106515"/>
                </a:lnTo>
                <a:lnTo>
                  <a:pt x="12924" y="135300"/>
                </a:lnTo>
                <a:lnTo>
                  <a:pt x="13127" y="136452"/>
                </a:lnTo>
                <a:lnTo>
                  <a:pt x="13161" y="159996"/>
                </a:lnTo>
                <a:lnTo>
                  <a:pt x="14005" y="117219"/>
                </a:lnTo>
                <a:lnTo>
                  <a:pt x="15279" y="169114"/>
                </a:lnTo>
                <a:lnTo>
                  <a:pt x="14462" y="103643"/>
                </a:lnTo>
                <a:lnTo>
                  <a:pt x="15903" y="155482"/>
                </a:lnTo>
                <a:lnTo>
                  <a:pt x="16140" y="151594"/>
                </a:lnTo>
                <a:lnTo>
                  <a:pt x="16219" y="117933"/>
                </a:lnTo>
                <a:lnTo>
                  <a:pt x="16755" y="171761"/>
                </a:lnTo>
                <a:lnTo>
                  <a:pt x="16861" y="143191"/>
                </a:lnTo>
                <a:lnTo>
                  <a:pt x="17378" y="139458"/>
                </a:lnTo>
                <a:lnTo>
                  <a:pt x="17590" y="170453"/>
                </a:lnTo>
                <a:lnTo>
                  <a:pt x="18152" y="105691"/>
                </a:lnTo>
                <a:lnTo>
                  <a:pt x="19391" y="190182"/>
                </a:lnTo>
                <a:lnTo>
                  <a:pt x="19584" y="147410"/>
                </a:lnTo>
                <a:lnTo>
                  <a:pt x="20955" y="66777"/>
                </a:lnTo>
                <a:lnTo>
                  <a:pt x="21025" y="91622"/>
                </a:lnTo>
                <a:lnTo>
                  <a:pt x="21060" y="104114"/>
                </a:lnTo>
                <a:lnTo>
                  <a:pt x="21701" y="44079"/>
                </a:lnTo>
                <a:lnTo>
                  <a:pt x="21816" y="61786"/>
                </a:lnTo>
                <a:lnTo>
                  <a:pt x="22044" y="32630"/>
                </a:lnTo>
                <a:lnTo>
                  <a:pt x="22369" y="98066"/>
                </a:lnTo>
                <a:lnTo>
                  <a:pt x="22439" y="76176"/>
                </a:lnTo>
                <a:lnTo>
                  <a:pt x="22975" y="67069"/>
                </a:lnTo>
                <a:lnTo>
                  <a:pt x="23397" y="71836"/>
                </a:lnTo>
                <a:lnTo>
                  <a:pt x="23819" y="124370"/>
                </a:lnTo>
                <a:lnTo>
                  <a:pt x="24302" y="87696"/>
                </a:lnTo>
                <a:lnTo>
                  <a:pt x="24838" y="47607"/>
                </a:lnTo>
                <a:lnTo>
                  <a:pt x="25901" y="104673"/>
                </a:lnTo>
                <a:lnTo>
                  <a:pt x="26156" y="72454"/>
                </a:lnTo>
                <a:lnTo>
                  <a:pt x="26200" y="63585"/>
                </a:lnTo>
                <a:lnTo>
                  <a:pt x="26692" y="126381"/>
                </a:lnTo>
                <a:lnTo>
                  <a:pt x="26868" y="106689"/>
                </a:lnTo>
                <a:lnTo>
                  <a:pt x="27430" y="98745"/>
                </a:lnTo>
                <a:lnTo>
                  <a:pt x="27703" y="127080"/>
                </a:lnTo>
                <a:lnTo>
                  <a:pt x="28203" y="99339"/>
                </a:lnTo>
                <a:lnTo>
                  <a:pt x="28686" y="123342"/>
                </a:lnTo>
                <a:lnTo>
                  <a:pt x="28871" y="151776"/>
                </a:lnTo>
                <a:lnTo>
                  <a:pt x="29363" y="126958"/>
                </a:lnTo>
                <a:lnTo>
                  <a:pt x="29758" y="79149"/>
                </a:lnTo>
                <a:lnTo>
                  <a:pt x="30171" y="114827"/>
                </a:lnTo>
                <a:lnTo>
                  <a:pt x="30303" y="97153"/>
                </a:lnTo>
                <a:lnTo>
                  <a:pt x="31050" y="119803"/>
                </a:lnTo>
                <a:lnTo>
                  <a:pt x="31172" y="117685"/>
                </a:lnTo>
                <a:lnTo>
                  <a:pt x="32446" y="216541"/>
                </a:lnTo>
                <a:lnTo>
                  <a:pt x="32543" y="212846"/>
                </a:lnTo>
                <a:lnTo>
                  <a:pt x="32816" y="235482"/>
                </a:lnTo>
                <a:lnTo>
                  <a:pt x="33053" y="208520"/>
                </a:lnTo>
                <a:lnTo>
                  <a:pt x="33387" y="213123"/>
                </a:lnTo>
                <a:lnTo>
                  <a:pt x="34669" y="83166"/>
                </a:lnTo>
                <a:lnTo>
                  <a:pt x="34951" y="190385"/>
                </a:lnTo>
                <a:lnTo>
                  <a:pt x="35610" y="149892"/>
                </a:lnTo>
                <a:lnTo>
                  <a:pt x="36690" y="99129"/>
                </a:lnTo>
                <a:lnTo>
                  <a:pt x="36778" y="120449"/>
                </a:lnTo>
                <a:lnTo>
                  <a:pt x="36998" y="127796"/>
                </a:lnTo>
                <a:lnTo>
                  <a:pt x="37384" y="118017"/>
                </a:lnTo>
                <a:lnTo>
                  <a:pt x="37639" y="98093"/>
                </a:lnTo>
                <a:lnTo>
                  <a:pt x="38236" y="141641"/>
                </a:lnTo>
                <a:lnTo>
                  <a:pt x="38342" y="198619"/>
                </a:lnTo>
                <a:lnTo>
                  <a:pt x="39062" y="137229"/>
                </a:lnTo>
                <a:lnTo>
                  <a:pt x="39352" y="156789"/>
                </a:lnTo>
                <a:lnTo>
                  <a:pt x="39598" y="122904"/>
                </a:lnTo>
                <a:lnTo>
                  <a:pt x="39625" y="109532"/>
                </a:lnTo>
                <a:lnTo>
                  <a:pt x="39818" y="136940"/>
                </a:lnTo>
                <a:lnTo>
                  <a:pt x="40503" y="121929"/>
                </a:lnTo>
                <a:lnTo>
                  <a:pt x="41786" y="191412"/>
                </a:lnTo>
                <a:lnTo>
                  <a:pt x="41215" y="113577"/>
                </a:lnTo>
                <a:lnTo>
                  <a:pt x="41883" y="172846"/>
                </a:lnTo>
                <a:lnTo>
                  <a:pt x="42752" y="124738"/>
                </a:lnTo>
                <a:lnTo>
                  <a:pt x="42989" y="162161"/>
                </a:lnTo>
                <a:lnTo>
                  <a:pt x="43798" y="154870"/>
                </a:lnTo>
                <a:lnTo>
                  <a:pt x="44808" y="54358"/>
                </a:lnTo>
                <a:lnTo>
                  <a:pt x="45160" y="83542"/>
                </a:lnTo>
                <a:lnTo>
                  <a:pt x="45713" y="78390"/>
                </a:lnTo>
                <a:lnTo>
                  <a:pt x="46144" y="57099"/>
                </a:lnTo>
                <a:lnTo>
                  <a:pt x="46478" y="96832"/>
                </a:lnTo>
                <a:lnTo>
                  <a:pt x="46715" y="100520"/>
                </a:lnTo>
                <a:lnTo>
                  <a:pt x="46865" y="80169"/>
                </a:lnTo>
                <a:lnTo>
                  <a:pt x="47277" y="46259"/>
                </a:lnTo>
                <a:lnTo>
                  <a:pt x="47717" y="119894"/>
                </a:lnTo>
                <a:lnTo>
                  <a:pt x="48525" y="184893"/>
                </a:lnTo>
                <a:lnTo>
                  <a:pt x="50994" y="64565"/>
                </a:lnTo>
                <a:lnTo>
                  <a:pt x="51284" y="87003"/>
                </a:lnTo>
                <a:lnTo>
                  <a:pt x="51494" y="119523"/>
                </a:lnTo>
                <a:lnTo>
                  <a:pt x="51644" y="67744"/>
                </a:lnTo>
                <a:lnTo>
                  <a:pt x="52048" y="99461"/>
                </a:lnTo>
                <a:lnTo>
                  <a:pt x="52189" y="80183"/>
                </a:lnTo>
                <a:lnTo>
                  <a:pt x="52663" y="104456"/>
                </a:lnTo>
                <a:lnTo>
                  <a:pt x="52918" y="95939"/>
                </a:lnTo>
                <a:lnTo>
                  <a:pt x="53770" y="154610"/>
                </a:lnTo>
                <a:lnTo>
                  <a:pt x="53331" y="45873"/>
                </a:lnTo>
                <a:lnTo>
                  <a:pt x="54016" y="122030"/>
                </a:lnTo>
                <a:lnTo>
                  <a:pt x="54693" y="127942"/>
                </a:lnTo>
                <a:lnTo>
                  <a:pt x="54359" y="89840"/>
                </a:lnTo>
                <a:lnTo>
                  <a:pt x="54745" y="12126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5C21F-87C8-4EFC-893C-B12E378B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198" y="4450190"/>
            <a:ext cx="51450" cy="197131"/>
          </a:xfrm>
          <a:custGeom xmlns:a="http://schemas.openxmlformats.org/drawingml/2006/main">
            <a:pathLst>
              <a:path w="51450" h="197131" fill="none">
                <a:moveTo>
                  <a:pt x="0" y="96815"/>
                </a:moveTo>
                <a:lnTo>
                  <a:pt x="545" y="112153"/>
                </a:lnTo>
                <a:lnTo>
                  <a:pt x="553" y="126625"/>
                </a:lnTo>
                <a:lnTo>
                  <a:pt x="1432" y="63689"/>
                </a:lnTo>
                <a:lnTo>
                  <a:pt x="1810" y="46656"/>
                </a:lnTo>
                <a:lnTo>
                  <a:pt x="1863" y="82429"/>
                </a:lnTo>
                <a:lnTo>
                  <a:pt x="2126" y="73378"/>
                </a:lnTo>
                <a:lnTo>
                  <a:pt x="2187" y="118296"/>
                </a:lnTo>
                <a:lnTo>
                  <a:pt x="2916" y="69061"/>
                </a:lnTo>
                <a:lnTo>
                  <a:pt x="3040" y="98915"/>
                </a:lnTo>
                <a:lnTo>
                  <a:pt x="3242" y="117062"/>
                </a:lnTo>
                <a:lnTo>
                  <a:pt x="3356" y="77425"/>
                </a:lnTo>
                <a:lnTo>
                  <a:pt x="3883" y="0"/>
                </a:lnTo>
                <a:lnTo>
                  <a:pt x="4243" y="63396"/>
                </a:lnTo>
                <a:lnTo>
                  <a:pt x="5508" y="132492"/>
                </a:lnTo>
                <a:lnTo>
                  <a:pt x="4656" y="48806"/>
                </a:lnTo>
                <a:lnTo>
                  <a:pt x="5518" y="109509"/>
                </a:lnTo>
                <a:lnTo>
                  <a:pt x="5544" y="78924"/>
                </a:lnTo>
                <a:lnTo>
                  <a:pt x="6423" y="83517"/>
                </a:lnTo>
                <a:lnTo>
                  <a:pt x="7451" y="39942"/>
                </a:lnTo>
                <a:lnTo>
                  <a:pt x="8118" y="69542"/>
                </a:lnTo>
                <a:lnTo>
                  <a:pt x="8460" y="57558"/>
                </a:lnTo>
                <a:lnTo>
                  <a:pt x="8882" y="35789"/>
                </a:lnTo>
                <a:lnTo>
                  <a:pt x="9216" y="71955"/>
                </a:lnTo>
                <a:lnTo>
                  <a:pt x="9744" y="125098"/>
                </a:lnTo>
                <a:lnTo>
                  <a:pt x="10068" y="71864"/>
                </a:lnTo>
                <a:lnTo>
                  <a:pt x="10253" y="58470"/>
                </a:lnTo>
                <a:lnTo>
                  <a:pt x="10420" y="107000"/>
                </a:lnTo>
                <a:lnTo>
                  <a:pt x="10806" y="120068"/>
                </a:lnTo>
                <a:lnTo>
                  <a:pt x="10991" y="91163"/>
                </a:lnTo>
                <a:lnTo>
                  <a:pt x="11659" y="59393"/>
                </a:lnTo>
                <a:lnTo>
                  <a:pt x="12037" y="84449"/>
                </a:lnTo>
                <a:lnTo>
                  <a:pt x="12573" y="70894"/>
                </a:lnTo>
                <a:lnTo>
                  <a:pt x="12845" y="80321"/>
                </a:lnTo>
                <a:lnTo>
                  <a:pt x="13091" y="109614"/>
                </a:lnTo>
                <a:lnTo>
                  <a:pt x="13583" y="89984"/>
                </a:lnTo>
                <a:lnTo>
                  <a:pt x="13767" y="64314"/>
                </a:lnTo>
                <a:lnTo>
                  <a:pt x="14567" y="66420"/>
                </a:lnTo>
                <a:lnTo>
                  <a:pt x="15735" y="141917"/>
                </a:lnTo>
                <a:lnTo>
                  <a:pt x="15981" y="118018"/>
                </a:lnTo>
                <a:lnTo>
                  <a:pt x="16922" y="83765"/>
                </a:lnTo>
                <a:lnTo>
                  <a:pt x="17098" y="142787"/>
                </a:lnTo>
                <a:lnTo>
                  <a:pt x="17677" y="114268"/>
                </a:lnTo>
                <a:lnTo>
                  <a:pt x="18283" y="104633"/>
                </a:lnTo>
                <a:lnTo>
                  <a:pt x="18336" y="132961"/>
                </a:lnTo>
                <a:lnTo>
                  <a:pt x="19109" y="73820"/>
                </a:lnTo>
                <a:lnTo>
                  <a:pt x="19601" y="110553"/>
                </a:lnTo>
                <a:lnTo>
                  <a:pt x="19408" y="61353"/>
                </a:lnTo>
                <a:lnTo>
                  <a:pt x="20023" y="81173"/>
                </a:lnTo>
                <a:lnTo>
                  <a:pt x="20849" y="39221"/>
                </a:lnTo>
                <a:lnTo>
                  <a:pt x="20963" y="64961"/>
                </a:lnTo>
                <a:lnTo>
                  <a:pt x="21244" y="38152"/>
                </a:lnTo>
                <a:lnTo>
                  <a:pt x="21385" y="105848"/>
                </a:lnTo>
                <a:lnTo>
                  <a:pt x="21885" y="122588"/>
                </a:lnTo>
                <a:lnTo>
                  <a:pt x="22131" y="63374"/>
                </a:lnTo>
                <a:lnTo>
                  <a:pt x="22413" y="87819"/>
                </a:lnTo>
                <a:lnTo>
                  <a:pt x="22826" y="50626"/>
                </a:lnTo>
                <a:lnTo>
                  <a:pt x="22835" y="39360"/>
                </a:lnTo>
                <a:lnTo>
                  <a:pt x="23230" y="152673"/>
                </a:lnTo>
                <a:lnTo>
                  <a:pt x="23678" y="103454"/>
                </a:lnTo>
                <a:lnTo>
                  <a:pt x="24003" y="146642"/>
                </a:lnTo>
                <a:lnTo>
                  <a:pt x="24416" y="119802"/>
                </a:lnTo>
                <a:lnTo>
                  <a:pt x="24803" y="142176"/>
                </a:lnTo>
                <a:lnTo>
                  <a:pt x="25075" y="126161"/>
                </a:lnTo>
                <a:lnTo>
                  <a:pt x="26007" y="82063"/>
                </a:lnTo>
                <a:lnTo>
                  <a:pt x="26200" y="83999"/>
                </a:lnTo>
                <a:lnTo>
                  <a:pt x="26331" y="75854"/>
                </a:lnTo>
                <a:lnTo>
                  <a:pt x="27535" y="145529"/>
                </a:lnTo>
                <a:lnTo>
                  <a:pt x="28088" y="50928"/>
                </a:lnTo>
                <a:lnTo>
                  <a:pt x="28475" y="92198"/>
                </a:lnTo>
                <a:lnTo>
                  <a:pt x="28695" y="67342"/>
                </a:lnTo>
                <a:lnTo>
                  <a:pt x="29029" y="123212"/>
                </a:lnTo>
                <a:lnTo>
                  <a:pt x="29222" y="100775"/>
                </a:lnTo>
                <a:lnTo>
                  <a:pt x="29881" y="120461"/>
                </a:lnTo>
                <a:lnTo>
                  <a:pt x="29872" y="90220"/>
                </a:lnTo>
                <a:lnTo>
                  <a:pt x="30065" y="118966"/>
                </a:lnTo>
                <a:lnTo>
                  <a:pt x="30118" y="84379"/>
                </a:lnTo>
                <a:lnTo>
                  <a:pt x="30496" y="156848"/>
                </a:lnTo>
                <a:lnTo>
                  <a:pt x="30988" y="101372"/>
                </a:lnTo>
                <a:lnTo>
                  <a:pt x="31409" y="176928"/>
                </a:lnTo>
                <a:lnTo>
                  <a:pt x="31954" y="141586"/>
                </a:lnTo>
                <a:lnTo>
                  <a:pt x="32253" y="160891"/>
                </a:lnTo>
                <a:lnTo>
                  <a:pt x="32420" y="100022"/>
                </a:lnTo>
                <a:lnTo>
                  <a:pt x="32613" y="132010"/>
                </a:lnTo>
                <a:lnTo>
                  <a:pt x="32920" y="138421"/>
                </a:lnTo>
                <a:lnTo>
                  <a:pt x="33896" y="39748"/>
                </a:lnTo>
                <a:lnTo>
                  <a:pt x="34626" y="66389"/>
                </a:lnTo>
                <a:lnTo>
                  <a:pt x="34976" y="48702"/>
                </a:lnTo>
                <a:lnTo>
                  <a:pt x="35117" y="26926"/>
                </a:lnTo>
                <a:lnTo>
                  <a:pt x="35336" y="66134"/>
                </a:lnTo>
                <a:lnTo>
                  <a:pt x="35794" y="110508"/>
                </a:lnTo>
                <a:lnTo>
                  <a:pt x="36260" y="78343"/>
                </a:lnTo>
                <a:lnTo>
                  <a:pt x="36681" y="42469"/>
                </a:lnTo>
                <a:lnTo>
                  <a:pt x="36900" y="70760"/>
                </a:lnTo>
                <a:lnTo>
                  <a:pt x="37595" y="55416"/>
                </a:lnTo>
                <a:lnTo>
                  <a:pt x="38184" y="119392"/>
                </a:lnTo>
                <a:lnTo>
                  <a:pt x="38456" y="45384"/>
                </a:lnTo>
                <a:lnTo>
                  <a:pt x="38500" y="64584"/>
                </a:lnTo>
                <a:lnTo>
                  <a:pt x="39756" y="140233"/>
                </a:lnTo>
                <a:lnTo>
                  <a:pt x="39852" y="98205"/>
                </a:lnTo>
                <a:lnTo>
                  <a:pt x="39967" y="67545"/>
                </a:lnTo>
                <a:lnTo>
                  <a:pt x="40626" y="102760"/>
                </a:lnTo>
                <a:lnTo>
                  <a:pt x="41074" y="84178"/>
                </a:lnTo>
                <a:lnTo>
                  <a:pt x="41206" y="110981"/>
                </a:lnTo>
                <a:lnTo>
                  <a:pt x="41232" y="104784"/>
                </a:lnTo>
                <a:lnTo>
                  <a:pt x="41715" y="171143"/>
                </a:lnTo>
                <a:lnTo>
                  <a:pt x="42295" y="155037"/>
                </a:lnTo>
                <a:lnTo>
                  <a:pt x="43411" y="115316"/>
                </a:lnTo>
                <a:lnTo>
                  <a:pt x="42752" y="163062"/>
                </a:lnTo>
                <a:lnTo>
                  <a:pt x="43798" y="128077"/>
                </a:lnTo>
                <a:lnTo>
                  <a:pt x="44237" y="180385"/>
                </a:lnTo>
                <a:lnTo>
                  <a:pt x="44685" y="140938"/>
                </a:lnTo>
                <a:lnTo>
                  <a:pt x="45150" y="147639"/>
                </a:lnTo>
                <a:lnTo>
                  <a:pt x="45599" y="114354"/>
                </a:lnTo>
                <a:lnTo>
                  <a:pt x="46460" y="66818"/>
                </a:lnTo>
                <a:lnTo>
                  <a:pt x="46846" y="79343"/>
                </a:lnTo>
                <a:lnTo>
                  <a:pt x="47295" y="48911"/>
                </a:lnTo>
                <a:lnTo>
                  <a:pt x="47391" y="83933"/>
                </a:lnTo>
                <a:lnTo>
                  <a:pt x="47664" y="71917"/>
                </a:lnTo>
                <a:lnTo>
                  <a:pt x="48700" y="130998"/>
                </a:lnTo>
                <a:lnTo>
                  <a:pt x="48911" y="106769"/>
                </a:lnTo>
                <a:lnTo>
                  <a:pt x="49139" y="145820"/>
                </a:lnTo>
                <a:lnTo>
                  <a:pt x="49376" y="131050"/>
                </a:lnTo>
                <a:lnTo>
                  <a:pt x="49570" y="197131"/>
                </a:lnTo>
                <a:lnTo>
                  <a:pt x="50423" y="167765"/>
                </a:lnTo>
                <a:lnTo>
                  <a:pt x="50580" y="172568"/>
                </a:lnTo>
                <a:lnTo>
                  <a:pt x="50607" y="147440"/>
                </a:lnTo>
                <a:lnTo>
                  <a:pt x="51450" y="82403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EA00F-362D-4B24-BD5D-C5815AD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648" y="4507553"/>
            <a:ext cx="52461" cy="169477"/>
          </a:xfrm>
          <a:custGeom xmlns:a="http://schemas.openxmlformats.org/drawingml/2006/main">
            <a:pathLst>
              <a:path w="52461" h="169477" fill="none">
                <a:moveTo>
                  <a:pt x="0" y="25039"/>
                </a:moveTo>
                <a:lnTo>
                  <a:pt x="36" y="46156"/>
                </a:lnTo>
                <a:lnTo>
                  <a:pt x="343" y="60001"/>
                </a:lnTo>
                <a:lnTo>
                  <a:pt x="580" y="41388"/>
                </a:lnTo>
                <a:lnTo>
                  <a:pt x="782" y="38968"/>
                </a:lnTo>
                <a:lnTo>
                  <a:pt x="808" y="41536"/>
                </a:lnTo>
                <a:lnTo>
                  <a:pt x="1371" y="58450"/>
                </a:lnTo>
                <a:lnTo>
                  <a:pt x="1626" y="29066"/>
                </a:lnTo>
                <a:lnTo>
                  <a:pt x="2636" y="114032"/>
                </a:lnTo>
                <a:lnTo>
                  <a:pt x="2777" y="78288"/>
                </a:lnTo>
                <a:lnTo>
                  <a:pt x="3787" y="8778"/>
                </a:lnTo>
                <a:lnTo>
                  <a:pt x="4885" y="62272"/>
                </a:lnTo>
                <a:lnTo>
                  <a:pt x="5140" y="40826"/>
                </a:lnTo>
                <a:lnTo>
                  <a:pt x="6176" y="15166"/>
                </a:lnTo>
                <a:lnTo>
                  <a:pt x="6432" y="27078"/>
                </a:lnTo>
                <a:lnTo>
                  <a:pt x="7161" y="91612"/>
                </a:lnTo>
                <a:lnTo>
                  <a:pt x="6695" y="19504"/>
                </a:lnTo>
                <a:lnTo>
                  <a:pt x="7494" y="58289"/>
                </a:lnTo>
                <a:lnTo>
                  <a:pt x="8145" y="63787"/>
                </a:lnTo>
                <a:lnTo>
                  <a:pt x="8285" y="9708"/>
                </a:lnTo>
                <a:lnTo>
                  <a:pt x="9147" y="38"/>
                </a:lnTo>
                <a:lnTo>
                  <a:pt x="9840" y="0"/>
                </a:lnTo>
                <a:lnTo>
                  <a:pt x="11264" y="100318"/>
                </a:lnTo>
                <a:lnTo>
                  <a:pt x="11571" y="74469"/>
                </a:lnTo>
                <a:lnTo>
                  <a:pt x="12002" y="85137"/>
                </a:lnTo>
                <a:lnTo>
                  <a:pt x="12468" y="105562"/>
                </a:lnTo>
                <a:lnTo>
                  <a:pt x="12951" y="100343"/>
                </a:lnTo>
                <a:lnTo>
                  <a:pt x="14330" y="7178"/>
                </a:lnTo>
                <a:lnTo>
                  <a:pt x="14884" y="14763"/>
                </a:lnTo>
                <a:lnTo>
                  <a:pt x="15454" y="145287"/>
                </a:lnTo>
                <a:lnTo>
                  <a:pt x="15894" y="101268"/>
                </a:lnTo>
                <a:lnTo>
                  <a:pt x="16755" y="80485"/>
                </a:lnTo>
                <a:lnTo>
                  <a:pt x="16359" y="103810"/>
                </a:lnTo>
                <a:lnTo>
                  <a:pt x="16790" y="93083"/>
                </a:lnTo>
                <a:lnTo>
                  <a:pt x="17283" y="104638"/>
                </a:lnTo>
                <a:lnTo>
                  <a:pt x="17361" y="73611"/>
                </a:lnTo>
                <a:lnTo>
                  <a:pt x="17660" y="77935"/>
                </a:lnTo>
                <a:lnTo>
                  <a:pt x="17783" y="105012"/>
                </a:lnTo>
                <a:lnTo>
                  <a:pt x="18152" y="53032"/>
                </a:lnTo>
                <a:lnTo>
                  <a:pt x="18529" y="85236"/>
                </a:lnTo>
                <a:lnTo>
                  <a:pt x="18714" y="81072"/>
                </a:lnTo>
                <a:lnTo>
                  <a:pt x="18837" y="39795"/>
                </a:lnTo>
                <a:lnTo>
                  <a:pt x="19259" y="103563"/>
                </a:lnTo>
                <a:lnTo>
                  <a:pt x="19356" y="64304"/>
                </a:lnTo>
                <a:lnTo>
                  <a:pt x="19804" y="74934"/>
                </a:lnTo>
                <a:lnTo>
                  <a:pt x="20296" y="23459"/>
                </a:lnTo>
                <a:lnTo>
                  <a:pt x="20524" y="63977"/>
                </a:lnTo>
                <a:lnTo>
                  <a:pt x="20875" y="75737"/>
                </a:lnTo>
                <a:lnTo>
                  <a:pt x="21017" y="71177"/>
                </a:lnTo>
                <a:lnTo>
                  <a:pt x="21789" y="144277"/>
                </a:lnTo>
                <a:lnTo>
                  <a:pt x="22141" y="149347"/>
                </a:lnTo>
                <a:lnTo>
                  <a:pt x="22852" y="111028"/>
                </a:lnTo>
                <a:lnTo>
                  <a:pt x="23064" y="144002"/>
                </a:lnTo>
                <a:lnTo>
                  <a:pt x="24144" y="60569"/>
                </a:lnTo>
                <a:lnTo>
                  <a:pt x="24425" y="89411"/>
                </a:lnTo>
                <a:lnTo>
                  <a:pt x="25067" y="106501"/>
                </a:lnTo>
                <a:lnTo>
                  <a:pt x="25348" y="101786"/>
                </a:lnTo>
                <a:lnTo>
                  <a:pt x="25383" y="109750"/>
                </a:lnTo>
                <a:lnTo>
                  <a:pt x="26024" y="73756"/>
                </a:lnTo>
                <a:lnTo>
                  <a:pt x="26112" y="63360"/>
                </a:lnTo>
                <a:lnTo>
                  <a:pt x="26727" y="89785"/>
                </a:lnTo>
                <a:lnTo>
                  <a:pt x="26877" y="80325"/>
                </a:lnTo>
                <a:lnTo>
                  <a:pt x="27149" y="81888"/>
                </a:lnTo>
                <a:lnTo>
                  <a:pt x="27342" y="151179"/>
                </a:lnTo>
                <a:lnTo>
                  <a:pt x="28010" y="113548"/>
                </a:lnTo>
                <a:lnTo>
                  <a:pt x="28168" y="121861"/>
                </a:lnTo>
                <a:lnTo>
                  <a:pt x="28414" y="91796"/>
                </a:lnTo>
                <a:lnTo>
                  <a:pt x="29108" y="42910"/>
                </a:lnTo>
                <a:lnTo>
                  <a:pt x="29248" y="95829"/>
                </a:lnTo>
                <a:lnTo>
                  <a:pt x="29293" y="93233"/>
                </a:lnTo>
                <a:lnTo>
                  <a:pt x="29442" y="92794"/>
                </a:lnTo>
                <a:lnTo>
                  <a:pt x="30136" y="29832"/>
                </a:lnTo>
                <a:lnTo>
                  <a:pt x="30312" y="86878"/>
                </a:lnTo>
                <a:lnTo>
                  <a:pt x="30725" y="144252"/>
                </a:lnTo>
                <a:lnTo>
                  <a:pt x="31234" y="101987"/>
                </a:lnTo>
                <a:lnTo>
                  <a:pt x="31709" y="47379"/>
                </a:lnTo>
                <a:lnTo>
                  <a:pt x="32148" y="93372"/>
                </a:lnTo>
                <a:lnTo>
                  <a:pt x="32517" y="120349"/>
                </a:lnTo>
                <a:lnTo>
                  <a:pt x="32904" y="38523"/>
                </a:lnTo>
                <a:lnTo>
                  <a:pt x="32939" y="42306"/>
                </a:lnTo>
                <a:lnTo>
                  <a:pt x="34239" y="109379"/>
                </a:lnTo>
                <a:lnTo>
                  <a:pt x="34652" y="68432"/>
                </a:lnTo>
                <a:lnTo>
                  <a:pt x="35127" y="98636"/>
                </a:lnTo>
                <a:lnTo>
                  <a:pt x="35294" y="145807"/>
                </a:lnTo>
                <a:lnTo>
                  <a:pt x="36023" y="117495"/>
                </a:lnTo>
                <a:lnTo>
                  <a:pt x="36119" y="115053"/>
                </a:lnTo>
                <a:lnTo>
                  <a:pt x="36303" y="132163"/>
                </a:lnTo>
                <a:lnTo>
                  <a:pt x="36313" y="144825"/>
                </a:lnTo>
                <a:lnTo>
                  <a:pt x="36971" y="112586"/>
                </a:lnTo>
                <a:lnTo>
                  <a:pt x="37112" y="122183"/>
                </a:lnTo>
                <a:lnTo>
                  <a:pt x="38017" y="72251"/>
                </a:lnTo>
                <a:lnTo>
                  <a:pt x="38720" y="135943"/>
                </a:lnTo>
                <a:lnTo>
                  <a:pt x="39151" y="87430"/>
                </a:lnTo>
                <a:lnTo>
                  <a:pt x="39889" y="64347"/>
                </a:lnTo>
                <a:lnTo>
                  <a:pt x="40073" y="81111"/>
                </a:lnTo>
                <a:lnTo>
                  <a:pt x="40117" y="84217"/>
                </a:lnTo>
                <a:lnTo>
                  <a:pt x="40293" y="53809"/>
                </a:lnTo>
                <a:lnTo>
                  <a:pt x="40582" y="60489"/>
                </a:lnTo>
                <a:lnTo>
                  <a:pt x="40609" y="53888"/>
                </a:lnTo>
                <a:lnTo>
                  <a:pt x="41075" y="133921"/>
                </a:lnTo>
                <a:lnTo>
                  <a:pt x="41180" y="131670"/>
                </a:lnTo>
                <a:lnTo>
                  <a:pt x="41241" y="132525"/>
                </a:lnTo>
                <a:lnTo>
                  <a:pt x="41400" y="169477"/>
                </a:lnTo>
                <a:lnTo>
                  <a:pt x="41646" y="126150"/>
                </a:lnTo>
                <a:lnTo>
                  <a:pt x="42103" y="153528"/>
                </a:lnTo>
                <a:lnTo>
                  <a:pt x="42313" y="156311"/>
                </a:lnTo>
                <a:lnTo>
                  <a:pt x="43183" y="87573"/>
                </a:lnTo>
                <a:lnTo>
                  <a:pt x="43227" y="90588"/>
                </a:lnTo>
                <a:lnTo>
                  <a:pt x="43553" y="160705"/>
                </a:lnTo>
                <a:lnTo>
                  <a:pt x="44193" y="132291"/>
                </a:lnTo>
                <a:lnTo>
                  <a:pt x="44774" y="149614"/>
                </a:lnTo>
                <a:lnTo>
                  <a:pt x="45239" y="146453"/>
                </a:lnTo>
                <a:lnTo>
                  <a:pt x="46302" y="59193"/>
                </a:lnTo>
                <a:lnTo>
                  <a:pt x="46452" y="98949"/>
                </a:lnTo>
                <a:lnTo>
                  <a:pt x="47410" y="33288"/>
                </a:lnTo>
                <a:lnTo>
                  <a:pt x="48007" y="72033"/>
                </a:lnTo>
                <a:lnTo>
                  <a:pt x="48859" y="108410"/>
                </a:lnTo>
                <a:lnTo>
                  <a:pt x="48876" y="103341"/>
                </a:lnTo>
                <a:lnTo>
                  <a:pt x="49131" y="78664"/>
                </a:lnTo>
                <a:lnTo>
                  <a:pt x="49315" y="121661"/>
                </a:lnTo>
                <a:lnTo>
                  <a:pt x="50362" y="124329"/>
                </a:lnTo>
                <a:lnTo>
                  <a:pt x="50519" y="144448"/>
                </a:lnTo>
                <a:lnTo>
                  <a:pt x="51144" y="118439"/>
                </a:lnTo>
                <a:lnTo>
                  <a:pt x="51267" y="108823"/>
                </a:lnTo>
                <a:lnTo>
                  <a:pt x="51328" y="135809"/>
                </a:lnTo>
                <a:lnTo>
                  <a:pt x="51635" y="134213"/>
                </a:lnTo>
                <a:lnTo>
                  <a:pt x="51943" y="157517"/>
                </a:lnTo>
                <a:lnTo>
                  <a:pt x="52461" y="145398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56241-64E9-4CCD-9F1A-0D4A41C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109" y="4522645"/>
            <a:ext cx="55096" cy="203914"/>
          </a:xfrm>
          <a:custGeom xmlns:a="http://schemas.openxmlformats.org/drawingml/2006/main">
            <a:pathLst>
              <a:path w="55096" h="203914" fill="none">
                <a:moveTo>
                  <a:pt x="0" y="130307"/>
                </a:moveTo>
                <a:lnTo>
                  <a:pt x="61" y="89904"/>
                </a:lnTo>
                <a:lnTo>
                  <a:pt x="729" y="99311"/>
                </a:lnTo>
                <a:lnTo>
                  <a:pt x="1546" y="148448"/>
                </a:lnTo>
                <a:lnTo>
                  <a:pt x="1599" y="125338"/>
                </a:lnTo>
                <a:lnTo>
                  <a:pt x="2205" y="78966"/>
                </a:lnTo>
                <a:lnTo>
                  <a:pt x="2521" y="96143"/>
                </a:lnTo>
                <a:lnTo>
                  <a:pt x="3083" y="87214"/>
                </a:lnTo>
                <a:lnTo>
                  <a:pt x="3198" y="113940"/>
                </a:lnTo>
                <a:lnTo>
                  <a:pt x="3689" y="42098"/>
                </a:lnTo>
                <a:lnTo>
                  <a:pt x="3857" y="75343"/>
                </a:lnTo>
                <a:lnTo>
                  <a:pt x="4437" y="67031"/>
                </a:lnTo>
                <a:lnTo>
                  <a:pt x="5060" y="135173"/>
                </a:lnTo>
                <a:lnTo>
                  <a:pt x="5192" y="59651"/>
                </a:lnTo>
                <a:lnTo>
                  <a:pt x="5368" y="78990"/>
                </a:lnTo>
                <a:lnTo>
                  <a:pt x="5675" y="51952"/>
                </a:lnTo>
                <a:lnTo>
                  <a:pt x="6387" y="64625"/>
                </a:lnTo>
                <a:lnTo>
                  <a:pt x="6862" y="66120"/>
                </a:lnTo>
                <a:lnTo>
                  <a:pt x="6949" y="74429"/>
                </a:lnTo>
                <a:lnTo>
                  <a:pt x="7002" y="36991"/>
                </a:lnTo>
                <a:lnTo>
                  <a:pt x="7072" y="46993"/>
                </a:lnTo>
                <a:lnTo>
                  <a:pt x="7538" y="39215"/>
                </a:lnTo>
                <a:lnTo>
                  <a:pt x="7591" y="40569"/>
                </a:lnTo>
                <a:lnTo>
                  <a:pt x="8021" y="6072"/>
                </a:lnTo>
                <a:lnTo>
                  <a:pt x="8328" y="64383"/>
                </a:lnTo>
                <a:lnTo>
                  <a:pt x="8671" y="66965"/>
                </a:lnTo>
                <a:lnTo>
                  <a:pt x="8777" y="54057"/>
                </a:lnTo>
                <a:lnTo>
                  <a:pt x="9260" y="106150"/>
                </a:lnTo>
                <a:lnTo>
                  <a:pt x="9559" y="115472"/>
                </a:lnTo>
                <a:lnTo>
                  <a:pt x="9576" y="94690"/>
                </a:lnTo>
                <a:lnTo>
                  <a:pt x="9682" y="99893"/>
                </a:lnTo>
                <a:lnTo>
                  <a:pt x="10411" y="19391"/>
                </a:lnTo>
                <a:lnTo>
                  <a:pt x="10842" y="16923"/>
                </a:lnTo>
                <a:lnTo>
                  <a:pt x="11948" y="113738"/>
                </a:lnTo>
                <a:lnTo>
                  <a:pt x="11043" y="14408"/>
                </a:lnTo>
                <a:lnTo>
                  <a:pt x="12212" y="84289"/>
                </a:lnTo>
                <a:lnTo>
                  <a:pt x="12774" y="138619"/>
                </a:lnTo>
                <a:lnTo>
                  <a:pt x="13038" y="92168"/>
                </a:lnTo>
                <a:lnTo>
                  <a:pt x="14505" y="32986"/>
                </a:lnTo>
                <a:lnTo>
                  <a:pt x="14646" y="54866"/>
                </a:lnTo>
                <a:lnTo>
                  <a:pt x="16843" y="203914"/>
                </a:lnTo>
                <a:lnTo>
                  <a:pt x="16939" y="180202"/>
                </a:lnTo>
                <a:lnTo>
                  <a:pt x="17176" y="100504"/>
                </a:lnTo>
                <a:lnTo>
                  <a:pt x="17949" y="105344"/>
                </a:lnTo>
                <a:lnTo>
                  <a:pt x="18459" y="41851"/>
                </a:lnTo>
                <a:lnTo>
                  <a:pt x="18749" y="94748"/>
                </a:lnTo>
                <a:lnTo>
                  <a:pt x="18801" y="121822"/>
                </a:lnTo>
                <a:lnTo>
                  <a:pt x="18854" y="92987"/>
                </a:lnTo>
                <a:lnTo>
                  <a:pt x="19662" y="109416"/>
                </a:lnTo>
                <a:lnTo>
                  <a:pt x="19751" y="121325"/>
                </a:lnTo>
                <a:lnTo>
                  <a:pt x="19908" y="94175"/>
                </a:lnTo>
                <a:lnTo>
                  <a:pt x="20453" y="94497"/>
                </a:lnTo>
                <a:lnTo>
                  <a:pt x="20497" y="87727"/>
                </a:lnTo>
                <a:lnTo>
                  <a:pt x="20989" y="105553"/>
                </a:lnTo>
                <a:lnTo>
                  <a:pt x="21402" y="88937"/>
                </a:lnTo>
                <a:lnTo>
                  <a:pt x="21411" y="101865"/>
                </a:lnTo>
                <a:lnTo>
                  <a:pt x="21929" y="62013"/>
                </a:lnTo>
                <a:lnTo>
                  <a:pt x="22078" y="67990"/>
                </a:lnTo>
                <a:lnTo>
                  <a:pt x="23546" y="0"/>
                </a:lnTo>
                <a:lnTo>
                  <a:pt x="23713" y="12057"/>
                </a:lnTo>
                <a:lnTo>
                  <a:pt x="24363" y="66990"/>
                </a:lnTo>
                <a:lnTo>
                  <a:pt x="24917" y="75536"/>
                </a:lnTo>
                <a:lnTo>
                  <a:pt x="25812" y="44940"/>
                </a:lnTo>
                <a:lnTo>
                  <a:pt x="26683" y="121369"/>
                </a:lnTo>
                <a:lnTo>
                  <a:pt x="26867" y="118819"/>
                </a:lnTo>
                <a:lnTo>
                  <a:pt x="27588" y="72769"/>
                </a:lnTo>
                <a:lnTo>
                  <a:pt x="27262" y="120559"/>
                </a:lnTo>
                <a:lnTo>
                  <a:pt x="28176" y="97498"/>
                </a:lnTo>
                <a:lnTo>
                  <a:pt x="28317" y="119855"/>
                </a:lnTo>
                <a:lnTo>
                  <a:pt x="29037" y="99653"/>
                </a:lnTo>
                <a:lnTo>
                  <a:pt x="30953" y="9475"/>
                </a:lnTo>
                <a:lnTo>
                  <a:pt x="32375" y="132981"/>
                </a:lnTo>
                <a:lnTo>
                  <a:pt x="33474" y="173126"/>
                </a:lnTo>
                <a:lnTo>
                  <a:pt x="34933" y="51991"/>
                </a:lnTo>
                <a:lnTo>
                  <a:pt x="35134" y="93184"/>
                </a:lnTo>
                <a:lnTo>
                  <a:pt x="35460" y="123876"/>
                </a:lnTo>
                <a:lnTo>
                  <a:pt x="35706" y="68711"/>
                </a:lnTo>
                <a:lnTo>
                  <a:pt x="35855" y="72908"/>
                </a:lnTo>
                <a:lnTo>
                  <a:pt x="35969" y="75426"/>
                </a:lnTo>
                <a:lnTo>
                  <a:pt x="36013" y="63508"/>
                </a:lnTo>
                <a:lnTo>
                  <a:pt x="36575" y="35622"/>
                </a:lnTo>
                <a:lnTo>
                  <a:pt x="36435" y="78717"/>
                </a:lnTo>
                <a:lnTo>
                  <a:pt x="36716" y="68567"/>
                </a:lnTo>
                <a:lnTo>
                  <a:pt x="37700" y="163455"/>
                </a:lnTo>
                <a:lnTo>
                  <a:pt x="37779" y="157734"/>
                </a:lnTo>
                <a:lnTo>
                  <a:pt x="37788" y="165420"/>
                </a:lnTo>
                <a:lnTo>
                  <a:pt x="37938" y="106220"/>
                </a:lnTo>
                <a:lnTo>
                  <a:pt x="38710" y="121517"/>
                </a:lnTo>
                <a:lnTo>
                  <a:pt x="39264" y="59504"/>
                </a:lnTo>
                <a:lnTo>
                  <a:pt x="40142" y="89493"/>
                </a:lnTo>
                <a:lnTo>
                  <a:pt x="40828" y="146941"/>
                </a:lnTo>
                <a:lnTo>
                  <a:pt x="41083" y="137101"/>
                </a:lnTo>
                <a:lnTo>
                  <a:pt x="41706" y="151272"/>
                </a:lnTo>
                <a:lnTo>
                  <a:pt x="41865" y="121499"/>
                </a:lnTo>
                <a:lnTo>
                  <a:pt x="41979" y="115015"/>
                </a:lnTo>
                <a:lnTo>
                  <a:pt x="42295" y="127579"/>
                </a:lnTo>
                <a:lnTo>
                  <a:pt x="42330" y="117721"/>
                </a:lnTo>
                <a:lnTo>
                  <a:pt x="43340" y="172502"/>
                </a:lnTo>
                <a:lnTo>
                  <a:pt x="43736" y="190512"/>
                </a:lnTo>
                <a:lnTo>
                  <a:pt x="44465" y="106744"/>
                </a:lnTo>
                <a:lnTo>
                  <a:pt x="44597" y="120674"/>
                </a:lnTo>
                <a:lnTo>
                  <a:pt x="44913" y="68147"/>
                </a:lnTo>
                <a:lnTo>
                  <a:pt x="45256" y="45879"/>
                </a:lnTo>
                <a:lnTo>
                  <a:pt x="45669" y="70442"/>
                </a:lnTo>
                <a:lnTo>
                  <a:pt x="46908" y="142500"/>
                </a:lnTo>
                <a:lnTo>
                  <a:pt x="46292" y="63978"/>
                </a:lnTo>
                <a:lnTo>
                  <a:pt x="46917" y="107712"/>
                </a:lnTo>
                <a:lnTo>
                  <a:pt x="47233" y="84864"/>
                </a:lnTo>
                <a:lnTo>
                  <a:pt x="47558" y="109634"/>
                </a:lnTo>
                <a:lnTo>
                  <a:pt x="47610" y="132829"/>
                </a:lnTo>
                <a:lnTo>
                  <a:pt x="47909" y="92677"/>
                </a:lnTo>
                <a:lnTo>
                  <a:pt x="48471" y="112943"/>
                </a:lnTo>
                <a:lnTo>
                  <a:pt x="48524" y="116070"/>
                </a:lnTo>
                <a:lnTo>
                  <a:pt x="48630" y="106634"/>
                </a:lnTo>
                <a:lnTo>
                  <a:pt x="48920" y="107939"/>
                </a:lnTo>
                <a:lnTo>
                  <a:pt x="48981" y="85226"/>
                </a:lnTo>
                <a:lnTo>
                  <a:pt x="49728" y="136817"/>
                </a:lnTo>
                <a:lnTo>
                  <a:pt x="51836" y="45957"/>
                </a:lnTo>
                <a:lnTo>
                  <a:pt x="52442" y="83553"/>
                </a:lnTo>
                <a:lnTo>
                  <a:pt x="52592" y="74659"/>
                </a:lnTo>
                <a:lnTo>
                  <a:pt x="52873" y="77803"/>
                </a:lnTo>
                <a:lnTo>
                  <a:pt x="53427" y="31155"/>
                </a:lnTo>
                <a:lnTo>
                  <a:pt x="53277" y="85856"/>
                </a:lnTo>
                <a:lnTo>
                  <a:pt x="53532" y="80597"/>
                </a:lnTo>
                <a:lnTo>
                  <a:pt x="53567" y="99491"/>
                </a:lnTo>
                <a:lnTo>
                  <a:pt x="54402" y="55217"/>
                </a:lnTo>
                <a:lnTo>
                  <a:pt x="55096" y="15705"/>
                </a:lnTo>
                <a:lnTo>
                  <a:pt x="54604" y="56187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90179-AF74-4997-97E7-976CFE4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714" y="4539863"/>
            <a:ext cx="50158" cy="185875"/>
          </a:xfrm>
          <a:custGeom xmlns:a="http://schemas.openxmlformats.org/drawingml/2006/main">
            <a:pathLst>
              <a:path w="50158" h="185875" fill="none">
                <a:moveTo>
                  <a:pt x="0" y="38968"/>
                </a:moveTo>
                <a:lnTo>
                  <a:pt x="536" y="10123"/>
                </a:lnTo>
                <a:lnTo>
                  <a:pt x="1212" y="32400"/>
                </a:lnTo>
                <a:lnTo>
                  <a:pt x="1467" y="105496"/>
                </a:lnTo>
                <a:lnTo>
                  <a:pt x="2003" y="60448"/>
                </a:lnTo>
                <a:lnTo>
                  <a:pt x="2319" y="44398"/>
                </a:lnTo>
                <a:lnTo>
                  <a:pt x="2768" y="59888"/>
                </a:lnTo>
                <a:lnTo>
                  <a:pt x="3066" y="66249"/>
                </a:lnTo>
                <a:lnTo>
                  <a:pt x="3637" y="185875"/>
                </a:lnTo>
                <a:lnTo>
                  <a:pt x="4006" y="137026"/>
                </a:lnTo>
                <a:lnTo>
                  <a:pt x="5016" y="61474"/>
                </a:lnTo>
                <a:lnTo>
                  <a:pt x="5518" y="20544"/>
                </a:lnTo>
                <a:lnTo>
                  <a:pt x="5684" y="69460"/>
                </a:lnTo>
                <a:lnTo>
                  <a:pt x="5904" y="50200"/>
                </a:lnTo>
                <a:lnTo>
                  <a:pt x="6010" y="33378"/>
                </a:lnTo>
                <a:lnTo>
                  <a:pt x="6502" y="86420"/>
                </a:lnTo>
                <a:lnTo>
                  <a:pt x="6546" y="84283"/>
                </a:lnTo>
                <a:lnTo>
                  <a:pt x="7029" y="134771"/>
                </a:lnTo>
                <a:lnTo>
                  <a:pt x="7336" y="132960"/>
                </a:lnTo>
                <a:lnTo>
                  <a:pt x="8759" y="62856"/>
                </a:lnTo>
                <a:lnTo>
                  <a:pt x="8812" y="80753"/>
                </a:lnTo>
                <a:lnTo>
                  <a:pt x="9489" y="11295"/>
                </a:lnTo>
                <a:lnTo>
                  <a:pt x="10077" y="45734"/>
                </a:lnTo>
                <a:lnTo>
                  <a:pt x="11325" y="141459"/>
                </a:lnTo>
                <a:lnTo>
                  <a:pt x="11510" y="110449"/>
                </a:lnTo>
                <a:lnTo>
                  <a:pt x="11967" y="155395"/>
                </a:lnTo>
                <a:lnTo>
                  <a:pt x="12327" y="120365"/>
                </a:lnTo>
                <a:lnTo>
                  <a:pt x="12414" y="125280"/>
                </a:lnTo>
                <a:lnTo>
                  <a:pt x="12459" y="95702"/>
                </a:lnTo>
                <a:lnTo>
                  <a:pt x="12898" y="114232"/>
                </a:lnTo>
                <a:lnTo>
                  <a:pt x="13135" y="111321"/>
                </a:lnTo>
                <a:lnTo>
                  <a:pt x="13873" y="63565"/>
                </a:lnTo>
                <a:lnTo>
                  <a:pt x="14303" y="98860"/>
                </a:lnTo>
                <a:lnTo>
                  <a:pt x="14400" y="48870"/>
                </a:lnTo>
                <a:lnTo>
                  <a:pt x="14602" y="60341"/>
                </a:lnTo>
                <a:lnTo>
                  <a:pt x="14822" y="53249"/>
                </a:lnTo>
                <a:lnTo>
                  <a:pt x="15147" y="117423"/>
                </a:lnTo>
                <a:lnTo>
                  <a:pt x="15806" y="102722"/>
                </a:lnTo>
                <a:lnTo>
                  <a:pt x="16078" y="67620"/>
                </a:lnTo>
                <a:lnTo>
                  <a:pt x="16439" y="120469"/>
                </a:lnTo>
                <a:lnTo>
                  <a:pt x="16579" y="119457"/>
                </a:lnTo>
                <a:lnTo>
                  <a:pt x="16676" y="138632"/>
                </a:lnTo>
                <a:lnTo>
                  <a:pt x="17299" y="107559"/>
                </a:lnTo>
                <a:lnTo>
                  <a:pt x="17668" y="81826"/>
                </a:lnTo>
                <a:lnTo>
                  <a:pt x="18363" y="89846"/>
                </a:lnTo>
                <a:lnTo>
                  <a:pt x="18723" y="77455"/>
                </a:lnTo>
                <a:lnTo>
                  <a:pt x="19311" y="97185"/>
                </a:lnTo>
                <a:lnTo>
                  <a:pt x="19698" y="85263"/>
                </a:lnTo>
                <a:lnTo>
                  <a:pt x="19531" y="99667"/>
                </a:lnTo>
                <a:lnTo>
                  <a:pt x="19724" y="99294"/>
                </a:lnTo>
                <a:lnTo>
                  <a:pt x="19751" y="67484"/>
                </a:lnTo>
                <a:lnTo>
                  <a:pt x="20445" y="122308"/>
                </a:lnTo>
                <a:lnTo>
                  <a:pt x="20647" y="139319"/>
                </a:lnTo>
                <a:lnTo>
                  <a:pt x="20690" y="108082"/>
                </a:lnTo>
                <a:lnTo>
                  <a:pt x="21235" y="126526"/>
                </a:lnTo>
                <a:lnTo>
                  <a:pt x="21595" y="84356"/>
                </a:lnTo>
                <a:lnTo>
                  <a:pt x="22035" y="94634"/>
                </a:lnTo>
                <a:lnTo>
                  <a:pt x="22861" y="43775"/>
                </a:lnTo>
                <a:lnTo>
                  <a:pt x="22580" y="96893"/>
                </a:lnTo>
                <a:lnTo>
                  <a:pt x="23159" y="66565"/>
                </a:lnTo>
                <a:lnTo>
                  <a:pt x="23810" y="140937"/>
                </a:lnTo>
                <a:lnTo>
                  <a:pt x="24197" y="114615"/>
                </a:lnTo>
                <a:lnTo>
                  <a:pt x="24407" y="108112"/>
                </a:lnTo>
                <a:lnTo>
                  <a:pt x="24557" y="131295"/>
                </a:lnTo>
                <a:lnTo>
                  <a:pt x="24732" y="109231"/>
                </a:lnTo>
                <a:lnTo>
                  <a:pt x="25329" y="175834"/>
                </a:lnTo>
                <a:lnTo>
                  <a:pt x="25664" y="149203"/>
                </a:lnTo>
                <a:lnTo>
                  <a:pt x="26173" y="151486"/>
                </a:lnTo>
                <a:lnTo>
                  <a:pt x="26305" y="163899"/>
                </a:lnTo>
                <a:lnTo>
                  <a:pt x="26384" y="118173"/>
                </a:lnTo>
                <a:lnTo>
                  <a:pt x="27351" y="44996"/>
                </a:lnTo>
                <a:lnTo>
                  <a:pt x="27456" y="92077"/>
                </a:lnTo>
                <a:lnTo>
                  <a:pt x="27948" y="120433"/>
                </a:lnTo>
                <a:lnTo>
                  <a:pt x="28106" y="83390"/>
                </a:lnTo>
                <a:lnTo>
                  <a:pt x="28379" y="84707"/>
                </a:lnTo>
                <a:lnTo>
                  <a:pt x="28387" y="82830"/>
                </a:lnTo>
                <a:lnTo>
                  <a:pt x="29529" y="122299"/>
                </a:lnTo>
                <a:lnTo>
                  <a:pt x="29758" y="84947"/>
                </a:lnTo>
                <a:lnTo>
                  <a:pt x="29854" y="89773"/>
                </a:lnTo>
                <a:lnTo>
                  <a:pt x="30039" y="32733"/>
                </a:lnTo>
                <a:lnTo>
                  <a:pt x="30750" y="84707"/>
                </a:lnTo>
                <a:lnTo>
                  <a:pt x="30918" y="83616"/>
                </a:lnTo>
                <a:lnTo>
                  <a:pt x="31541" y="51247"/>
                </a:lnTo>
                <a:lnTo>
                  <a:pt x="31261" y="92201"/>
                </a:lnTo>
                <a:lnTo>
                  <a:pt x="31875" y="63663"/>
                </a:lnTo>
                <a:lnTo>
                  <a:pt x="32007" y="42909"/>
                </a:lnTo>
                <a:lnTo>
                  <a:pt x="33237" y="151813"/>
                </a:lnTo>
                <a:lnTo>
                  <a:pt x="33967" y="109029"/>
                </a:lnTo>
                <a:lnTo>
                  <a:pt x="34459" y="56713"/>
                </a:lnTo>
                <a:lnTo>
                  <a:pt x="34669" y="71568"/>
                </a:lnTo>
                <a:lnTo>
                  <a:pt x="34915" y="53745"/>
                </a:lnTo>
                <a:lnTo>
                  <a:pt x="35073" y="102489"/>
                </a:lnTo>
                <a:lnTo>
                  <a:pt x="35240" y="102734"/>
                </a:lnTo>
                <a:lnTo>
                  <a:pt x="35952" y="148627"/>
                </a:lnTo>
                <a:lnTo>
                  <a:pt x="36241" y="132932"/>
                </a:lnTo>
                <a:lnTo>
                  <a:pt x="36883" y="113468"/>
                </a:lnTo>
                <a:lnTo>
                  <a:pt x="37068" y="113645"/>
                </a:lnTo>
                <a:lnTo>
                  <a:pt x="37990" y="51756"/>
                </a:lnTo>
                <a:lnTo>
                  <a:pt x="38307" y="0"/>
                </a:lnTo>
                <a:lnTo>
                  <a:pt x="38737" y="4767"/>
                </a:lnTo>
                <a:lnTo>
                  <a:pt x="40327" y="73823"/>
                </a:lnTo>
                <a:lnTo>
                  <a:pt x="40556" y="70260"/>
                </a:lnTo>
                <a:lnTo>
                  <a:pt x="41539" y="44046"/>
                </a:lnTo>
                <a:lnTo>
                  <a:pt x="41698" y="48709"/>
                </a:lnTo>
                <a:lnTo>
                  <a:pt x="42392" y="118128"/>
                </a:lnTo>
                <a:lnTo>
                  <a:pt x="42955" y="92598"/>
                </a:lnTo>
                <a:lnTo>
                  <a:pt x="43226" y="104494"/>
                </a:lnTo>
                <a:lnTo>
                  <a:pt x="43156" y="81448"/>
                </a:lnTo>
                <a:lnTo>
                  <a:pt x="43341" y="81549"/>
                </a:lnTo>
                <a:lnTo>
                  <a:pt x="43525" y="65707"/>
                </a:lnTo>
                <a:lnTo>
                  <a:pt x="43578" y="86106"/>
                </a:lnTo>
                <a:lnTo>
                  <a:pt x="43930" y="65909"/>
                </a:lnTo>
                <a:lnTo>
                  <a:pt x="44351" y="74180"/>
                </a:lnTo>
                <a:lnTo>
                  <a:pt x="44360" y="65542"/>
                </a:lnTo>
                <a:lnTo>
                  <a:pt x="44421" y="68922"/>
                </a:lnTo>
                <a:lnTo>
                  <a:pt x="45273" y="22429"/>
                </a:lnTo>
                <a:lnTo>
                  <a:pt x="45309" y="43829"/>
                </a:lnTo>
                <a:lnTo>
                  <a:pt x="46310" y="86598"/>
                </a:lnTo>
                <a:lnTo>
                  <a:pt x="46855" y="118242"/>
                </a:lnTo>
                <a:lnTo>
                  <a:pt x="47216" y="94351"/>
                </a:lnTo>
                <a:lnTo>
                  <a:pt x="47462" y="80318"/>
                </a:lnTo>
                <a:lnTo>
                  <a:pt x="47558" y="106026"/>
                </a:lnTo>
                <a:lnTo>
                  <a:pt x="47619" y="124139"/>
                </a:lnTo>
                <a:lnTo>
                  <a:pt x="48077" y="77385"/>
                </a:lnTo>
                <a:lnTo>
                  <a:pt x="48692" y="77174"/>
                </a:lnTo>
                <a:lnTo>
                  <a:pt x="49122" y="87595"/>
                </a:lnTo>
                <a:lnTo>
                  <a:pt x="49649" y="20223"/>
                </a:lnTo>
                <a:lnTo>
                  <a:pt x="50158" y="41007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25FFA-E7C7-4991-B083-06FBDCC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9872" y="4560505"/>
            <a:ext cx="41584" cy="161503"/>
          </a:xfrm>
          <a:custGeom xmlns:a="http://schemas.openxmlformats.org/drawingml/2006/main">
            <a:pathLst>
              <a:path w="41584" h="161503" fill="none">
                <a:moveTo>
                  <a:pt x="0" y="20365"/>
                </a:moveTo>
                <a:lnTo>
                  <a:pt x="914" y="44627"/>
                </a:lnTo>
                <a:lnTo>
                  <a:pt x="624" y="12531"/>
                </a:lnTo>
                <a:lnTo>
                  <a:pt x="1011" y="42570"/>
                </a:lnTo>
                <a:lnTo>
                  <a:pt x="1291" y="40288"/>
                </a:lnTo>
                <a:lnTo>
                  <a:pt x="1336" y="49322"/>
                </a:lnTo>
                <a:lnTo>
                  <a:pt x="1353" y="30576"/>
                </a:lnTo>
                <a:lnTo>
                  <a:pt x="1626" y="82537"/>
                </a:lnTo>
                <a:lnTo>
                  <a:pt x="2030" y="76317"/>
                </a:lnTo>
                <a:lnTo>
                  <a:pt x="2285" y="87738"/>
                </a:lnTo>
                <a:lnTo>
                  <a:pt x="2732" y="71178"/>
                </a:lnTo>
                <a:lnTo>
                  <a:pt x="2917" y="40515"/>
                </a:lnTo>
                <a:lnTo>
                  <a:pt x="3541" y="59367"/>
                </a:lnTo>
                <a:lnTo>
                  <a:pt x="3989" y="105453"/>
                </a:lnTo>
                <a:lnTo>
                  <a:pt x="4200" y="73736"/>
                </a:lnTo>
                <a:lnTo>
                  <a:pt x="4955" y="23613"/>
                </a:lnTo>
                <a:lnTo>
                  <a:pt x="5175" y="49432"/>
                </a:lnTo>
                <a:lnTo>
                  <a:pt x="5527" y="116741"/>
                </a:lnTo>
                <a:lnTo>
                  <a:pt x="6036" y="86872"/>
                </a:lnTo>
                <a:lnTo>
                  <a:pt x="6335" y="40886"/>
                </a:lnTo>
                <a:lnTo>
                  <a:pt x="6300" y="93296"/>
                </a:lnTo>
                <a:lnTo>
                  <a:pt x="7117" y="64112"/>
                </a:lnTo>
                <a:lnTo>
                  <a:pt x="7591" y="78624"/>
                </a:lnTo>
                <a:lnTo>
                  <a:pt x="7952" y="93132"/>
                </a:lnTo>
                <a:lnTo>
                  <a:pt x="8119" y="81595"/>
                </a:lnTo>
                <a:lnTo>
                  <a:pt x="9128" y="27497"/>
                </a:lnTo>
                <a:lnTo>
                  <a:pt x="8804" y="101188"/>
                </a:lnTo>
                <a:lnTo>
                  <a:pt x="9147" y="50661"/>
                </a:lnTo>
                <a:lnTo>
                  <a:pt x="9419" y="116654"/>
                </a:lnTo>
                <a:lnTo>
                  <a:pt x="9990" y="99587"/>
                </a:lnTo>
                <a:lnTo>
                  <a:pt x="10298" y="73607"/>
                </a:lnTo>
                <a:lnTo>
                  <a:pt x="10552" y="113672"/>
                </a:lnTo>
                <a:lnTo>
                  <a:pt x="10772" y="105941"/>
                </a:lnTo>
                <a:lnTo>
                  <a:pt x="11633" y="149695"/>
                </a:lnTo>
                <a:lnTo>
                  <a:pt x="10965" y="86967"/>
                </a:lnTo>
                <a:lnTo>
                  <a:pt x="11720" y="128228"/>
                </a:lnTo>
                <a:lnTo>
                  <a:pt x="12309" y="61416"/>
                </a:lnTo>
                <a:lnTo>
                  <a:pt x="13030" y="87817"/>
                </a:lnTo>
                <a:lnTo>
                  <a:pt x="13513" y="74495"/>
                </a:lnTo>
                <a:lnTo>
                  <a:pt x="13952" y="58336"/>
                </a:lnTo>
                <a:lnTo>
                  <a:pt x="13715" y="85112"/>
                </a:lnTo>
                <a:lnTo>
                  <a:pt x="14163" y="71590"/>
                </a:lnTo>
                <a:lnTo>
                  <a:pt x="14445" y="81199"/>
                </a:lnTo>
                <a:lnTo>
                  <a:pt x="14549" y="19542"/>
                </a:lnTo>
                <a:lnTo>
                  <a:pt x="15305" y="117333"/>
                </a:lnTo>
                <a:lnTo>
                  <a:pt x="15446" y="119724"/>
                </a:lnTo>
                <a:lnTo>
                  <a:pt x="15683" y="91034"/>
                </a:lnTo>
                <a:lnTo>
                  <a:pt x="15990" y="96321"/>
                </a:lnTo>
                <a:lnTo>
                  <a:pt x="16430" y="106004"/>
                </a:lnTo>
                <a:lnTo>
                  <a:pt x="17520" y="47505"/>
                </a:lnTo>
                <a:lnTo>
                  <a:pt x="17686" y="65879"/>
                </a:lnTo>
                <a:lnTo>
                  <a:pt x="17836" y="83109"/>
                </a:lnTo>
                <a:lnTo>
                  <a:pt x="18187" y="48938"/>
                </a:lnTo>
                <a:lnTo>
                  <a:pt x="18425" y="55917"/>
                </a:lnTo>
                <a:lnTo>
                  <a:pt x="18529" y="0"/>
                </a:lnTo>
                <a:lnTo>
                  <a:pt x="19233" y="35198"/>
                </a:lnTo>
                <a:lnTo>
                  <a:pt x="20103" y="66103"/>
                </a:lnTo>
                <a:lnTo>
                  <a:pt x="20339" y="47055"/>
                </a:lnTo>
                <a:lnTo>
                  <a:pt x="20498" y="16619"/>
                </a:lnTo>
                <a:lnTo>
                  <a:pt x="20638" y="68443"/>
                </a:lnTo>
                <a:lnTo>
                  <a:pt x="21095" y="61720"/>
                </a:lnTo>
                <a:lnTo>
                  <a:pt x="21359" y="56210"/>
                </a:lnTo>
                <a:lnTo>
                  <a:pt x="21447" y="72103"/>
                </a:lnTo>
                <a:lnTo>
                  <a:pt x="21640" y="56580"/>
                </a:lnTo>
                <a:lnTo>
                  <a:pt x="22255" y="98629"/>
                </a:lnTo>
                <a:lnTo>
                  <a:pt x="21816" y="40671"/>
                </a:lnTo>
                <a:lnTo>
                  <a:pt x="22598" y="97496"/>
                </a:lnTo>
                <a:lnTo>
                  <a:pt x="23362" y="38801"/>
                </a:lnTo>
                <a:lnTo>
                  <a:pt x="23424" y="64715"/>
                </a:lnTo>
                <a:lnTo>
                  <a:pt x="23564" y="50625"/>
                </a:lnTo>
                <a:lnTo>
                  <a:pt x="23723" y="123980"/>
                </a:lnTo>
                <a:lnTo>
                  <a:pt x="23784" y="160291"/>
                </a:lnTo>
                <a:lnTo>
                  <a:pt x="24495" y="69206"/>
                </a:lnTo>
                <a:lnTo>
                  <a:pt x="24539" y="99058"/>
                </a:lnTo>
                <a:lnTo>
                  <a:pt x="24944" y="59878"/>
                </a:lnTo>
                <a:lnTo>
                  <a:pt x="25067" y="93125"/>
                </a:lnTo>
                <a:lnTo>
                  <a:pt x="25374" y="114895"/>
                </a:lnTo>
                <a:lnTo>
                  <a:pt x="25717" y="78833"/>
                </a:lnTo>
                <a:lnTo>
                  <a:pt x="25813" y="85617"/>
                </a:lnTo>
                <a:lnTo>
                  <a:pt x="25927" y="86469"/>
                </a:lnTo>
                <a:lnTo>
                  <a:pt x="26033" y="60477"/>
                </a:lnTo>
                <a:lnTo>
                  <a:pt x="26648" y="103257"/>
                </a:lnTo>
                <a:lnTo>
                  <a:pt x="26779" y="95578"/>
                </a:lnTo>
                <a:lnTo>
                  <a:pt x="27368" y="24753"/>
                </a:lnTo>
                <a:lnTo>
                  <a:pt x="27790" y="71688"/>
                </a:lnTo>
                <a:lnTo>
                  <a:pt x="28309" y="72317"/>
                </a:lnTo>
                <a:lnTo>
                  <a:pt x="28318" y="90880"/>
                </a:lnTo>
                <a:lnTo>
                  <a:pt x="29055" y="3603"/>
                </a:lnTo>
                <a:lnTo>
                  <a:pt x="29161" y="30948"/>
                </a:lnTo>
                <a:lnTo>
                  <a:pt x="29319" y="27734"/>
                </a:lnTo>
                <a:lnTo>
                  <a:pt x="29328" y="40885"/>
                </a:lnTo>
                <a:lnTo>
                  <a:pt x="29697" y="103903"/>
                </a:lnTo>
                <a:lnTo>
                  <a:pt x="30435" y="98915"/>
                </a:lnTo>
                <a:lnTo>
                  <a:pt x="30496" y="105091"/>
                </a:lnTo>
                <a:lnTo>
                  <a:pt x="30742" y="56575"/>
                </a:lnTo>
                <a:lnTo>
                  <a:pt x="30759" y="32035"/>
                </a:lnTo>
                <a:lnTo>
                  <a:pt x="31533" y="99238"/>
                </a:lnTo>
                <a:lnTo>
                  <a:pt x="31700" y="97294"/>
                </a:lnTo>
                <a:lnTo>
                  <a:pt x="31832" y="58758"/>
                </a:lnTo>
                <a:lnTo>
                  <a:pt x="32499" y="112653"/>
                </a:lnTo>
                <a:lnTo>
                  <a:pt x="32631" y="139832"/>
                </a:lnTo>
                <a:lnTo>
                  <a:pt x="32921" y="68431"/>
                </a:lnTo>
                <a:lnTo>
                  <a:pt x="33317" y="77194"/>
                </a:lnTo>
                <a:lnTo>
                  <a:pt x="33554" y="91821"/>
                </a:lnTo>
                <a:lnTo>
                  <a:pt x="33641" y="73703"/>
                </a:lnTo>
                <a:lnTo>
                  <a:pt x="33932" y="23906"/>
                </a:lnTo>
                <a:lnTo>
                  <a:pt x="34292" y="62564"/>
                </a:lnTo>
                <a:lnTo>
                  <a:pt x="34661" y="23828"/>
                </a:lnTo>
                <a:lnTo>
                  <a:pt x="35056" y="63995"/>
                </a:lnTo>
                <a:lnTo>
                  <a:pt x="36189" y="103840"/>
                </a:lnTo>
                <a:lnTo>
                  <a:pt x="36479" y="76225"/>
                </a:lnTo>
                <a:lnTo>
                  <a:pt x="36691" y="124827"/>
                </a:lnTo>
                <a:lnTo>
                  <a:pt x="36796" y="157454"/>
                </a:lnTo>
                <a:lnTo>
                  <a:pt x="37104" y="110014"/>
                </a:lnTo>
                <a:lnTo>
                  <a:pt x="37428" y="149905"/>
                </a:lnTo>
                <a:lnTo>
                  <a:pt x="37736" y="161503"/>
                </a:lnTo>
                <a:lnTo>
                  <a:pt x="37938" y="137402"/>
                </a:lnTo>
                <a:lnTo>
                  <a:pt x="38026" y="140634"/>
                </a:lnTo>
                <a:lnTo>
                  <a:pt x="38711" y="78097"/>
                </a:lnTo>
                <a:lnTo>
                  <a:pt x="38984" y="86809"/>
                </a:lnTo>
                <a:lnTo>
                  <a:pt x="39159" y="93940"/>
                </a:lnTo>
                <a:lnTo>
                  <a:pt x="39634" y="75386"/>
                </a:lnTo>
                <a:lnTo>
                  <a:pt x="39686" y="53739"/>
                </a:lnTo>
                <a:lnTo>
                  <a:pt x="40477" y="102470"/>
                </a:lnTo>
                <a:lnTo>
                  <a:pt x="40662" y="110829"/>
                </a:lnTo>
                <a:lnTo>
                  <a:pt x="40785" y="83841"/>
                </a:lnTo>
                <a:lnTo>
                  <a:pt x="41039" y="87644"/>
                </a:lnTo>
                <a:lnTo>
                  <a:pt x="41584" y="91973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DA8ED-B672-4222-AA2E-C69CAE2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456" y="4579132"/>
            <a:ext cx="49931" cy="160319"/>
          </a:xfrm>
          <a:custGeom xmlns:a="http://schemas.openxmlformats.org/drawingml/2006/main">
            <a:pathLst>
              <a:path w="49931" h="160319" fill="none">
                <a:moveTo>
                  <a:pt x="0" y="73346"/>
                </a:moveTo>
                <a:lnTo>
                  <a:pt x="62" y="67917"/>
                </a:lnTo>
                <a:lnTo>
                  <a:pt x="123" y="100753"/>
                </a:lnTo>
                <a:lnTo>
                  <a:pt x="633" y="14837"/>
                </a:lnTo>
                <a:lnTo>
                  <a:pt x="1028" y="0"/>
                </a:lnTo>
                <a:lnTo>
                  <a:pt x="2170" y="105210"/>
                </a:lnTo>
                <a:lnTo>
                  <a:pt x="2196" y="66006"/>
                </a:lnTo>
                <a:lnTo>
                  <a:pt x="2329" y="38724"/>
                </a:lnTo>
                <a:lnTo>
                  <a:pt x="2645" y="82227"/>
                </a:lnTo>
                <a:lnTo>
                  <a:pt x="2952" y="57999"/>
                </a:lnTo>
                <a:lnTo>
                  <a:pt x="2996" y="83327"/>
                </a:lnTo>
                <a:lnTo>
                  <a:pt x="3611" y="77796"/>
                </a:lnTo>
                <a:lnTo>
                  <a:pt x="3893" y="68846"/>
                </a:lnTo>
                <a:lnTo>
                  <a:pt x="4182" y="75435"/>
                </a:lnTo>
                <a:lnTo>
                  <a:pt x="5201" y="106293"/>
                </a:lnTo>
                <a:lnTo>
                  <a:pt x="4446" y="56880"/>
                </a:lnTo>
                <a:lnTo>
                  <a:pt x="5219" y="104631"/>
                </a:lnTo>
                <a:lnTo>
                  <a:pt x="6343" y="22017"/>
                </a:lnTo>
                <a:lnTo>
                  <a:pt x="7178" y="103624"/>
                </a:lnTo>
                <a:lnTo>
                  <a:pt x="7424" y="63324"/>
                </a:lnTo>
                <a:lnTo>
                  <a:pt x="7723" y="44441"/>
                </a:lnTo>
                <a:lnTo>
                  <a:pt x="8338" y="49720"/>
                </a:lnTo>
                <a:lnTo>
                  <a:pt x="8742" y="127109"/>
                </a:lnTo>
                <a:lnTo>
                  <a:pt x="9304" y="90238"/>
                </a:lnTo>
                <a:lnTo>
                  <a:pt x="10403" y="13830"/>
                </a:lnTo>
                <a:lnTo>
                  <a:pt x="10473" y="31913"/>
                </a:lnTo>
                <a:lnTo>
                  <a:pt x="10552" y="57999"/>
                </a:lnTo>
                <a:lnTo>
                  <a:pt x="11132" y="11920"/>
                </a:lnTo>
                <a:lnTo>
                  <a:pt x="11342" y="35465"/>
                </a:lnTo>
                <a:lnTo>
                  <a:pt x="12529" y="103826"/>
                </a:lnTo>
                <a:lnTo>
                  <a:pt x="12836" y="92096"/>
                </a:lnTo>
                <a:lnTo>
                  <a:pt x="13302" y="92823"/>
                </a:lnTo>
                <a:lnTo>
                  <a:pt x="14321" y="13573"/>
                </a:lnTo>
                <a:lnTo>
                  <a:pt x="14356" y="37384"/>
                </a:lnTo>
                <a:lnTo>
                  <a:pt x="14426" y="2358"/>
                </a:lnTo>
                <a:lnTo>
                  <a:pt x="15138" y="28946"/>
                </a:lnTo>
                <a:lnTo>
                  <a:pt x="15331" y="22685"/>
                </a:lnTo>
                <a:lnTo>
                  <a:pt x="16017" y="34130"/>
                </a:lnTo>
                <a:lnTo>
                  <a:pt x="16166" y="24090"/>
                </a:lnTo>
                <a:lnTo>
                  <a:pt x="16324" y="120"/>
                </a:lnTo>
                <a:lnTo>
                  <a:pt x="16649" y="37582"/>
                </a:lnTo>
                <a:lnTo>
                  <a:pt x="16781" y="32008"/>
                </a:lnTo>
                <a:lnTo>
                  <a:pt x="17255" y="112739"/>
                </a:lnTo>
                <a:lnTo>
                  <a:pt x="17783" y="88869"/>
                </a:lnTo>
                <a:lnTo>
                  <a:pt x="18011" y="88492"/>
                </a:lnTo>
                <a:lnTo>
                  <a:pt x="18696" y="85989"/>
                </a:lnTo>
                <a:lnTo>
                  <a:pt x="18925" y="118428"/>
                </a:lnTo>
                <a:lnTo>
                  <a:pt x="19109" y="117087"/>
                </a:lnTo>
                <a:lnTo>
                  <a:pt x="19162" y="124631"/>
                </a:lnTo>
                <a:lnTo>
                  <a:pt x="19637" y="64891"/>
                </a:lnTo>
                <a:lnTo>
                  <a:pt x="19813" y="61107"/>
                </a:lnTo>
                <a:lnTo>
                  <a:pt x="19909" y="68450"/>
                </a:lnTo>
                <a:lnTo>
                  <a:pt x="20243" y="127969"/>
                </a:lnTo>
                <a:lnTo>
                  <a:pt x="20735" y="57910"/>
                </a:lnTo>
                <a:lnTo>
                  <a:pt x="20770" y="82691"/>
                </a:lnTo>
                <a:lnTo>
                  <a:pt x="20998" y="58995"/>
                </a:lnTo>
                <a:lnTo>
                  <a:pt x="21350" y="93275"/>
                </a:lnTo>
                <a:lnTo>
                  <a:pt x="21763" y="98527"/>
                </a:lnTo>
                <a:lnTo>
                  <a:pt x="22492" y="46521"/>
                </a:lnTo>
                <a:lnTo>
                  <a:pt x="22589" y="100077"/>
                </a:lnTo>
                <a:lnTo>
                  <a:pt x="22720" y="88782"/>
                </a:lnTo>
                <a:lnTo>
                  <a:pt x="23282" y="112593"/>
                </a:lnTo>
                <a:lnTo>
                  <a:pt x="24038" y="150798"/>
                </a:lnTo>
                <a:lnTo>
                  <a:pt x="24486" y="146157"/>
                </a:lnTo>
                <a:lnTo>
                  <a:pt x="24908" y="151691"/>
                </a:lnTo>
                <a:lnTo>
                  <a:pt x="25893" y="109215"/>
                </a:lnTo>
                <a:lnTo>
                  <a:pt x="26753" y="155955"/>
                </a:lnTo>
                <a:lnTo>
                  <a:pt x="27008" y="125758"/>
                </a:lnTo>
                <a:lnTo>
                  <a:pt x="27807" y="57974"/>
                </a:lnTo>
                <a:lnTo>
                  <a:pt x="27904" y="58209"/>
                </a:lnTo>
                <a:lnTo>
                  <a:pt x="29161" y="122923"/>
                </a:lnTo>
                <a:lnTo>
                  <a:pt x="29846" y="114341"/>
                </a:lnTo>
                <a:lnTo>
                  <a:pt x="30136" y="126445"/>
                </a:lnTo>
                <a:lnTo>
                  <a:pt x="30505" y="93566"/>
                </a:lnTo>
                <a:lnTo>
                  <a:pt x="30909" y="90661"/>
                </a:lnTo>
                <a:lnTo>
                  <a:pt x="32034" y="24803"/>
                </a:lnTo>
                <a:lnTo>
                  <a:pt x="31261" y="97264"/>
                </a:lnTo>
                <a:lnTo>
                  <a:pt x="32227" y="64514"/>
                </a:lnTo>
                <a:lnTo>
                  <a:pt x="32394" y="104330"/>
                </a:lnTo>
                <a:lnTo>
                  <a:pt x="32587" y="46859"/>
                </a:lnTo>
                <a:lnTo>
                  <a:pt x="33071" y="72527"/>
                </a:lnTo>
                <a:lnTo>
                  <a:pt x="33281" y="65203"/>
                </a:lnTo>
                <a:lnTo>
                  <a:pt x="33308" y="88113"/>
                </a:lnTo>
                <a:lnTo>
                  <a:pt x="33325" y="78759"/>
                </a:lnTo>
                <a:lnTo>
                  <a:pt x="33448" y="99134"/>
                </a:lnTo>
                <a:lnTo>
                  <a:pt x="33773" y="21923"/>
                </a:lnTo>
                <a:lnTo>
                  <a:pt x="34116" y="69458"/>
                </a:lnTo>
                <a:lnTo>
                  <a:pt x="34194" y="18741"/>
                </a:lnTo>
                <a:lnTo>
                  <a:pt x="34872" y="133769"/>
                </a:lnTo>
                <a:lnTo>
                  <a:pt x="34924" y="116988"/>
                </a:lnTo>
                <a:lnTo>
                  <a:pt x="35284" y="127333"/>
                </a:lnTo>
                <a:lnTo>
                  <a:pt x="35214" y="77410"/>
                </a:lnTo>
                <a:lnTo>
                  <a:pt x="35557" y="95829"/>
                </a:lnTo>
                <a:lnTo>
                  <a:pt x="36462" y="66984"/>
                </a:lnTo>
                <a:lnTo>
                  <a:pt x="35926" y="106897"/>
                </a:lnTo>
                <a:lnTo>
                  <a:pt x="36497" y="76470"/>
                </a:lnTo>
                <a:lnTo>
                  <a:pt x="37015" y="92938"/>
                </a:lnTo>
                <a:lnTo>
                  <a:pt x="37358" y="133502"/>
                </a:lnTo>
                <a:lnTo>
                  <a:pt x="37534" y="95846"/>
                </a:lnTo>
                <a:lnTo>
                  <a:pt x="37894" y="78282"/>
                </a:lnTo>
                <a:lnTo>
                  <a:pt x="38157" y="80550"/>
                </a:lnTo>
                <a:lnTo>
                  <a:pt x="38491" y="147029"/>
                </a:lnTo>
                <a:lnTo>
                  <a:pt x="39053" y="93809"/>
                </a:lnTo>
                <a:lnTo>
                  <a:pt x="39440" y="64941"/>
                </a:lnTo>
                <a:lnTo>
                  <a:pt x="39871" y="124609"/>
                </a:lnTo>
                <a:lnTo>
                  <a:pt x="39932" y="101344"/>
                </a:lnTo>
                <a:lnTo>
                  <a:pt x="40345" y="99532"/>
                </a:lnTo>
                <a:lnTo>
                  <a:pt x="40626" y="151014"/>
                </a:lnTo>
                <a:lnTo>
                  <a:pt x="41259" y="118114"/>
                </a:lnTo>
                <a:lnTo>
                  <a:pt x="42120" y="75590"/>
                </a:lnTo>
                <a:lnTo>
                  <a:pt x="41575" y="160319"/>
                </a:lnTo>
                <a:lnTo>
                  <a:pt x="42164" y="88856"/>
                </a:lnTo>
                <a:lnTo>
                  <a:pt x="43235" y="79745"/>
                </a:lnTo>
                <a:lnTo>
                  <a:pt x="43491" y="26366"/>
                </a:lnTo>
                <a:lnTo>
                  <a:pt x="44123" y="60491"/>
                </a:lnTo>
                <a:lnTo>
                  <a:pt x="44799" y="84958"/>
                </a:lnTo>
                <a:lnTo>
                  <a:pt x="44852" y="67215"/>
                </a:lnTo>
                <a:lnTo>
                  <a:pt x="44966" y="17224"/>
                </a:lnTo>
                <a:lnTo>
                  <a:pt x="45581" y="57553"/>
                </a:lnTo>
                <a:lnTo>
                  <a:pt x="46091" y="91947"/>
                </a:lnTo>
                <a:lnTo>
                  <a:pt x="46144" y="83209"/>
                </a:lnTo>
                <a:lnTo>
                  <a:pt x="46179" y="101718"/>
                </a:lnTo>
                <a:lnTo>
                  <a:pt x="46952" y="50685"/>
                </a:lnTo>
                <a:lnTo>
                  <a:pt x="48331" y="107659"/>
                </a:lnTo>
                <a:lnTo>
                  <a:pt x="48982" y="69467"/>
                </a:lnTo>
                <a:lnTo>
                  <a:pt x="49755" y="39744"/>
                </a:lnTo>
                <a:lnTo>
                  <a:pt x="49764" y="70148"/>
                </a:lnTo>
                <a:lnTo>
                  <a:pt x="49931" y="71865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4B112-9B5D-445B-8281-0F7F50A4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387" y="4605846"/>
            <a:ext cx="51415" cy="162127"/>
          </a:xfrm>
          <a:custGeom xmlns:a="http://schemas.openxmlformats.org/drawingml/2006/main">
            <a:pathLst>
              <a:path w="51415" h="162127" fill="none">
                <a:moveTo>
                  <a:pt x="0" y="45151"/>
                </a:moveTo>
                <a:lnTo>
                  <a:pt x="35" y="41612"/>
                </a:lnTo>
                <a:lnTo>
                  <a:pt x="729" y="64422"/>
                </a:lnTo>
                <a:lnTo>
                  <a:pt x="386" y="28928"/>
                </a:lnTo>
                <a:lnTo>
                  <a:pt x="905" y="52650"/>
                </a:lnTo>
                <a:lnTo>
                  <a:pt x="1397" y="69902"/>
                </a:lnTo>
                <a:lnTo>
                  <a:pt x="1309" y="51866"/>
                </a:lnTo>
                <a:lnTo>
                  <a:pt x="1450" y="52337"/>
                </a:lnTo>
                <a:lnTo>
                  <a:pt x="2873" y="0"/>
                </a:lnTo>
                <a:lnTo>
                  <a:pt x="2899" y="15163"/>
                </a:lnTo>
                <a:lnTo>
                  <a:pt x="2978" y="47004"/>
                </a:lnTo>
                <a:lnTo>
                  <a:pt x="3795" y="25712"/>
                </a:lnTo>
                <a:lnTo>
                  <a:pt x="3892" y="11434"/>
                </a:lnTo>
                <a:lnTo>
                  <a:pt x="4086" y="76188"/>
                </a:lnTo>
                <a:lnTo>
                  <a:pt x="4428" y="141268"/>
                </a:lnTo>
                <a:lnTo>
                  <a:pt x="4929" y="93050"/>
                </a:lnTo>
                <a:lnTo>
                  <a:pt x="5737" y="29704"/>
                </a:lnTo>
                <a:lnTo>
                  <a:pt x="6176" y="61759"/>
                </a:lnTo>
                <a:lnTo>
                  <a:pt x="6941" y="122222"/>
                </a:lnTo>
                <a:lnTo>
                  <a:pt x="7072" y="118417"/>
                </a:lnTo>
                <a:lnTo>
                  <a:pt x="8276" y="87481"/>
                </a:lnTo>
                <a:lnTo>
                  <a:pt x="8882" y="78053"/>
                </a:lnTo>
                <a:lnTo>
                  <a:pt x="9111" y="73009"/>
                </a:lnTo>
                <a:lnTo>
                  <a:pt x="9840" y="124725"/>
                </a:lnTo>
                <a:lnTo>
                  <a:pt x="10420" y="98143"/>
                </a:lnTo>
                <a:lnTo>
                  <a:pt x="10253" y="140561"/>
                </a:lnTo>
                <a:lnTo>
                  <a:pt x="10675" y="121088"/>
                </a:lnTo>
                <a:lnTo>
                  <a:pt x="11141" y="106546"/>
                </a:lnTo>
                <a:lnTo>
                  <a:pt x="11378" y="134494"/>
                </a:lnTo>
                <a:lnTo>
                  <a:pt x="11948" y="64345"/>
                </a:lnTo>
                <a:lnTo>
                  <a:pt x="12344" y="99619"/>
                </a:lnTo>
                <a:lnTo>
                  <a:pt x="12862" y="82186"/>
                </a:lnTo>
                <a:lnTo>
                  <a:pt x="12924" y="130861"/>
                </a:lnTo>
                <a:lnTo>
                  <a:pt x="13952" y="86779"/>
                </a:lnTo>
                <a:lnTo>
                  <a:pt x="13978" y="130785"/>
                </a:lnTo>
                <a:lnTo>
                  <a:pt x="14804" y="75279"/>
                </a:lnTo>
                <a:lnTo>
                  <a:pt x="14875" y="105477"/>
                </a:lnTo>
                <a:lnTo>
                  <a:pt x="15955" y="16318"/>
                </a:lnTo>
                <a:lnTo>
                  <a:pt x="16017" y="51681"/>
                </a:lnTo>
                <a:lnTo>
                  <a:pt x="16860" y="109759"/>
                </a:lnTo>
                <a:lnTo>
                  <a:pt x="16579" y="50992"/>
                </a:lnTo>
                <a:lnTo>
                  <a:pt x="17027" y="100314"/>
                </a:lnTo>
                <a:lnTo>
                  <a:pt x="17721" y="126394"/>
                </a:lnTo>
                <a:lnTo>
                  <a:pt x="17958" y="104071"/>
                </a:lnTo>
                <a:lnTo>
                  <a:pt x="18248" y="60372"/>
                </a:lnTo>
                <a:lnTo>
                  <a:pt x="18784" y="109722"/>
                </a:lnTo>
                <a:lnTo>
                  <a:pt x="19003" y="117149"/>
                </a:lnTo>
                <a:lnTo>
                  <a:pt x="19065" y="88489"/>
                </a:lnTo>
                <a:lnTo>
                  <a:pt x="20181" y="42467"/>
                </a:lnTo>
                <a:lnTo>
                  <a:pt x="20656" y="84483"/>
                </a:lnTo>
                <a:lnTo>
                  <a:pt x="20779" y="29743"/>
                </a:lnTo>
                <a:lnTo>
                  <a:pt x="21121" y="59073"/>
                </a:lnTo>
                <a:lnTo>
                  <a:pt x="21279" y="25677"/>
                </a:lnTo>
                <a:lnTo>
                  <a:pt x="21762" y="92818"/>
                </a:lnTo>
                <a:lnTo>
                  <a:pt x="21930" y="41427"/>
                </a:lnTo>
                <a:lnTo>
                  <a:pt x="22273" y="43699"/>
                </a:lnTo>
                <a:lnTo>
                  <a:pt x="22299" y="34657"/>
                </a:lnTo>
                <a:lnTo>
                  <a:pt x="22870" y="76393"/>
                </a:lnTo>
                <a:lnTo>
                  <a:pt x="22983" y="35783"/>
                </a:lnTo>
                <a:lnTo>
                  <a:pt x="23318" y="3799"/>
                </a:lnTo>
                <a:lnTo>
                  <a:pt x="23625" y="41073"/>
                </a:lnTo>
                <a:lnTo>
                  <a:pt x="23871" y="74702"/>
                </a:lnTo>
                <a:lnTo>
                  <a:pt x="24310" y="39705"/>
                </a:lnTo>
                <a:lnTo>
                  <a:pt x="24469" y="40060"/>
                </a:lnTo>
                <a:lnTo>
                  <a:pt x="24521" y="37551"/>
                </a:lnTo>
                <a:lnTo>
                  <a:pt x="25005" y="38475"/>
                </a:lnTo>
                <a:lnTo>
                  <a:pt x="25883" y="152851"/>
                </a:lnTo>
                <a:lnTo>
                  <a:pt x="26859" y="110495"/>
                </a:lnTo>
                <a:lnTo>
                  <a:pt x="27764" y="52611"/>
                </a:lnTo>
                <a:lnTo>
                  <a:pt x="28300" y="130748"/>
                </a:lnTo>
                <a:lnTo>
                  <a:pt x="28888" y="94155"/>
                </a:lnTo>
                <a:lnTo>
                  <a:pt x="28915" y="74790"/>
                </a:lnTo>
                <a:lnTo>
                  <a:pt x="29679" y="129522"/>
                </a:lnTo>
                <a:lnTo>
                  <a:pt x="30048" y="122571"/>
                </a:lnTo>
                <a:lnTo>
                  <a:pt x="30873" y="162127"/>
                </a:lnTo>
                <a:lnTo>
                  <a:pt x="32191" y="83410"/>
                </a:lnTo>
                <a:lnTo>
                  <a:pt x="32499" y="152577"/>
                </a:lnTo>
                <a:lnTo>
                  <a:pt x="32868" y="70611"/>
                </a:lnTo>
                <a:lnTo>
                  <a:pt x="33685" y="17334"/>
                </a:lnTo>
                <a:lnTo>
                  <a:pt x="33808" y="63296"/>
                </a:lnTo>
                <a:lnTo>
                  <a:pt x="34476" y="121063"/>
                </a:lnTo>
                <a:lnTo>
                  <a:pt x="34230" y="57800"/>
                </a:lnTo>
                <a:lnTo>
                  <a:pt x="34669" y="102873"/>
                </a:lnTo>
                <a:lnTo>
                  <a:pt x="34696" y="60115"/>
                </a:lnTo>
                <a:lnTo>
                  <a:pt x="35109" y="124052"/>
                </a:lnTo>
                <a:lnTo>
                  <a:pt x="35389" y="106783"/>
                </a:lnTo>
                <a:lnTo>
                  <a:pt x="35970" y="148529"/>
                </a:lnTo>
                <a:lnTo>
                  <a:pt x="36022" y="95094"/>
                </a:lnTo>
                <a:lnTo>
                  <a:pt x="36900" y="47021"/>
                </a:lnTo>
                <a:lnTo>
                  <a:pt x="37911" y="5599"/>
                </a:lnTo>
                <a:lnTo>
                  <a:pt x="38438" y="26275"/>
                </a:lnTo>
                <a:lnTo>
                  <a:pt x="38746" y="40040"/>
                </a:lnTo>
                <a:lnTo>
                  <a:pt x="39097" y="131819"/>
                </a:lnTo>
                <a:lnTo>
                  <a:pt x="39686" y="91242"/>
                </a:lnTo>
                <a:lnTo>
                  <a:pt x="39756" y="94688"/>
                </a:lnTo>
                <a:lnTo>
                  <a:pt x="39932" y="92490"/>
                </a:lnTo>
                <a:lnTo>
                  <a:pt x="39967" y="45368"/>
                </a:lnTo>
                <a:lnTo>
                  <a:pt x="40802" y="77252"/>
                </a:lnTo>
                <a:lnTo>
                  <a:pt x="40880" y="83586"/>
                </a:lnTo>
                <a:lnTo>
                  <a:pt x="40925" y="53048"/>
                </a:lnTo>
                <a:lnTo>
                  <a:pt x="41013" y="12675"/>
                </a:lnTo>
                <a:lnTo>
                  <a:pt x="41584" y="100651"/>
                </a:lnTo>
                <a:lnTo>
                  <a:pt x="41715" y="75634"/>
                </a:lnTo>
                <a:lnTo>
                  <a:pt x="42383" y="108527"/>
                </a:lnTo>
                <a:lnTo>
                  <a:pt x="42260" y="65035"/>
                </a:lnTo>
                <a:lnTo>
                  <a:pt x="42410" y="70091"/>
                </a:lnTo>
                <a:lnTo>
                  <a:pt x="42471" y="59174"/>
                </a:lnTo>
                <a:lnTo>
                  <a:pt x="42893" y="107770"/>
                </a:lnTo>
                <a:lnTo>
                  <a:pt x="43226" y="85687"/>
                </a:lnTo>
                <a:lnTo>
                  <a:pt x="43868" y="95118"/>
                </a:lnTo>
                <a:lnTo>
                  <a:pt x="43385" y="75726"/>
                </a:lnTo>
                <a:lnTo>
                  <a:pt x="43982" y="93722"/>
                </a:lnTo>
                <a:lnTo>
                  <a:pt x="45010" y="62527"/>
                </a:lnTo>
                <a:lnTo>
                  <a:pt x="45195" y="98862"/>
                </a:lnTo>
                <a:lnTo>
                  <a:pt x="45898" y="62145"/>
                </a:lnTo>
                <a:lnTo>
                  <a:pt x="46767" y="111549"/>
                </a:lnTo>
                <a:lnTo>
                  <a:pt x="47057" y="84567"/>
                </a:lnTo>
                <a:lnTo>
                  <a:pt x="47225" y="80570"/>
                </a:lnTo>
                <a:lnTo>
                  <a:pt x="47628" y="125898"/>
                </a:lnTo>
                <a:lnTo>
                  <a:pt x="47813" y="97523"/>
                </a:lnTo>
                <a:lnTo>
                  <a:pt x="47865" y="52692"/>
                </a:lnTo>
                <a:lnTo>
                  <a:pt x="48287" y="110734"/>
                </a:lnTo>
                <a:lnTo>
                  <a:pt x="48542" y="85525"/>
                </a:lnTo>
                <a:lnTo>
                  <a:pt x="49912" y="32092"/>
                </a:lnTo>
                <a:lnTo>
                  <a:pt x="50124" y="33318"/>
                </a:lnTo>
                <a:lnTo>
                  <a:pt x="50352" y="34933"/>
                </a:lnTo>
                <a:lnTo>
                  <a:pt x="51275" y="70380"/>
                </a:lnTo>
                <a:lnTo>
                  <a:pt x="51415" y="4293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1EEA9-BE98-4114-846D-6A42855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802" y="4631418"/>
            <a:ext cx="49579" cy="177624"/>
          </a:xfrm>
          <a:custGeom xmlns:a="http://schemas.openxmlformats.org/drawingml/2006/main">
            <a:pathLst>
              <a:path w="49579" h="177624" fill="none">
                <a:moveTo>
                  <a:pt x="0" y="17358"/>
                </a:moveTo>
                <a:lnTo>
                  <a:pt x="88" y="58983"/>
                </a:lnTo>
                <a:lnTo>
                  <a:pt x="773" y="42765"/>
                </a:lnTo>
                <a:lnTo>
                  <a:pt x="1072" y="29946"/>
                </a:lnTo>
                <a:lnTo>
                  <a:pt x="1494" y="59090"/>
                </a:lnTo>
                <a:lnTo>
                  <a:pt x="1863" y="10579"/>
                </a:lnTo>
                <a:lnTo>
                  <a:pt x="2117" y="65342"/>
                </a:lnTo>
                <a:lnTo>
                  <a:pt x="2196" y="62023"/>
                </a:lnTo>
                <a:lnTo>
                  <a:pt x="2443" y="93255"/>
                </a:lnTo>
                <a:lnTo>
                  <a:pt x="2882" y="61699"/>
                </a:lnTo>
                <a:lnTo>
                  <a:pt x="3154" y="71312"/>
                </a:lnTo>
                <a:lnTo>
                  <a:pt x="4507" y="118370"/>
                </a:lnTo>
                <a:lnTo>
                  <a:pt x="3471" y="67236"/>
                </a:lnTo>
                <a:lnTo>
                  <a:pt x="4542" y="95729"/>
                </a:lnTo>
                <a:lnTo>
                  <a:pt x="5271" y="112628"/>
                </a:lnTo>
                <a:lnTo>
                  <a:pt x="5675" y="75893"/>
                </a:lnTo>
                <a:lnTo>
                  <a:pt x="5992" y="81920"/>
                </a:lnTo>
                <a:lnTo>
                  <a:pt x="6721" y="123810"/>
                </a:lnTo>
                <a:lnTo>
                  <a:pt x="7266" y="109608"/>
                </a:lnTo>
                <a:lnTo>
                  <a:pt x="7477" y="80827"/>
                </a:lnTo>
                <a:lnTo>
                  <a:pt x="8048" y="128759"/>
                </a:lnTo>
                <a:lnTo>
                  <a:pt x="8180" y="134669"/>
                </a:lnTo>
                <a:lnTo>
                  <a:pt x="8294" y="101327"/>
                </a:lnTo>
                <a:lnTo>
                  <a:pt x="8390" y="108056"/>
                </a:lnTo>
                <a:lnTo>
                  <a:pt x="9612" y="51664"/>
                </a:lnTo>
                <a:lnTo>
                  <a:pt x="9700" y="63941"/>
                </a:lnTo>
                <a:lnTo>
                  <a:pt x="10507" y="108041"/>
                </a:lnTo>
                <a:lnTo>
                  <a:pt x="10200" y="43632"/>
                </a:lnTo>
                <a:lnTo>
                  <a:pt x="10754" y="103456"/>
                </a:lnTo>
                <a:lnTo>
                  <a:pt x="11545" y="30292"/>
                </a:lnTo>
                <a:lnTo>
                  <a:pt x="11052" y="109495"/>
                </a:lnTo>
                <a:lnTo>
                  <a:pt x="11905" y="72510"/>
                </a:lnTo>
                <a:lnTo>
                  <a:pt x="12968" y="136785"/>
                </a:lnTo>
                <a:lnTo>
                  <a:pt x="13118" y="120637"/>
                </a:lnTo>
                <a:lnTo>
                  <a:pt x="13881" y="52118"/>
                </a:lnTo>
                <a:lnTo>
                  <a:pt x="14909" y="79905"/>
                </a:lnTo>
                <a:lnTo>
                  <a:pt x="14919" y="65012"/>
                </a:lnTo>
                <a:lnTo>
                  <a:pt x="14971" y="34864"/>
                </a:lnTo>
                <a:lnTo>
                  <a:pt x="15173" y="77902"/>
                </a:lnTo>
                <a:lnTo>
                  <a:pt x="15797" y="56265"/>
                </a:lnTo>
                <a:lnTo>
                  <a:pt x="17246" y="116751"/>
                </a:lnTo>
                <a:lnTo>
                  <a:pt x="16210" y="34987"/>
                </a:lnTo>
                <a:lnTo>
                  <a:pt x="17440" y="101490"/>
                </a:lnTo>
                <a:lnTo>
                  <a:pt x="18196" y="18005"/>
                </a:lnTo>
                <a:lnTo>
                  <a:pt x="18529" y="38644"/>
                </a:lnTo>
                <a:lnTo>
                  <a:pt x="18643" y="94716"/>
                </a:lnTo>
                <a:lnTo>
                  <a:pt x="18942" y="18578"/>
                </a:lnTo>
                <a:lnTo>
                  <a:pt x="19171" y="30504"/>
                </a:lnTo>
                <a:lnTo>
                  <a:pt x="19188" y="9998"/>
                </a:lnTo>
                <a:lnTo>
                  <a:pt x="20014" y="101893"/>
                </a:lnTo>
                <a:lnTo>
                  <a:pt x="20023" y="99363"/>
                </a:lnTo>
                <a:lnTo>
                  <a:pt x="20243" y="97818"/>
                </a:lnTo>
                <a:lnTo>
                  <a:pt x="21112" y="17833"/>
                </a:lnTo>
                <a:lnTo>
                  <a:pt x="21402" y="27501"/>
                </a:lnTo>
                <a:lnTo>
                  <a:pt x="21938" y="82619"/>
                </a:lnTo>
                <a:lnTo>
                  <a:pt x="22114" y="68054"/>
                </a:lnTo>
                <a:lnTo>
                  <a:pt x="22448" y="54381"/>
                </a:lnTo>
                <a:lnTo>
                  <a:pt x="22931" y="66250"/>
                </a:lnTo>
                <a:lnTo>
                  <a:pt x="23072" y="60523"/>
                </a:lnTo>
                <a:lnTo>
                  <a:pt x="24231" y="146278"/>
                </a:lnTo>
                <a:lnTo>
                  <a:pt x="24926" y="93458"/>
                </a:lnTo>
                <a:lnTo>
                  <a:pt x="25163" y="131982"/>
                </a:lnTo>
                <a:lnTo>
                  <a:pt x="25206" y="164552"/>
                </a:lnTo>
                <a:lnTo>
                  <a:pt x="25628" y="71026"/>
                </a:lnTo>
                <a:lnTo>
                  <a:pt x="25962" y="36335"/>
                </a:lnTo>
                <a:lnTo>
                  <a:pt x="26323" y="87777"/>
                </a:lnTo>
                <a:lnTo>
                  <a:pt x="26604" y="58918"/>
                </a:lnTo>
                <a:lnTo>
                  <a:pt x="27122" y="30335"/>
                </a:lnTo>
                <a:lnTo>
                  <a:pt x="27289" y="31529"/>
                </a:lnTo>
                <a:lnTo>
                  <a:pt x="27605" y="0"/>
                </a:lnTo>
                <a:lnTo>
                  <a:pt x="28071" y="41441"/>
                </a:lnTo>
                <a:lnTo>
                  <a:pt x="29521" y="137430"/>
                </a:lnTo>
                <a:lnTo>
                  <a:pt x="29802" y="115698"/>
                </a:lnTo>
                <a:lnTo>
                  <a:pt x="30101" y="84315"/>
                </a:lnTo>
                <a:lnTo>
                  <a:pt x="30873" y="97838"/>
                </a:lnTo>
                <a:lnTo>
                  <a:pt x="31032" y="112737"/>
                </a:lnTo>
                <a:lnTo>
                  <a:pt x="31506" y="82473"/>
                </a:lnTo>
                <a:lnTo>
                  <a:pt x="31612" y="95113"/>
                </a:lnTo>
                <a:lnTo>
                  <a:pt x="32068" y="45481"/>
                </a:lnTo>
                <a:lnTo>
                  <a:pt x="32473" y="72058"/>
                </a:lnTo>
                <a:lnTo>
                  <a:pt x="32956" y="61795"/>
                </a:lnTo>
                <a:lnTo>
                  <a:pt x="33492" y="32649"/>
                </a:lnTo>
                <a:lnTo>
                  <a:pt x="33948" y="107252"/>
                </a:lnTo>
                <a:lnTo>
                  <a:pt x="34704" y="127510"/>
                </a:lnTo>
                <a:lnTo>
                  <a:pt x="34739" y="93433"/>
                </a:lnTo>
                <a:lnTo>
                  <a:pt x="34766" y="102394"/>
                </a:lnTo>
                <a:lnTo>
                  <a:pt x="35425" y="153136"/>
                </a:lnTo>
                <a:lnTo>
                  <a:pt x="35548" y="100012"/>
                </a:lnTo>
                <a:lnTo>
                  <a:pt x="36189" y="74828"/>
                </a:lnTo>
                <a:lnTo>
                  <a:pt x="36092" y="113780"/>
                </a:lnTo>
                <a:lnTo>
                  <a:pt x="36251" y="95581"/>
                </a:lnTo>
                <a:lnTo>
                  <a:pt x="36839" y="113140"/>
                </a:lnTo>
                <a:lnTo>
                  <a:pt x="36945" y="107176"/>
                </a:lnTo>
                <a:lnTo>
                  <a:pt x="37612" y="42005"/>
                </a:lnTo>
                <a:lnTo>
                  <a:pt x="38192" y="71666"/>
                </a:lnTo>
                <a:lnTo>
                  <a:pt x="38394" y="71837"/>
                </a:lnTo>
                <a:lnTo>
                  <a:pt x="38500" y="99393"/>
                </a:lnTo>
                <a:lnTo>
                  <a:pt x="38799" y="47952"/>
                </a:lnTo>
                <a:lnTo>
                  <a:pt x="38886" y="64205"/>
                </a:lnTo>
                <a:lnTo>
                  <a:pt x="39388" y="54041"/>
                </a:lnTo>
                <a:lnTo>
                  <a:pt x="39440" y="61644"/>
                </a:lnTo>
                <a:lnTo>
                  <a:pt x="39484" y="78988"/>
                </a:lnTo>
                <a:lnTo>
                  <a:pt x="39800" y="59807"/>
                </a:lnTo>
                <a:lnTo>
                  <a:pt x="40160" y="63874"/>
                </a:lnTo>
                <a:lnTo>
                  <a:pt x="40731" y="37848"/>
                </a:lnTo>
                <a:lnTo>
                  <a:pt x="40802" y="76499"/>
                </a:lnTo>
                <a:lnTo>
                  <a:pt x="40890" y="76031"/>
                </a:lnTo>
                <a:lnTo>
                  <a:pt x="41416" y="154396"/>
                </a:lnTo>
                <a:lnTo>
                  <a:pt x="41970" y="129707"/>
                </a:lnTo>
                <a:lnTo>
                  <a:pt x="42787" y="64320"/>
                </a:lnTo>
                <a:lnTo>
                  <a:pt x="42928" y="88315"/>
                </a:lnTo>
                <a:lnTo>
                  <a:pt x="43086" y="88583"/>
                </a:lnTo>
                <a:lnTo>
                  <a:pt x="43385" y="97002"/>
                </a:lnTo>
                <a:lnTo>
                  <a:pt x="43709" y="128110"/>
                </a:lnTo>
                <a:lnTo>
                  <a:pt x="44149" y="59190"/>
                </a:lnTo>
                <a:lnTo>
                  <a:pt x="44211" y="81300"/>
                </a:lnTo>
                <a:lnTo>
                  <a:pt x="45072" y="54265"/>
                </a:lnTo>
                <a:lnTo>
                  <a:pt x="44659" y="94391"/>
                </a:lnTo>
                <a:lnTo>
                  <a:pt x="45239" y="66033"/>
                </a:lnTo>
                <a:lnTo>
                  <a:pt x="45362" y="30112"/>
                </a:lnTo>
                <a:lnTo>
                  <a:pt x="46144" y="90638"/>
                </a:lnTo>
                <a:lnTo>
                  <a:pt x="46267" y="110088"/>
                </a:lnTo>
                <a:lnTo>
                  <a:pt x="46767" y="104138"/>
                </a:lnTo>
                <a:lnTo>
                  <a:pt x="47954" y="60989"/>
                </a:lnTo>
                <a:lnTo>
                  <a:pt x="48173" y="73349"/>
                </a:lnTo>
                <a:lnTo>
                  <a:pt x="48630" y="64653"/>
                </a:lnTo>
                <a:lnTo>
                  <a:pt x="49139" y="131213"/>
                </a:lnTo>
                <a:lnTo>
                  <a:pt x="49579" y="177624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21F7F-F180-4F35-932D-5811C76B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380" y="4632374"/>
            <a:ext cx="51565" cy="176668"/>
          </a:xfrm>
          <a:custGeom xmlns:a="http://schemas.openxmlformats.org/drawingml/2006/main">
            <a:pathLst>
              <a:path w="51565" h="176668" fill="none">
                <a:moveTo>
                  <a:pt x="0" y="176668"/>
                </a:moveTo>
                <a:lnTo>
                  <a:pt x="405" y="108698"/>
                </a:lnTo>
                <a:lnTo>
                  <a:pt x="422" y="110023"/>
                </a:lnTo>
                <a:lnTo>
                  <a:pt x="703" y="86665"/>
                </a:lnTo>
                <a:lnTo>
                  <a:pt x="1054" y="114007"/>
                </a:lnTo>
                <a:lnTo>
                  <a:pt x="1142" y="97811"/>
                </a:lnTo>
                <a:lnTo>
                  <a:pt x="1538" y="108427"/>
                </a:lnTo>
                <a:lnTo>
                  <a:pt x="1555" y="98577"/>
                </a:lnTo>
                <a:lnTo>
                  <a:pt x="2504" y="14624"/>
                </a:lnTo>
                <a:lnTo>
                  <a:pt x="4226" y="138780"/>
                </a:lnTo>
                <a:lnTo>
                  <a:pt x="5412" y="71457"/>
                </a:lnTo>
                <a:lnTo>
                  <a:pt x="4481" y="144481"/>
                </a:lnTo>
                <a:lnTo>
                  <a:pt x="5491" y="72738"/>
                </a:lnTo>
                <a:lnTo>
                  <a:pt x="5887" y="61017"/>
                </a:lnTo>
                <a:lnTo>
                  <a:pt x="5974" y="100211"/>
                </a:lnTo>
                <a:lnTo>
                  <a:pt x="6159" y="152615"/>
                </a:lnTo>
                <a:lnTo>
                  <a:pt x="6949" y="146854"/>
                </a:lnTo>
                <a:lnTo>
                  <a:pt x="7679" y="84908"/>
                </a:lnTo>
                <a:lnTo>
                  <a:pt x="7318" y="153653"/>
                </a:lnTo>
                <a:lnTo>
                  <a:pt x="7977" y="114434"/>
                </a:lnTo>
                <a:lnTo>
                  <a:pt x="8759" y="127828"/>
                </a:lnTo>
                <a:lnTo>
                  <a:pt x="9410" y="56696"/>
                </a:lnTo>
                <a:lnTo>
                  <a:pt x="9770" y="92032"/>
                </a:lnTo>
                <a:lnTo>
                  <a:pt x="10060" y="78702"/>
                </a:lnTo>
                <a:lnTo>
                  <a:pt x="10376" y="104356"/>
                </a:lnTo>
                <a:lnTo>
                  <a:pt x="10403" y="88723"/>
                </a:lnTo>
                <a:lnTo>
                  <a:pt x="10649" y="97008"/>
                </a:lnTo>
                <a:lnTo>
                  <a:pt x="10929" y="83861"/>
                </a:lnTo>
                <a:lnTo>
                  <a:pt x="11018" y="58770"/>
                </a:lnTo>
                <a:lnTo>
                  <a:pt x="11641" y="110053"/>
                </a:lnTo>
                <a:lnTo>
                  <a:pt x="11782" y="102055"/>
                </a:lnTo>
                <a:lnTo>
                  <a:pt x="12001" y="144556"/>
                </a:lnTo>
                <a:lnTo>
                  <a:pt x="12758" y="116221"/>
                </a:lnTo>
                <a:lnTo>
                  <a:pt x="13012" y="116398"/>
                </a:lnTo>
                <a:lnTo>
                  <a:pt x="13996" y="83900"/>
                </a:lnTo>
                <a:lnTo>
                  <a:pt x="14040" y="83974"/>
                </a:lnTo>
                <a:lnTo>
                  <a:pt x="14901" y="37477"/>
                </a:lnTo>
                <a:lnTo>
                  <a:pt x="14392" y="98833"/>
                </a:lnTo>
                <a:lnTo>
                  <a:pt x="14928" y="40362"/>
                </a:lnTo>
                <a:lnTo>
                  <a:pt x="15516" y="93698"/>
                </a:lnTo>
                <a:lnTo>
                  <a:pt x="15657" y="50941"/>
                </a:lnTo>
                <a:lnTo>
                  <a:pt x="17738" y="113890"/>
                </a:lnTo>
                <a:lnTo>
                  <a:pt x="17950" y="95459"/>
                </a:lnTo>
                <a:lnTo>
                  <a:pt x="18275" y="56305"/>
                </a:lnTo>
                <a:lnTo>
                  <a:pt x="18468" y="117147"/>
                </a:lnTo>
                <a:lnTo>
                  <a:pt x="18626" y="114852"/>
                </a:lnTo>
                <a:lnTo>
                  <a:pt x="19232" y="125463"/>
                </a:lnTo>
                <a:lnTo>
                  <a:pt x="19918" y="91964"/>
                </a:lnTo>
                <a:lnTo>
                  <a:pt x="19936" y="81340"/>
                </a:lnTo>
                <a:lnTo>
                  <a:pt x="20137" y="168472"/>
                </a:lnTo>
                <a:lnTo>
                  <a:pt x="20788" y="82180"/>
                </a:lnTo>
                <a:lnTo>
                  <a:pt x="21016" y="63434"/>
                </a:lnTo>
                <a:lnTo>
                  <a:pt x="21394" y="91555"/>
                </a:lnTo>
                <a:lnTo>
                  <a:pt x="21693" y="72788"/>
                </a:lnTo>
                <a:lnTo>
                  <a:pt x="21789" y="96349"/>
                </a:lnTo>
                <a:lnTo>
                  <a:pt x="22352" y="57728"/>
                </a:lnTo>
                <a:lnTo>
                  <a:pt x="23871" y="128225"/>
                </a:lnTo>
                <a:lnTo>
                  <a:pt x="24232" y="112473"/>
                </a:lnTo>
                <a:lnTo>
                  <a:pt x="24486" y="52115"/>
                </a:lnTo>
                <a:lnTo>
                  <a:pt x="24943" y="56516"/>
                </a:lnTo>
                <a:lnTo>
                  <a:pt x="25444" y="72991"/>
                </a:lnTo>
                <a:lnTo>
                  <a:pt x="25910" y="134540"/>
                </a:lnTo>
                <a:lnTo>
                  <a:pt x="26243" y="62140"/>
                </a:lnTo>
                <a:lnTo>
                  <a:pt x="26832" y="54866"/>
                </a:lnTo>
                <a:lnTo>
                  <a:pt x="27272" y="107739"/>
                </a:lnTo>
                <a:lnTo>
                  <a:pt x="27746" y="94558"/>
                </a:lnTo>
                <a:lnTo>
                  <a:pt x="28625" y="144756"/>
                </a:lnTo>
                <a:lnTo>
                  <a:pt x="28089" y="94500"/>
                </a:lnTo>
                <a:lnTo>
                  <a:pt x="28677" y="122387"/>
                </a:lnTo>
                <a:lnTo>
                  <a:pt x="29231" y="24965"/>
                </a:lnTo>
                <a:lnTo>
                  <a:pt x="29705" y="30368"/>
                </a:lnTo>
                <a:lnTo>
                  <a:pt x="30654" y="72889"/>
                </a:lnTo>
                <a:lnTo>
                  <a:pt x="30821" y="55994"/>
                </a:lnTo>
                <a:lnTo>
                  <a:pt x="30865" y="34692"/>
                </a:lnTo>
                <a:lnTo>
                  <a:pt x="31454" y="80558"/>
                </a:lnTo>
                <a:lnTo>
                  <a:pt x="31585" y="72900"/>
                </a:lnTo>
                <a:lnTo>
                  <a:pt x="31744" y="75012"/>
                </a:lnTo>
                <a:lnTo>
                  <a:pt x="31778" y="67385"/>
                </a:lnTo>
                <a:lnTo>
                  <a:pt x="31814" y="67742"/>
                </a:lnTo>
                <a:lnTo>
                  <a:pt x="31911" y="97751"/>
                </a:lnTo>
                <a:lnTo>
                  <a:pt x="32130" y="59755"/>
                </a:lnTo>
                <a:lnTo>
                  <a:pt x="32579" y="73293"/>
                </a:lnTo>
                <a:lnTo>
                  <a:pt x="32929" y="72978"/>
                </a:lnTo>
                <a:lnTo>
                  <a:pt x="33000" y="95570"/>
                </a:lnTo>
                <a:lnTo>
                  <a:pt x="33527" y="32648"/>
                </a:lnTo>
                <a:lnTo>
                  <a:pt x="33773" y="57612"/>
                </a:lnTo>
                <a:lnTo>
                  <a:pt x="34502" y="22821"/>
                </a:lnTo>
                <a:lnTo>
                  <a:pt x="35241" y="55966"/>
                </a:lnTo>
                <a:lnTo>
                  <a:pt x="35364" y="38274"/>
                </a:lnTo>
                <a:lnTo>
                  <a:pt x="35539" y="0"/>
                </a:lnTo>
                <a:lnTo>
                  <a:pt x="36146" y="93152"/>
                </a:lnTo>
                <a:lnTo>
                  <a:pt x="36189" y="84338"/>
                </a:lnTo>
                <a:lnTo>
                  <a:pt x="37076" y="43795"/>
                </a:lnTo>
                <a:lnTo>
                  <a:pt x="37358" y="80981"/>
                </a:lnTo>
                <a:lnTo>
                  <a:pt x="38034" y="71637"/>
                </a:lnTo>
                <a:lnTo>
                  <a:pt x="38289" y="74461"/>
                </a:lnTo>
                <a:lnTo>
                  <a:pt x="38307" y="86784"/>
                </a:lnTo>
                <a:lnTo>
                  <a:pt x="39036" y="18157"/>
                </a:lnTo>
                <a:lnTo>
                  <a:pt x="39132" y="37902"/>
                </a:lnTo>
                <a:lnTo>
                  <a:pt x="40539" y="165725"/>
                </a:lnTo>
                <a:lnTo>
                  <a:pt x="41294" y="106209"/>
                </a:lnTo>
                <a:lnTo>
                  <a:pt x="41321" y="119453"/>
                </a:lnTo>
                <a:lnTo>
                  <a:pt x="41566" y="63134"/>
                </a:lnTo>
                <a:lnTo>
                  <a:pt x="42243" y="85995"/>
                </a:lnTo>
                <a:lnTo>
                  <a:pt x="42296" y="105266"/>
                </a:lnTo>
                <a:lnTo>
                  <a:pt x="42717" y="59943"/>
                </a:lnTo>
                <a:lnTo>
                  <a:pt x="43139" y="80202"/>
                </a:lnTo>
                <a:lnTo>
                  <a:pt x="44176" y="140530"/>
                </a:lnTo>
                <a:lnTo>
                  <a:pt x="44958" y="101534"/>
                </a:lnTo>
                <a:lnTo>
                  <a:pt x="45089" y="129575"/>
                </a:lnTo>
                <a:lnTo>
                  <a:pt x="45960" y="151683"/>
                </a:lnTo>
                <a:lnTo>
                  <a:pt x="46214" y="139987"/>
                </a:lnTo>
                <a:lnTo>
                  <a:pt x="47391" y="96943"/>
                </a:lnTo>
                <a:lnTo>
                  <a:pt x="46618" y="140085"/>
                </a:lnTo>
                <a:lnTo>
                  <a:pt x="47488" y="98757"/>
                </a:lnTo>
                <a:lnTo>
                  <a:pt x="47831" y="129855"/>
                </a:lnTo>
                <a:lnTo>
                  <a:pt x="48182" y="79865"/>
                </a:lnTo>
                <a:lnTo>
                  <a:pt x="48287" y="90897"/>
                </a:lnTo>
                <a:lnTo>
                  <a:pt x="48920" y="48864"/>
                </a:lnTo>
                <a:lnTo>
                  <a:pt x="48999" y="98439"/>
                </a:lnTo>
                <a:lnTo>
                  <a:pt x="49105" y="95884"/>
                </a:lnTo>
                <a:lnTo>
                  <a:pt x="49482" y="107775"/>
                </a:lnTo>
                <a:lnTo>
                  <a:pt x="49711" y="78731"/>
                </a:lnTo>
                <a:lnTo>
                  <a:pt x="49772" y="57569"/>
                </a:lnTo>
                <a:lnTo>
                  <a:pt x="50449" y="110539"/>
                </a:lnTo>
                <a:lnTo>
                  <a:pt x="50546" y="103541"/>
                </a:lnTo>
                <a:lnTo>
                  <a:pt x="51565" y="44929"/>
                </a:lnTo>
                <a:lnTo>
                  <a:pt x="51213" y="115237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2AB83-F90B-4B9A-A1F3-B565C31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593" y="4639262"/>
            <a:ext cx="46583" cy="182373"/>
          </a:xfrm>
          <a:custGeom xmlns:a="http://schemas.openxmlformats.org/drawingml/2006/main">
            <a:pathLst>
              <a:path w="46583" h="182373" fill="none">
                <a:moveTo>
                  <a:pt x="0" y="108348"/>
                </a:moveTo>
                <a:lnTo>
                  <a:pt x="492" y="69936"/>
                </a:lnTo>
                <a:lnTo>
                  <a:pt x="571" y="66665"/>
                </a:lnTo>
                <a:lnTo>
                  <a:pt x="633" y="96536"/>
                </a:lnTo>
                <a:lnTo>
                  <a:pt x="1336" y="88591"/>
                </a:lnTo>
                <a:lnTo>
                  <a:pt x="1731" y="147000"/>
                </a:lnTo>
                <a:lnTo>
                  <a:pt x="2153" y="80806"/>
                </a:lnTo>
                <a:lnTo>
                  <a:pt x="2618" y="141658"/>
                </a:lnTo>
                <a:lnTo>
                  <a:pt x="2900" y="122696"/>
                </a:lnTo>
                <a:lnTo>
                  <a:pt x="3339" y="128849"/>
                </a:lnTo>
                <a:lnTo>
                  <a:pt x="3383" y="160815"/>
                </a:lnTo>
                <a:lnTo>
                  <a:pt x="4086" y="82455"/>
                </a:lnTo>
                <a:lnTo>
                  <a:pt x="4173" y="82820"/>
                </a:lnTo>
                <a:lnTo>
                  <a:pt x="4446" y="57218"/>
                </a:lnTo>
                <a:lnTo>
                  <a:pt x="4718" y="121678"/>
                </a:lnTo>
                <a:lnTo>
                  <a:pt x="4947" y="100809"/>
                </a:lnTo>
                <a:lnTo>
                  <a:pt x="5720" y="133351"/>
                </a:lnTo>
                <a:lnTo>
                  <a:pt x="5843" y="106636"/>
                </a:lnTo>
                <a:lnTo>
                  <a:pt x="6731" y="42179"/>
                </a:lnTo>
                <a:lnTo>
                  <a:pt x="7020" y="56169"/>
                </a:lnTo>
                <a:lnTo>
                  <a:pt x="7196" y="46778"/>
                </a:lnTo>
                <a:lnTo>
                  <a:pt x="7556" y="61391"/>
                </a:lnTo>
                <a:lnTo>
                  <a:pt x="8215" y="162756"/>
                </a:lnTo>
                <a:lnTo>
                  <a:pt x="8645" y="133152"/>
                </a:lnTo>
                <a:lnTo>
                  <a:pt x="8725" y="129530"/>
                </a:lnTo>
                <a:lnTo>
                  <a:pt x="10025" y="182373"/>
                </a:lnTo>
                <a:lnTo>
                  <a:pt x="9419" y="119145"/>
                </a:lnTo>
                <a:lnTo>
                  <a:pt x="10271" y="180246"/>
                </a:lnTo>
                <a:lnTo>
                  <a:pt x="10851" y="86225"/>
                </a:lnTo>
                <a:lnTo>
                  <a:pt x="11659" y="133510"/>
                </a:lnTo>
                <a:lnTo>
                  <a:pt x="11677" y="146687"/>
                </a:lnTo>
                <a:lnTo>
                  <a:pt x="12406" y="88680"/>
                </a:lnTo>
                <a:lnTo>
                  <a:pt x="12555" y="130130"/>
                </a:lnTo>
                <a:lnTo>
                  <a:pt x="13636" y="64675"/>
                </a:lnTo>
                <a:lnTo>
                  <a:pt x="13047" y="141643"/>
                </a:lnTo>
                <a:lnTo>
                  <a:pt x="13820" y="66597"/>
                </a:lnTo>
                <a:lnTo>
                  <a:pt x="13864" y="83775"/>
                </a:lnTo>
                <a:lnTo>
                  <a:pt x="14568" y="53266"/>
                </a:lnTo>
                <a:lnTo>
                  <a:pt x="14655" y="57389"/>
                </a:lnTo>
                <a:lnTo>
                  <a:pt x="14901" y="85839"/>
                </a:lnTo>
                <a:lnTo>
                  <a:pt x="15182" y="45456"/>
                </a:lnTo>
                <a:lnTo>
                  <a:pt x="15253" y="47495"/>
                </a:lnTo>
                <a:lnTo>
                  <a:pt x="15973" y="0"/>
                </a:lnTo>
                <a:lnTo>
                  <a:pt x="16193" y="11316"/>
                </a:lnTo>
                <a:lnTo>
                  <a:pt x="16535" y="11416"/>
                </a:lnTo>
                <a:lnTo>
                  <a:pt x="17616" y="55477"/>
                </a:lnTo>
                <a:lnTo>
                  <a:pt x="18099" y="65021"/>
                </a:lnTo>
                <a:lnTo>
                  <a:pt x="18389" y="58994"/>
                </a:lnTo>
                <a:lnTo>
                  <a:pt x="19233" y="35823"/>
                </a:lnTo>
                <a:lnTo>
                  <a:pt x="18600" y="72748"/>
                </a:lnTo>
                <a:lnTo>
                  <a:pt x="19259" y="56900"/>
                </a:lnTo>
                <a:lnTo>
                  <a:pt x="19558" y="111350"/>
                </a:lnTo>
                <a:lnTo>
                  <a:pt x="19417" y="51239"/>
                </a:lnTo>
                <a:lnTo>
                  <a:pt x="20076" y="73424"/>
                </a:lnTo>
                <a:lnTo>
                  <a:pt x="20235" y="67030"/>
                </a:lnTo>
                <a:lnTo>
                  <a:pt x="20401" y="93153"/>
                </a:lnTo>
                <a:lnTo>
                  <a:pt x="20586" y="128100"/>
                </a:lnTo>
                <a:lnTo>
                  <a:pt x="20884" y="88718"/>
                </a:lnTo>
                <a:lnTo>
                  <a:pt x="21271" y="126215"/>
                </a:lnTo>
                <a:lnTo>
                  <a:pt x="21596" y="110738"/>
                </a:lnTo>
                <a:lnTo>
                  <a:pt x="21631" y="138411"/>
                </a:lnTo>
                <a:lnTo>
                  <a:pt x="22237" y="117109"/>
                </a:lnTo>
                <a:lnTo>
                  <a:pt x="22606" y="102364"/>
                </a:lnTo>
                <a:lnTo>
                  <a:pt x="22624" y="92318"/>
                </a:lnTo>
                <a:lnTo>
                  <a:pt x="23283" y="153253"/>
                </a:lnTo>
                <a:lnTo>
                  <a:pt x="23581" y="151955"/>
                </a:lnTo>
                <a:lnTo>
                  <a:pt x="23643" y="166854"/>
                </a:lnTo>
                <a:lnTo>
                  <a:pt x="24434" y="114606"/>
                </a:lnTo>
                <a:lnTo>
                  <a:pt x="24548" y="116955"/>
                </a:lnTo>
                <a:lnTo>
                  <a:pt x="25031" y="46246"/>
                </a:lnTo>
                <a:lnTo>
                  <a:pt x="25497" y="66439"/>
                </a:lnTo>
                <a:lnTo>
                  <a:pt x="25681" y="78938"/>
                </a:lnTo>
                <a:lnTo>
                  <a:pt x="25910" y="100911"/>
                </a:lnTo>
                <a:lnTo>
                  <a:pt x="26419" y="52282"/>
                </a:lnTo>
                <a:lnTo>
                  <a:pt x="27324" y="109202"/>
                </a:lnTo>
                <a:lnTo>
                  <a:pt x="27447" y="68324"/>
                </a:lnTo>
                <a:lnTo>
                  <a:pt x="27553" y="36776"/>
                </a:lnTo>
                <a:lnTo>
                  <a:pt x="28220" y="101255"/>
                </a:lnTo>
                <a:lnTo>
                  <a:pt x="28748" y="92940"/>
                </a:lnTo>
                <a:lnTo>
                  <a:pt x="29099" y="126689"/>
                </a:lnTo>
                <a:lnTo>
                  <a:pt x="29503" y="80560"/>
                </a:lnTo>
                <a:lnTo>
                  <a:pt x="29750" y="147560"/>
                </a:lnTo>
                <a:lnTo>
                  <a:pt x="29820" y="144157"/>
                </a:lnTo>
                <a:lnTo>
                  <a:pt x="30101" y="165410"/>
                </a:lnTo>
                <a:lnTo>
                  <a:pt x="30250" y="125029"/>
                </a:lnTo>
                <a:lnTo>
                  <a:pt x="30496" y="131760"/>
                </a:lnTo>
                <a:lnTo>
                  <a:pt x="30848" y="155801"/>
                </a:lnTo>
                <a:lnTo>
                  <a:pt x="31234" y="137883"/>
                </a:lnTo>
                <a:lnTo>
                  <a:pt x="31876" y="113025"/>
                </a:lnTo>
                <a:lnTo>
                  <a:pt x="32236" y="127426"/>
                </a:lnTo>
                <a:lnTo>
                  <a:pt x="32271" y="147958"/>
                </a:lnTo>
                <a:lnTo>
                  <a:pt x="32702" y="113917"/>
                </a:lnTo>
                <a:lnTo>
                  <a:pt x="33124" y="134248"/>
                </a:lnTo>
                <a:lnTo>
                  <a:pt x="33440" y="121006"/>
                </a:lnTo>
                <a:lnTo>
                  <a:pt x="33536" y="142157"/>
                </a:lnTo>
                <a:lnTo>
                  <a:pt x="34133" y="122464"/>
                </a:lnTo>
                <a:lnTo>
                  <a:pt x="34924" y="180751"/>
                </a:lnTo>
                <a:lnTo>
                  <a:pt x="34959" y="153350"/>
                </a:lnTo>
                <a:lnTo>
                  <a:pt x="35127" y="152290"/>
                </a:lnTo>
                <a:lnTo>
                  <a:pt x="35161" y="114107"/>
                </a:lnTo>
                <a:lnTo>
                  <a:pt x="35952" y="131394"/>
                </a:lnTo>
                <a:lnTo>
                  <a:pt x="36488" y="133878"/>
                </a:lnTo>
                <a:lnTo>
                  <a:pt x="36822" y="109522"/>
                </a:lnTo>
                <a:lnTo>
                  <a:pt x="37042" y="130846"/>
                </a:lnTo>
                <a:lnTo>
                  <a:pt x="37375" y="99954"/>
                </a:lnTo>
                <a:lnTo>
                  <a:pt x="37613" y="114915"/>
                </a:lnTo>
                <a:lnTo>
                  <a:pt x="37990" y="127053"/>
                </a:lnTo>
                <a:lnTo>
                  <a:pt x="38175" y="89806"/>
                </a:lnTo>
                <a:lnTo>
                  <a:pt x="38966" y="42887"/>
                </a:lnTo>
                <a:lnTo>
                  <a:pt x="39132" y="52917"/>
                </a:lnTo>
                <a:lnTo>
                  <a:pt x="39370" y="56874"/>
                </a:lnTo>
                <a:lnTo>
                  <a:pt x="40011" y="48182"/>
                </a:lnTo>
                <a:lnTo>
                  <a:pt x="41127" y="108519"/>
                </a:lnTo>
                <a:lnTo>
                  <a:pt x="41136" y="102184"/>
                </a:lnTo>
                <a:lnTo>
                  <a:pt x="41970" y="118260"/>
                </a:lnTo>
                <a:lnTo>
                  <a:pt x="42217" y="137894"/>
                </a:lnTo>
                <a:lnTo>
                  <a:pt x="42498" y="97518"/>
                </a:lnTo>
                <a:lnTo>
                  <a:pt x="42919" y="95626"/>
                </a:lnTo>
                <a:lnTo>
                  <a:pt x="43833" y="42722"/>
                </a:lnTo>
                <a:lnTo>
                  <a:pt x="43860" y="65082"/>
                </a:lnTo>
                <a:lnTo>
                  <a:pt x="44457" y="93440"/>
                </a:lnTo>
                <a:lnTo>
                  <a:pt x="44044" y="60736"/>
                </a:lnTo>
                <a:lnTo>
                  <a:pt x="44799" y="89031"/>
                </a:lnTo>
                <a:lnTo>
                  <a:pt x="45037" y="109705"/>
                </a:lnTo>
                <a:lnTo>
                  <a:pt x="45248" y="60131"/>
                </a:lnTo>
                <a:lnTo>
                  <a:pt x="45555" y="63361"/>
                </a:lnTo>
                <a:lnTo>
                  <a:pt x="46030" y="39253"/>
                </a:lnTo>
                <a:lnTo>
                  <a:pt x="46583" y="9582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ECAB5-BA9E-4C89-8763-20CA0F44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176" y="4663630"/>
            <a:ext cx="52654" cy="186676"/>
          </a:xfrm>
          <a:custGeom xmlns:a="http://schemas.openxmlformats.org/drawingml/2006/main">
            <a:pathLst>
              <a:path w="52654" h="186676" fill="none">
                <a:moveTo>
                  <a:pt x="0" y="71453"/>
                </a:moveTo>
                <a:lnTo>
                  <a:pt x="159" y="0"/>
                </a:lnTo>
                <a:lnTo>
                  <a:pt x="668" y="4603"/>
                </a:lnTo>
                <a:lnTo>
                  <a:pt x="1054" y="4958"/>
                </a:lnTo>
                <a:lnTo>
                  <a:pt x="2346" y="96447"/>
                </a:lnTo>
                <a:lnTo>
                  <a:pt x="2732" y="63476"/>
                </a:lnTo>
                <a:lnTo>
                  <a:pt x="3216" y="64403"/>
                </a:lnTo>
                <a:lnTo>
                  <a:pt x="3523" y="27652"/>
                </a:lnTo>
                <a:lnTo>
                  <a:pt x="3866" y="76209"/>
                </a:lnTo>
                <a:lnTo>
                  <a:pt x="4033" y="66918"/>
                </a:lnTo>
                <a:lnTo>
                  <a:pt x="4437" y="93184"/>
                </a:lnTo>
                <a:lnTo>
                  <a:pt x="4340" y="63396"/>
                </a:lnTo>
                <a:lnTo>
                  <a:pt x="4508" y="85934"/>
                </a:lnTo>
                <a:lnTo>
                  <a:pt x="4929" y="25175"/>
                </a:lnTo>
                <a:lnTo>
                  <a:pt x="5641" y="65211"/>
                </a:lnTo>
                <a:lnTo>
                  <a:pt x="6256" y="98539"/>
                </a:lnTo>
                <a:lnTo>
                  <a:pt x="6563" y="87971"/>
                </a:lnTo>
                <a:lnTo>
                  <a:pt x="6625" y="66476"/>
                </a:lnTo>
                <a:lnTo>
                  <a:pt x="7029" y="99876"/>
                </a:lnTo>
                <a:lnTo>
                  <a:pt x="7363" y="98604"/>
                </a:lnTo>
                <a:lnTo>
                  <a:pt x="7583" y="84699"/>
                </a:lnTo>
                <a:lnTo>
                  <a:pt x="8092" y="84800"/>
                </a:lnTo>
                <a:lnTo>
                  <a:pt x="9067" y="172258"/>
                </a:lnTo>
                <a:lnTo>
                  <a:pt x="9313" y="127624"/>
                </a:lnTo>
                <a:lnTo>
                  <a:pt x="10183" y="73917"/>
                </a:lnTo>
                <a:lnTo>
                  <a:pt x="10289" y="119337"/>
                </a:lnTo>
                <a:lnTo>
                  <a:pt x="10403" y="131577"/>
                </a:lnTo>
                <a:lnTo>
                  <a:pt x="11071" y="104588"/>
                </a:lnTo>
                <a:lnTo>
                  <a:pt x="11378" y="98785"/>
                </a:lnTo>
                <a:lnTo>
                  <a:pt x="11641" y="118890"/>
                </a:lnTo>
                <a:lnTo>
                  <a:pt x="12766" y="133231"/>
                </a:lnTo>
                <a:lnTo>
                  <a:pt x="13671" y="70537"/>
                </a:lnTo>
                <a:lnTo>
                  <a:pt x="13847" y="76596"/>
                </a:lnTo>
                <a:lnTo>
                  <a:pt x="14814" y="131008"/>
                </a:lnTo>
                <a:lnTo>
                  <a:pt x="15543" y="109563"/>
                </a:lnTo>
                <a:lnTo>
                  <a:pt x="15744" y="73913"/>
                </a:lnTo>
                <a:lnTo>
                  <a:pt x="16421" y="116566"/>
                </a:lnTo>
                <a:lnTo>
                  <a:pt x="16764" y="145937"/>
                </a:lnTo>
                <a:lnTo>
                  <a:pt x="16676" y="99731"/>
                </a:lnTo>
                <a:lnTo>
                  <a:pt x="17107" y="134416"/>
                </a:lnTo>
                <a:lnTo>
                  <a:pt x="18073" y="105316"/>
                </a:lnTo>
                <a:lnTo>
                  <a:pt x="18495" y="117348"/>
                </a:lnTo>
                <a:lnTo>
                  <a:pt x="18714" y="18997"/>
                </a:lnTo>
                <a:lnTo>
                  <a:pt x="19382" y="30825"/>
                </a:lnTo>
                <a:lnTo>
                  <a:pt x="19654" y="19028"/>
                </a:lnTo>
                <a:lnTo>
                  <a:pt x="19883" y="57139"/>
                </a:lnTo>
                <a:lnTo>
                  <a:pt x="19979" y="47199"/>
                </a:lnTo>
                <a:lnTo>
                  <a:pt x="20287" y="21693"/>
                </a:lnTo>
                <a:lnTo>
                  <a:pt x="20946" y="107796"/>
                </a:lnTo>
                <a:lnTo>
                  <a:pt x="21886" y="186676"/>
                </a:lnTo>
                <a:lnTo>
                  <a:pt x="22202" y="170315"/>
                </a:lnTo>
                <a:lnTo>
                  <a:pt x="23362" y="62903"/>
                </a:lnTo>
                <a:lnTo>
                  <a:pt x="23854" y="77749"/>
                </a:lnTo>
                <a:lnTo>
                  <a:pt x="24065" y="104571"/>
                </a:lnTo>
                <a:lnTo>
                  <a:pt x="24469" y="74174"/>
                </a:lnTo>
                <a:lnTo>
                  <a:pt x="24855" y="86345"/>
                </a:lnTo>
                <a:lnTo>
                  <a:pt x="25594" y="111635"/>
                </a:lnTo>
                <a:lnTo>
                  <a:pt x="25040" y="76315"/>
                </a:lnTo>
                <a:lnTo>
                  <a:pt x="25866" y="108747"/>
                </a:lnTo>
                <a:lnTo>
                  <a:pt x="26340" y="98422"/>
                </a:lnTo>
                <a:lnTo>
                  <a:pt x="26463" y="136988"/>
                </a:lnTo>
                <a:lnTo>
                  <a:pt x="27175" y="102968"/>
                </a:lnTo>
                <a:lnTo>
                  <a:pt x="27799" y="33313"/>
                </a:lnTo>
                <a:lnTo>
                  <a:pt x="28177" y="73836"/>
                </a:lnTo>
                <a:lnTo>
                  <a:pt x="28414" y="71306"/>
                </a:lnTo>
                <a:lnTo>
                  <a:pt x="29310" y="20175"/>
                </a:lnTo>
                <a:lnTo>
                  <a:pt x="30224" y="124990"/>
                </a:lnTo>
                <a:lnTo>
                  <a:pt x="30233" y="105060"/>
                </a:lnTo>
                <a:lnTo>
                  <a:pt x="30496" y="76092"/>
                </a:lnTo>
                <a:lnTo>
                  <a:pt x="30979" y="121347"/>
                </a:lnTo>
                <a:lnTo>
                  <a:pt x="31032" y="120385"/>
                </a:lnTo>
                <a:lnTo>
                  <a:pt x="31067" y="125554"/>
                </a:lnTo>
                <a:lnTo>
                  <a:pt x="31322" y="158043"/>
                </a:lnTo>
                <a:lnTo>
                  <a:pt x="31612" y="75435"/>
                </a:lnTo>
                <a:lnTo>
                  <a:pt x="32034" y="70198"/>
                </a:lnTo>
                <a:lnTo>
                  <a:pt x="31911" y="99801"/>
                </a:lnTo>
                <a:lnTo>
                  <a:pt x="32526" y="74052"/>
                </a:lnTo>
                <a:lnTo>
                  <a:pt x="32587" y="71037"/>
                </a:lnTo>
                <a:lnTo>
                  <a:pt x="32982" y="82426"/>
                </a:lnTo>
                <a:lnTo>
                  <a:pt x="33079" y="99586"/>
                </a:lnTo>
                <a:lnTo>
                  <a:pt x="33474" y="67216"/>
                </a:lnTo>
                <a:lnTo>
                  <a:pt x="33641" y="94740"/>
                </a:lnTo>
                <a:lnTo>
                  <a:pt x="33879" y="46905"/>
                </a:lnTo>
                <a:lnTo>
                  <a:pt x="34635" y="73050"/>
                </a:lnTo>
                <a:lnTo>
                  <a:pt x="35003" y="106981"/>
                </a:lnTo>
                <a:lnTo>
                  <a:pt x="35469" y="72068"/>
                </a:lnTo>
                <a:lnTo>
                  <a:pt x="35478" y="80445"/>
                </a:lnTo>
                <a:lnTo>
                  <a:pt x="35601" y="81139"/>
                </a:lnTo>
                <a:lnTo>
                  <a:pt x="35627" y="90938"/>
                </a:lnTo>
                <a:lnTo>
                  <a:pt x="36400" y="50772"/>
                </a:lnTo>
                <a:lnTo>
                  <a:pt x="36418" y="56535"/>
                </a:lnTo>
                <a:lnTo>
                  <a:pt x="36962" y="33517"/>
                </a:lnTo>
                <a:lnTo>
                  <a:pt x="36515" y="59628"/>
                </a:lnTo>
                <a:lnTo>
                  <a:pt x="37297" y="57260"/>
                </a:lnTo>
                <a:lnTo>
                  <a:pt x="38333" y="116248"/>
                </a:lnTo>
                <a:lnTo>
                  <a:pt x="38360" y="105449"/>
                </a:lnTo>
                <a:lnTo>
                  <a:pt x="39247" y="141119"/>
                </a:lnTo>
                <a:lnTo>
                  <a:pt x="39370" y="139143"/>
                </a:lnTo>
                <a:lnTo>
                  <a:pt x="39774" y="175383"/>
                </a:lnTo>
                <a:lnTo>
                  <a:pt x="40231" y="142721"/>
                </a:lnTo>
                <a:lnTo>
                  <a:pt x="41171" y="72102"/>
                </a:lnTo>
                <a:lnTo>
                  <a:pt x="42340" y="141071"/>
                </a:lnTo>
                <a:lnTo>
                  <a:pt x="43148" y="45447"/>
                </a:lnTo>
                <a:lnTo>
                  <a:pt x="43262" y="51194"/>
                </a:lnTo>
                <a:lnTo>
                  <a:pt x="43947" y="68458"/>
                </a:lnTo>
                <a:lnTo>
                  <a:pt x="44562" y="162278"/>
                </a:lnTo>
                <a:lnTo>
                  <a:pt x="44870" y="151346"/>
                </a:lnTo>
                <a:lnTo>
                  <a:pt x="45292" y="124045"/>
                </a:lnTo>
                <a:lnTo>
                  <a:pt x="45837" y="185035"/>
                </a:lnTo>
                <a:lnTo>
                  <a:pt x="47259" y="59188"/>
                </a:lnTo>
                <a:lnTo>
                  <a:pt x="47655" y="98039"/>
                </a:lnTo>
                <a:lnTo>
                  <a:pt x="48516" y="138367"/>
                </a:lnTo>
                <a:lnTo>
                  <a:pt x="48542" y="103336"/>
                </a:lnTo>
                <a:lnTo>
                  <a:pt x="48999" y="73698"/>
                </a:lnTo>
                <a:lnTo>
                  <a:pt x="49456" y="110554"/>
                </a:lnTo>
                <a:lnTo>
                  <a:pt x="49737" y="118763"/>
                </a:lnTo>
                <a:lnTo>
                  <a:pt x="49781" y="95566"/>
                </a:lnTo>
                <a:lnTo>
                  <a:pt x="50826" y="47794"/>
                </a:lnTo>
                <a:lnTo>
                  <a:pt x="50194" y="114192"/>
                </a:lnTo>
                <a:lnTo>
                  <a:pt x="50968" y="53855"/>
                </a:lnTo>
                <a:lnTo>
                  <a:pt x="51082" y="54643"/>
                </a:lnTo>
                <a:lnTo>
                  <a:pt x="51960" y="114300"/>
                </a:lnTo>
                <a:lnTo>
                  <a:pt x="51574" y="53482"/>
                </a:lnTo>
                <a:lnTo>
                  <a:pt x="52197" y="91161"/>
                </a:lnTo>
                <a:lnTo>
                  <a:pt x="52294" y="92400"/>
                </a:lnTo>
                <a:lnTo>
                  <a:pt x="52505" y="89387"/>
                </a:lnTo>
                <a:lnTo>
                  <a:pt x="52636" y="75372"/>
                </a:lnTo>
                <a:lnTo>
                  <a:pt x="52654" y="107357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BBF7C-8121-48EB-AE62-02AAED9E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830" y="4652076"/>
            <a:ext cx="52189" cy="211879"/>
          </a:xfrm>
          <a:custGeom xmlns:a="http://schemas.openxmlformats.org/drawingml/2006/main">
            <a:pathLst>
              <a:path w="52189" h="211879" fill="none">
                <a:moveTo>
                  <a:pt x="0" y="118911"/>
                </a:moveTo>
                <a:lnTo>
                  <a:pt x="325" y="106132"/>
                </a:lnTo>
                <a:lnTo>
                  <a:pt x="466" y="145754"/>
                </a:lnTo>
                <a:lnTo>
                  <a:pt x="1099" y="86793"/>
                </a:lnTo>
                <a:lnTo>
                  <a:pt x="1916" y="0"/>
                </a:lnTo>
                <a:lnTo>
                  <a:pt x="1978" y="34245"/>
                </a:lnTo>
                <a:lnTo>
                  <a:pt x="2671" y="118279"/>
                </a:lnTo>
                <a:lnTo>
                  <a:pt x="3190" y="77282"/>
                </a:lnTo>
                <a:lnTo>
                  <a:pt x="3813" y="86318"/>
                </a:lnTo>
                <a:lnTo>
                  <a:pt x="4148" y="119787"/>
                </a:lnTo>
                <a:lnTo>
                  <a:pt x="4613" y="105030"/>
                </a:lnTo>
                <a:lnTo>
                  <a:pt x="4788" y="69176"/>
                </a:lnTo>
                <a:lnTo>
                  <a:pt x="5228" y="142690"/>
                </a:lnTo>
                <a:lnTo>
                  <a:pt x="5351" y="119361"/>
                </a:lnTo>
                <a:lnTo>
                  <a:pt x="5536" y="116445"/>
                </a:lnTo>
                <a:lnTo>
                  <a:pt x="5737" y="159045"/>
                </a:lnTo>
                <a:lnTo>
                  <a:pt x="5835" y="104328"/>
                </a:lnTo>
                <a:lnTo>
                  <a:pt x="6352" y="144371"/>
                </a:lnTo>
                <a:lnTo>
                  <a:pt x="6977" y="103040"/>
                </a:lnTo>
                <a:lnTo>
                  <a:pt x="7240" y="120691"/>
                </a:lnTo>
                <a:lnTo>
                  <a:pt x="7495" y="181548"/>
                </a:lnTo>
                <a:lnTo>
                  <a:pt x="7969" y="141545"/>
                </a:lnTo>
                <a:lnTo>
                  <a:pt x="8162" y="109865"/>
                </a:lnTo>
                <a:lnTo>
                  <a:pt x="8611" y="134497"/>
                </a:lnTo>
                <a:lnTo>
                  <a:pt x="9673" y="44598"/>
                </a:lnTo>
                <a:lnTo>
                  <a:pt x="10043" y="70626"/>
                </a:lnTo>
                <a:lnTo>
                  <a:pt x="10745" y="118195"/>
                </a:lnTo>
                <a:lnTo>
                  <a:pt x="10754" y="109489"/>
                </a:lnTo>
                <a:lnTo>
                  <a:pt x="11712" y="181802"/>
                </a:lnTo>
                <a:lnTo>
                  <a:pt x="12345" y="147842"/>
                </a:lnTo>
                <a:lnTo>
                  <a:pt x="12644" y="164257"/>
                </a:lnTo>
                <a:lnTo>
                  <a:pt x="12872" y="162778"/>
                </a:lnTo>
                <a:lnTo>
                  <a:pt x="13161" y="163060"/>
                </a:lnTo>
                <a:lnTo>
                  <a:pt x="13583" y="185149"/>
                </a:lnTo>
                <a:lnTo>
                  <a:pt x="13619" y="152550"/>
                </a:lnTo>
                <a:lnTo>
                  <a:pt x="13838" y="155427"/>
                </a:lnTo>
                <a:lnTo>
                  <a:pt x="15060" y="71471"/>
                </a:lnTo>
                <a:lnTo>
                  <a:pt x="15086" y="98127"/>
                </a:lnTo>
                <a:lnTo>
                  <a:pt x="15464" y="137764"/>
                </a:lnTo>
                <a:lnTo>
                  <a:pt x="16061" y="131027"/>
                </a:lnTo>
                <a:lnTo>
                  <a:pt x="16166" y="86664"/>
                </a:lnTo>
                <a:lnTo>
                  <a:pt x="16887" y="120085"/>
                </a:lnTo>
                <a:lnTo>
                  <a:pt x="17458" y="35161"/>
                </a:lnTo>
                <a:lnTo>
                  <a:pt x="17168" y="125234"/>
                </a:lnTo>
                <a:lnTo>
                  <a:pt x="18459" y="43988"/>
                </a:lnTo>
                <a:lnTo>
                  <a:pt x="19417" y="98494"/>
                </a:lnTo>
                <a:lnTo>
                  <a:pt x="19092" y="43745"/>
                </a:lnTo>
                <a:lnTo>
                  <a:pt x="19549" y="90239"/>
                </a:lnTo>
                <a:lnTo>
                  <a:pt x="19874" y="119589"/>
                </a:lnTo>
                <a:lnTo>
                  <a:pt x="20032" y="181136"/>
                </a:lnTo>
                <a:lnTo>
                  <a:pt x="20718" y="124759"/>
                </a:lnTo>
                <a:lnTo>
                  <a:pt x="21051" y="66154"/>
                </a:lnTo>
                <a:lnTo>
                  <a:pt x="21640" y="100140"/>
                </a:lnTo>
                <a:lnTo>
                  <a:pt x="22062" y="122073"/>
                </a:lnTo>
                <a:lnTo>
                  <a:pt x="22264" y="113718"/>
                </a:lnTo>
                <a:lnTo>
                  <a:pt x="22422" y="56374"/>
                </a:lnTo>
                <a:lnTo>
                  <a:pt x="23125" y="56678"/>
                </a:lnTo>
                <a:lnTo>
                  <a:pt x="23257" y="71062"/>
                </a:lnTo>
                <a:lnTo>
                  <a:pt x="23634" y="40354"/>
                </a:lnTo>
                <a:lnTo>
                  <a:pt x="23836" y="40905"/>
                </a:lnTo>
                <a:lnTo>
                  <a:pt x="25023" y="81509"/>
                </a:lnTo>
                <a:lnTo>
                  <a:pt x="24539" y="36555"/>
                </a:lnTo>
                <a:lnTo>
                  <a:pt x="25374" y="72844"/>
                </a:lnTo>
                <a:lnTo>
                  <a:pt x="25533" y="61979"/>
                </a:lnTo>
                <a:lnTo>
                  <a:pt x="25945" y="85708"/>
                </a:lnTo>
                <a:lnTo>
                  <a:pt x="26885" y="150990"/>
                </a:lnTo>
                <a:lnTo>
                  <a:pt x="27246" y="127726"/>
                </a:lnTo>
                <a:lnTo>
                  <a:pt x="27940" y="146567"/>
                </a:lnTo>
                <a:lnTo>
                  <a:pt x="27966" y="116851"/>
                </a:lnTo>
                <a:lnTo>
                  <a:pt x="28072" y="94184"/>
                </a:lnTo>
                <a:lnTo>
                  <a:pt x="28229" y="146993"/>
                </a:lnTo>
                <a:lnTo>
                  <a:pt x="28326" y="129947"/>
                </a:lnTo>
                <a:lnTo>
                  <a:pt x="28739" y="167616"/>
                </a:lnTo>
                <a:lnTo>
                  <a:pt x="29161" y="128315"/>
                </a:lnTo>
                <a:lnTo>
                  <a:pt x="29882" y="165729"/>
                </a:lnTo>
                <a:lnTo>
                  <a:pt x="30092" y="143203"/>
                </a:lnTo>
                <a:lnTo>
                  <a:pt x="30645" y="72833"/>
                </a:lnTo>
                <a:lnTo>
                  <a:pt x="30250" y="148572"/>
                </a:lnTo>
                <a:lnTo>
                  <a:pt x="30997" y="84576"/>
                </a:lnTo>
                <a:lnTo>
                  <a:pt x="32412" y="161496"/>
                </a:lnTo>
                <a:lnTo>
                  <a:pt x="32754" y="161273"/>
                </a:lnTo>
                <a:lnTo>
                  <a:pt x="32772" y="152023"/>
                </a:lnTo>
                <a:lnTo>
                  <a:pt x="33510" y="211879"/>
                </a:lnTo>
                <a:lnTo>
                  <a:pt x="33554" y="193634"/>
                </a:lnTo>
                <a:lnTo>
                  <a:pt x="33650" y="193814"/>
                </a:lnTo>
                <a:lnTo>
                  <a:pt x="33817" y="203716"/>
                </a:lnTo>
                <a:lnTo>
                  <a:pt x="34063" y="164464"/>
                </a:lnTo>
                <a:lnTo>
                  <a:pt x="34828" y="95012"/>
                </a:lnTo>
                <a:lnTo>
                  <a:pt x="34968" y="113550"/>
                </a:lnTo>
                <a:lnTo>
                  <a:pt x="35276" y="103928"/>
                </a:lnTo>
                <a:lnTo>
                  <a:pt x="35390" y="116960"/>
                </a:lnTo>
                <a:lnTo>
                  <a:pt x="35417" y="113110"/>
                </a:lnTo>
                <a:lnTo>
                  <a:pt x="36383" y="197628"/>
                </a:lnTo>
                <a:lnTo>
                  <a:pt x="36401" y="176015"/>
                </a:lnTo>
                <a:lnTo>
                  <a:pt x="36541" y="184202"/>
                </a:lnTo>
                <a:lnTo>
                  <a:pt x="36884" y="174898"/>
                </a:lnTo>
                <a:lnTo>
                  <a:pt x="37314" y="192463"/>
                </a:lnTo>
                <a:lnTo>
                  <a:pt x="37692" y="148779"/>
                </a:lnTo>
                <a:lnTo>
                  <a:pt x="38817" y="131553"/>
                </a:lnTo>
                <a:lnTo>
                  <a:pt x="39177" y="180059"/>
                </a:lnTo>
                <a:lnTo>
                  <a:pt x="39546" y="141900"/>
                </a:lnTo>
                <a:lnTo>
                  <a:pt x="40012" y="57219"/>
                </a:lnTo>
                <a:lnTo>
                  <a:pt x="40644" y="76767"/>
                </a:lnTo>
                <a:lnTo>
                  <a:pt x="40899" y="104557"/>
                </a:lnTo>
                <a:lnTo>
                  <a:pt x="41303" y="88326"/>
                </a:lnTo>
                <a:lnTo>
                  <a:pt x="41751" y="45647"/>
                </a:lnTo>
                <a:lnTo>
                  <a:pt x="42120" y="117120"/>
                </a:lnTo>
                <a:lnTo>
                  <a:pt x="42190" y="117516"/>
                </a:lnTo>
                <a:lnTo>
                  <a:pt x="42208" y="125207"/>
                </a:lnTo>
                <a:lnTo>
                  <a:pt x="42885" y="94255"/>
                </a:lnTo>
                <a:lnTo>
                  <a:pt x="43341" y="150837"/>
                </a:lnTo>
                <a:lnTo>
                  <a:pt x="44352" y="128753"/>
                </a:lnTo>
                <a:lnTo>
                  <a:pt x="45125" y="100694"/>
                </a:lnTo>
                <a:lnTo>
                  <a:pt x="44984" y="150710"/>
                </a:lnTo>
                <a:lnTo>
                  <a:pt x="45134" y="122319"/>
                </a:lnTo>
                <a:lnTo>
                  <a:pt x="45248" y="152807"/>
                </a:lnTo>
                <a:lnTo>
                  <a:pt x="45784" y="146044"/>
                </a:lnTo>
                <a:lnTo>
                  <a:pt x="46285" y="139065"/>
                </a:lnTo>
                <a:lnTo>
                  <a:pt x="47436" y="73100"/>
                </a:lnTo>
                <a:lnTo>
                  <a:pt x="47497" y="75389"/>
                </a:lnTo>
                <a:lnTo>
                  <a:pt x="48745" y="163212"/>
                </a:lnTo>
                <a:lnTo>
                  <a:pt x="49167" y="161335"/>
                </a:lnTo>
                <a:lnTo>
                  <a:pt x="51214" y="65656"/>
                </a:lnTo>
                <a:lnTo>
                  <a:pt x="49474" y="166892"/>
                </a:lnTo>
                <a:lnTo>
                  <a:pt x="51345" y="66382"/>
                </a:lnTo>
                <a:lnTo>
                  <a:pt x="51407" y="48715"/>
                </a:lnTo>
                <a:lnTo>
                  <a:pt x="51644" y="71798"/>
                </a:lnTo>
                <a:lnTo>
                  <a:pt x="52189" y="65174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8DF35-39B7-4D47-BB87-69AB1045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019" y="4679803"/>
            <a:ext cx="52338" cy="226577"/>
          </a:xfrm>
          <a:custGeom xmlns:a="http://schemas.openxmlformats.org/drawingml/2006/main">
            <a:pathLst>
              <a:path w="52338" h="226577" fill="none">
                <a:moveTo>
                  <a:pt x="0" y="37448"/>
                </a:moveTo>
                <a:lnTo>
                  <a:pt x="553" y="91148"/>
                </a:lnTo>
                <a:lnTo>
                  <a:pt x="958" y="57594"/>
                </a:lnTo>
                <a:lnTo>
                  <a:pt x="1871" y="17781"/>
                </a:lnTo>
                <a:lnTo>
                  <a:pt x="1362" y="124137"/>
                </a:lnTo>
                <a:lnTo>
                  <a:pt x="1907" y="37543"/>
                </a:lnTo>
                <a:lnTo>
                  <a:pt x="2284" y="84466"/>
                </a:lnTo>
                <a:lnTo>
                  <a:pt x="2829" y="61539"/>
                </a:lnTo>
                <a:lnTo>
                  <a:pt x="2855" y="62270"/>
                </a:lnTo>
                <a:lnTo>
                  <a:pt x="3058" y="47938"/>
                </a:lnTo>
                <a:lnTo>
                  <a:pt x="3242" y="54030"/>
                </a:lnTo>
                <a:lnTo>
                  <a:pt x="3918" y="9641"/>
                </a:lnTo>
                <a:lnTo>
                  <a:pt x="5711" y="112748"/>
                </a:lnTo>
                <a:lnTo>
                  <a:pt x="5807" y="107161"/>
                </a:lnTo>
                <a:lnTo>
                  <a:pt x="6967" y="55822"/>
                </a:lnTo>
                <a:lnTo>
                  <a:pt x="7275" y="61350"/>
                </a:lnTo>
                <a:lnTo>
                  <a:pt x="7767" y="120046"/>
                </a:lnTo>
                <a:lnTo>
                  <a:pt x="8347" y="97361"/>
                </a:lnTo>
                <a:lnTo>
                  <a:pt x="8742" y="104928"/>
                </a:lnTo>
                <a:lnTo>
                  <a:pt x="8663" y="95387"/>
                </a:lnTo>
                <a:lnTo>
                  <a:pt x="8873" y="101611"/>
                </a:lnTo>
                <a:lnTo>
                  <a:pt x="9629" y="36315"/>
                </a:lnTo>
                <a:lnTo>
                  <a:pt x="10850" y="82369"/>
                </a:lnTo>
                <a:lnTo>
                  <a:pt x="10200" y="36136"/>
                </a:lnTo>
                <a:lnTo>
                  <a:pt x="11009" y="82152"/>
                </a:lnTo>
                <a:lnTo>
                  <a:pt x="11536" y="56110"/>
                </a:lnTo>
                <a:lnTo>
                  <a:pt x="11817" y="74889"/>
                </a:lnTo>
                <a:lnTo>
                  <a:pt x="12581" y="157284"/>
                </a:lnTo>
                <a:lnTo>
                  <a:pt x="13082" y="139638"/>
                </a:lnTo>
                <a:lnTo>
                  <a:pt x="13249" y="108387"/>
                </a:lnTo>
                <a:lnTo>
                  <a:pt x="13785" y="152534"/>
                </a:lnTo>
                <a:lnTo>
                  <a:pt x="14198" y="111587"/>
                </a:lnTo>
                <a:lnTo>
                  <a:pt x="14224" y="123249"/>
                </a:lnTo>
                <a:lnTo>
                  <a:pt x="14909" y="62265"/>
                </a:lnTo>
                <a:lnTo>
                  <a:pt x="15050" y="63952"/>
                </a:lnTo>
                <a:lnTo>
                  <a:pt x="15191" y="32936"/>
                </a:lnTo>
                <a:lnTo>
                  <a:pt x="15920" y="73204"/>
                </a:lnTo>
                <a:lnTo>
                  <a:pt x="15947" y="84861"/>
                </a:lnTo>
                <a:lnTo>
                  <a:pt x="15999" y="62254"/>
                </a:lnTo>
                <a:lnTo>
                  <a:pt x="16614" y="67615"/>
                </a:lnTo>
                <a:lnTo>
                  <a:pt x="17238" y="11037"/>
                </a:lnTo>
                <a:lnTo>
                  <a:pt x="17316" y="63594"/>
                </a:lnTo>
                <a:lnTo>
                  <a:pt x="18178" y="93212"/>
                </a:lnTo>
                <a:lnTo>
                  <a:pt x="19539" y="45889"/>
                </a:lnTo>
                <a:lnTo>
                  <a:pt x="19795" y="42863"/>
                </a:lnTo>
                <a:lnTo>
                  <a:pt x="20321" y="115917"/>
                </a:lnTo>
                <a:lnTo>
                  <a:pt x="20690" y="42023"/>
                </a:lnTo>
                <a:lnTo>
                  <a:pt x="20726" y="48555"/>
                </a:lnTo>
                <a:lnTo>
                  <a:pt x="21631" y="0"/>
                </a:lnTo>
                <a:lnTo>
                  <a:pt x="20761" y="49730"/>
                </a:lnTo>
                <a:lnTo>
                  <a:pt x="21692" y="27464"/>
                </a:lnTo>
                <a:lnTo>
                  <a:pt x="22044" y="3090"/>
                </a:lnTo>
                <a:lnTo>
                  <a:pt x="22158" y="30743"/>
                </a:lnTo>
                <a:lnTo>
                  <a:pt x="22193" y="14554"/>
                </a:lnTo>
                <a:lnTo>
                  <a:pt x="22887" y="75645"/>
                </a:lnTo>
                <a:lnTo>
                  <a:pt x="23063" y="50787"/>
                </a:lnTo>
                <a:lnTo>
                  <a:pt x="23608" y="16484"/>
                </a:lnTo>
                <a:lnTo>
                  <a:pt x="23396" y="55502"/>
                </a:lnTo>
                <a:lnTo>
                  <a:pt x="23818" y="53908"/>
                </a:lnTo>
                <a:lnTo>
                  <a:pt x="23994" y="86151"/>
                </a:lnTo>
                <a:lnTo>
                  <a:pt x="24609" y="48674"/>
                </a:lnTo>
                <a:lnTo>
                  <a:pt x="24890" y="36950"/>
                </a:lnTo>
                <a:lnTo>
                  <a:pt x="25225" y="55390"/>
                </a:lnTo>
                <a:lnTo>
                  <a:pt x="25348" y="46087"/>
                </a:lnTo>
                <a:lnTo>
                  <a:pt x="26683" y="98003"/>
                </a:lnTo>
                <a:lnTo>
                  <a:pt x="26691" y="96919"/>
                </a:lnTo>
                <a:lnTo>
                  <a:pt x="26797" y="77125"/>
                </a:lnTo>
                <a:lnTo>
                  <a:pt x="27359" y="122216"/>
                </a:lnTo>
                <a:lnTo>
                  <a:pt x="27570" y="98903"/>
                </a:lnTo>
                <a:lnTo>
                  <a:pt x="29152" y="166459"/>
                </a:lnTo>
                <a:lnTo>
                  <a:pt x="29565" y="157408"/>
                </a:lnTo>
                <a:lnTo>
                  <a:pt x="30856" y="88157"/>
                </a:lnTo>
                <a:lnTo>
                  <a:pt x="30979" y="107829"/>
                </a:lnTo>
                <a:lnTo>
                  <a:pt x="32209" y="140782"/>
                </a:lnTo>
                <a:lnTo>
                  <a:pt x="32551" y="105787"/>
                </a:lnTo>
                <a:lnTo>
                  <a:pt x="33087" y="125333"/>
                </a:lnTo>
                <a:lnTo>
                  <a:pt x="33140" y="125588"/>
                </a:lnTo>
                <a:lnTo>
                  <a:pt x="33255" y="60219"/>
                </a:lnTo>
                <a:lnTo>
                  <a:pt x="33984" y="107485"/>
                </a:lnTo>
                <a:lnTo>
                  <a:pt x="34089" y="153326"/>
                </a:lnTo>
                <a:lnTo>
                  <a:pt x="34845" y="117179"/>
                </a:lnTo>
                <a:lnTo>
                  <a:pt x="35135" y="125935"/>
                </a:lnTo>
                <a:lnTo>
                  <a:pt x="35275" y="118593"/>
                </a:lnTo>
                <a:lnTo>
                  <a:pt x="35381" y="98932"/>
                </a:lnTo>
                <a:lnTo>
                  <a:pt x="35855" y="184500"/>
                </a:lnTo>
                <a:lnTo>
                  <a:pt x="35872" y="142913"/>
                </a:lnTo>
                <a:lnTo>
                  <a:pt x="36874" y="226577"/>
                </a:lnTo>
                <a:lnTo>
                  <a:pt x="37146" y="162598"/>
                </a:lnTo>
                <a:lnTo>
                  <a:pt x="37507" y="65086"/>
                </a:lnTo>
                <a:lnTo>
                  <a:pt x="38579" y="97256"/>
                </a:lnTo>
                <a:lnTo>
                  <a:pt x="38754" y="92833"/>
                </a:lnTo>
                <a:lnTo>
                  <a:pt x="38763" y="111173"/>
                </a:lnTo>
                <a:lnTo>
                  <a:pt x="38904" y="143961"/>
                </a:lnTo>
                <a:lnTo>
                  <a:pt x="39606" y="140132"/>
                </a:lnTo>
                <a:lnTo>
                  <a:pt x="39871" y="142895"/>
                </a:lnTo>
                <a:lnTo>
                  <a:pt x="40037" y="139439"/>
                </a:lnTo>
                <a:lnTo>
                  <a:pt x="40556" y="93370"/>
                </a:lnTo>
                <a:lnTo>
                  <a:pt x="40951" y="121449"/>
                </a:lnTo>
                <a:lnTo>
                  <a:pt x="41100" y="125228"/>
                </a:lnTo>
                <a:lnTo>
                  <a:pt x="41136" y="124077"/>
                </a:lnTo>
                <a:lnTo>
                  <a:pt x="41584" y="94472"/>
                </a:lnTo>
                <a:lnTo>
                  <a:pt x="41795" y="108660"/>
                </a:lnTo>
                <a:lnTo>
                  <a:pt x="42638" y="160807"/>
                </a:lnTo>
                <a:lnTo>
                  <a:pt x="42313" y="90973"/>
                </a:lnTo>
                <a:lnTo>
                  <a:pt x="42849" y="127334"/>
                </a:lnTo>
                <a:lnTo>
                  <a:pt x="43586" y="93323"/>
                </a:lnTo>
                <a:lnTo>
                  <a:pt x="43077" y="157971"/>
                </a:lnTo>
                <a:lnTo>
                  <a:pt x="43648" y="110587"/>
                </a:lnTo>
                <a:lnTo>
                  <a:pt x="43851" y="122076"/>
                </a:lnTo>
                <a:lnTo>
                  <a:pt x="44430" y="104367"/>
                </a:lnTo>
                <a:lnTo>
                  <a:pt x="44491" y="107810"/>
                </a:lnTo>
                <a:lnTo>
                  <a:pt x="44887" y="69105"/>
                </a:lnTo>
                <a:lnTo>
                  <a:pt x="45546" y="86133"/>
                </a:lnTo>
                <a:lnTo>
                  <a:pt x="45731" y="94828"/>
                </a:lnTo>
                <a:lnTo>
                  <a:pt x="45775" y="67799"/>
                </a:lnTo>
                <a:lnTo>
                  <a:pt x="46398" y="42308"/>
                </a:lnTo>
                <a:lnTo>
                  <a:pt x="46618" y="96354"/>
                </a:lnTo>
                <a:lnTo>
                  <a:pt x="47962" y="175553"/>
                </a:lnTo>
                <a:lnTo>
                  <a:pt x="48138" y="169068"/>
                </a:lnTo>
                <a:lnTo>
                  <a:pt x="48594" y="115081"/>
                </a:lnTo>
                <a:lnTo>
                  <a:pt x="49026" y="150989"/>
                </a:lnTo>
                <a:lnTo>
                  <a:pt x="49192" y="186071"/>
                </a:lnTo>
                <a:lnTo>
                  <a:pt x="50027" y="170962"/>
                </a:lnTo>
                <a:lnTo>
                  <a:pt x="50660" y="95356"/>
                </a:lnTo>
                <a:lnTo>
                  <a:pt x="50914" y="146718"/>
                </a:lnTo>
                <a:lnTo>
                  <a:pt x="51300" y="165326"/>
                </a:lnTo>
                <a:lnTo>
                  <a:pt x="51538" y="147939"/>
                </a:lnTo>
                <a:lnTo>
                  <a:pt x="52338" y="5018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C5DA1-32E3-4E0B-992F-1892BB92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7357" y="4694273"/>
            <a:ext cx="58479" cy="220857"/>
          </a:xfrm>
          <a:custGeom xmlns:a="http://schemas.openxmlformats.org/drawingml/2006/main">
            <a:pathLst>
              <a:path w="58479" h="220857" fill="none">
                <a:moveTo>
                  <a:pt x="0" y="35710"/>
                </a:moveTo>
                <a:lnTo>
                  <a:pt x="193" y="67288"/>
                </a:lnTo>
                <a:lnTo>
                  <a:pt x="263" y="57494"/>
                </a:lnTo>
                <a:lnTo>
                  <a:pt x="1528" y="142767"/>
                </a:lnTo>
                <a:lnTo>
                  <a:pt x="2706" y="33881"/>
                </a:lnTo>
                <a:lnTo>
                  <a:pt x="3602" y="92657"/>
                </a:lnTo>
                <a:lnTo>
                  <a:pt x="3866" y="88594"/>
                </a:lnTo>
                <a:lnTo>
                  <a:pt x="3997" y="51547"/>
                </a:lnTo>
                <a:lnTo>
                  <a:pt x="4410" y="95651"/>
                </a:lnTo>
                <a:lnTo>
                  <a:pt x="4665" y="75884"/>
                </a:lnTo>
                <a:lnTo>
                  <a:pt x="4991" y="96007"/>
                </a:lnTo>
                <a:lnTo>
                  <a:pt x="5271" y="90454"/>
                </a:lnTo>
                <a:lnTo>
                  <a:pt x="5755" y="52330"/>
                </a:lnTo>
                <a:lnTo>
                  <a:pt x="6176" y="83095"/>
                </a:lnTo>
                <a:lnTo>
                  <a:pt x="6370" y="73662"/>
                </a:lnTo>
                <a:lnTo>
                  <a:pt x="6835" y="140507"/>
                </a:lnTo>
                <a:lnTo>
                  <a:pt x="7371" y="137553"/>
                </a:lnTo>
                <a:lnTo>
                  <a:pt x="7512" y="174011"/>
                </a:lnTo>
                <a:lnTo>
                  <a:pt x="8223" y="164833"/>
                </a:lnTo>
                <a:lnTo>
                  <a:pt x="9708" y="38206"/>
                </a:lnTo>
                <a:lnTo>
                  <a:pt x="9963" y="93871"/>
                </a:lnTo>
                <a:lnTo>
                  <a:pt x="10464" y="125677"/>
                </a:lnTo>
                <a:lnTo>
                  <a:pt x="10789" y="99305"/>
                </a:lnTo>
                <a:lnTo>
                  <a:pt x="11141" y="96705"/>
                </a:lnTo>
                <a:lnTo>
                  <a:pt x="11325" y="84703"/>
                </a:lnTo>
                <a:lnTo>
                  <a:pt x="12507" y="220857"/>
                </a:lnTo>
                <a:moveTo>
                  <a:pt x="13040" y="220857"/>
                </a:moveTo>
                <a:lnTo>
                  <a:pt x="13372" y="202770"/>
                </a:lnTo>
                <a:lnTo>
                  <a:pt x="14172" y="180657"/>
                </a:lnTo>
                <a:lnTo>
                  <a:pt x="14198" y="196723"/>
                </a:lnTo>
                <a:lnTo>
                  <a:pt x="15059" y="103377"/>
                </a:lnTo>
                <a:lnTo>
                  <a:pt x="15103" y="114452"/>
                </a:lnTo>
                <a:lnTo>
                  <a:pt x="16017" y="145521"/>
                </a:lnTo>
                <a:lnTo>
                  <a:pt x="16166" y="135324"/>
                </a:lnTo>
                <a:lnTo>
                  <a:pt x="16869" y="34443"/>
                </a:lnTo>
                <a:lnTo>
                  <a:pt x="17089" y="39592"/>
                </a:lnTo>
                <a:lnTo>
                  <a:pt x="17326" y="55281"/>
                </a:lnTo>
                <a:lnTo>
                  <a:pt x="17440" y="44819"/>
                </a:lnTo>
                <a:lnTo>
                  <a:pt x="17615" y="0"/>
                </a:lnTo>
                <a:lnTo>
                  <a:pt x="17994" y="69029"/>
                </a:lnTo>
                <a:lnTo>
                  <a:pt x="18257" y="33648"/>
                </a:lnTo>
                <a:lnTo>
                  <a:pt x="20084" y="113283"/>
                </a:lnTo>
                <a:lnTo>
                  <a:pt x="20586" y="75559"/>
                </a:lnTo>
                <a:lnTo>
                  <a:pt x="20972" y="99637"/>
                </a:lnTo>
                <a:lnTo>
                  <a:pt x="21402" y="95146"/>
                </a:lnTo>
                <a:lnTo>
                  <a:pt x="21763" y="114282"/>
                </a:lnTo>
                <a:lnTo>
                  <a:pt x="22150" y="108880"/>
                </a:lnTo>
                <a:lnTo>
                  <a:pt x="22281" y="70825"/>
                </a:lnTo>
                <a:lnTo>
                  <a:pt x="22729" y="118979"/>
                </a:lnTo>
                <a:lnTo>
                  <a:pt x="22922" y="107924"/>
                </a:lnTo>
                <a:lnTo>
                  <a:pt x="24047" y="26346"/>
                </a:lnTo>
                <a:lnTo>
                  <a:pt x="24451" y="51111"/>
                </a:lnTo>
                <a:lnTo>
                  <a:pt x="24566" y="64361"/>
                </a:lnTo>
                <a:lnTo>
                  <a:pt x="24855" y="49550"/>
                </a:lnTo>
                <a:lnTo>
                  <a:pt x="24873" y="60955"/>
                </a:lnTo>
                <a:lnTo>
                  <a:pt x="25655" y="100640"/>
                </a:lnTo>
                <a:lnTo>
                  <a:pt x="25892" y="121557"/>
                </a:lnTo>
                <a:lnTo>
                  <a:pt x="26173" y="89419"/>
                </a:lnTo>
                <a:lnTo>
                  <a:pt x="26560" y="100517"/>
                </a:lnTo>
                <a:lnTo>
                  <a:pt x="27456" y="42076"/>
                </a:lnTo>
                <a:lnTo>
                  <a:pt x="28203" y="119543"/>
                </a:lnTo>
                <a:lnTo>
                  <a:pt x="28879" y="90132"/>
                </a:lnTo>
                <a:lnTo>
                  <a:pt x="29617" y="111783"/>
                </a:lnTo>
                <a:lnTo>
                  <a:pt x="29661" y="104068"/>
                </a:lnTo>
                <a:lnTo>
                  <a:pt x="30645" y="47912"/>
                </a:lnTo>
                <a:lnTo>
                  <a:pt x="30865" y="54055"/>
                </a:lnTo>
                <a:lnTo>
                  <a:pt x="31735" y="139338"/>
                </a:lnTo>
                <a:lnTo>
                  <a:pt x="31761" y="136411"/>
                </a:lnTo>
                <a:lnTo>
                  <a:pt x="32631" y="99281"/>
                </a:lnTo>
                <a:lnTo>
                  <a:pt x="32833" y="110765"/>
                </a:lnTo>
                <a:lnTo>
                  <a:pt x="33062" y="130022"/>
                </a:lnTo>
                <a:lnTo>
                  <a:pt x="33289" y="81812"/>
                </a:lnTo>
                <a:lnTo>
                  <a:pt x="33729" y="74008"/>
                </a:lnTo>
                <a:lnTo>
                  <a:pt x="33887" y="74467"/>
                </a:lnTo>
                <a:lnTo>
                  <a:pt x="33931" y="109714"/>
                </a:lnTo>
                <a:lnTo>
                  <a:pt x="34309" y="66096"/>
                </a:lnTo>
                <a:lnTo>
                  <a:pt x="34757" y="92844"/>
                </a:lnTo>
                <a:lnTo>
                  <a:pt x="35311" y="149113"/>
                </a:lnTo>
                <a:lnTo>
                  <a:pt x="35671" y="96735"/>
                </a:lnTo>
                <a:lnTo>
                  <a:pt x="35978" y="109826"/>
                </a:lnTo>
                <a:lnTo>
                  <a:pt x="36532" y="61309"/>
                </a:lnTo>
                <a:lnTo>
                  <a:pt x="37788" y="141362"/>
                </a:lnTo>
                <a:lnTo>
                  <a:pt x="38526" y="98463"/>
                </a:lnTo>
                <a:lnTo>
                  <a:pt x="37947" y="157690"/>
                </a:lnTo>
                <a:lnTo>
                  <a:pt x="38781" y="126710"/>
                </a:lnTo>
                <a:lnTo>
                  <a:pt x="39168" y="138565"/>
                </a:lnTo>
                <a:lnTo>
                  <a:pt x="39634" y="110899"/>
                </a:lnTo>
                <a:lnTo>
                  <a:pt x="39800" y="135494"/>
                </a:lnTo>
                <a:lnTo>
                  <a:pt x="40397" y="117344"/>
                </a:lnTo>
                <a:lnTo>
                  <a:pt x="41575" y="40210"/>
                </a:lnTo>
                <a:lnTo>
                  <a:pt x="41865" y="75225"/>
                </a:lnTo>
                <a:lnTo>
                  <a:pt x="42427" y="162595"/>
                </a:lnTo>
                <a:lnTo>
                  <a:pt x="42673" y="142559"/>
                </a:lnTo>
                <a:lnTo>
                  <a:pt x="43103" y="79944"/>
                </a:lnTo>
                <a:lnTo>
                  <a:pt x="43543" y="121190"/>
                </a:lnTo>
                <a:lnTo>
                  <a:pt x="44396" y="154062"/>
                </a:lnTo>
                <a:lnTo>
                  <a:pt x="44808" y="148703"/>
                </a:lnTo>
                <a:lnTo>
                  <a:pt x="45915" y="102839"/>
                </a:lnTo>
                <a:lnTo>
                  <a:pt x="46126" y="141973"/>
                </a:lnTo>
                <a:lnTo>
                  <a:pt x="46680" y="96217"/>
                </a:lnTo>
                <a:lnTo>
                  <a:pt x="47031" y="116032"/>
                </a:lnTo>
                <a:lnTo>
                  <a:pt x="47259" y="83175"/>
                </a:lnTo>
                <a:lnTo>
                  <a:pt x="47462" y="97415"/>
                </a:lnTo>
                <a:lnTo>
                  <a:pt x="48524" y="47976"/>
                </a:lnTo>
                <a:lnTo>
                  <a:pt x="47892" y="98049"/>
                </a:lnTo>
                <a:lnTo>
                  <a:pt x="48700" y="54897"/>
                </a:lnTo>
                <a:lnTo>
                  <a:pt x="49210" y="32958"/>
                </a:lnTo>
                <a:lnTo>
                  <a:pt x="49807" y="74240"/>
                </a:lnTo>
                <a:lnTo>
                  <a:pt x="50106" y="84831"/>
                </a:lnTo>
                <a:lnTo>
                  <a:pt x="50150" y="132593"/>
                </a:lnTo>
                <a:lnTo>
                  <a:pt x="50747" y="103827"/>
                </a:lnTo>
                <a:lnTo>
                  <a:pt x="51196" y="105415"/>
                </a:lnTo>
                <a:lnTo>
                  <a:pt x="51819" y="136259"/>
                </a:lnTo>
                <a:lnTo>
                  <a:pt x="51942" y="98855"/>
                </a:lnTo>
                <a:lnTo>
                  <a:pt x="52311" y="87770"/>
                </a:lnTo>
                <a:lnTo>
                  <a:pt x="52461" y="102415"/>
                </a:lnTo>
                <a:lnTo>
                  <a:pt x="53366" y="156257"/>
                </a:lnTo>
                <a:lnTo>
                  <a:pt x="53972" y="131728"/>
                </a:lnTo>
                <a:lnTo>
                  <a:pt x="54183" y="103040"/>
                </a:lnTo>
                <a:lnTo>
                  <a:pt x="54886" y="122286"/>
                </a:lnTo>
                <a:lnTo>
                  <a:pt x="55518" y="153545"/>
                </a:lnTo>
                <a:lnTo>
                  <a:pt x="55738" y="85580"/>
                </a:lnTo>
                <a:lnTo>
                  <a:pt x="56019" y="68363"/>
                </a:lnTo>
                <a:lnTo>
                  <a:pt x="56168" y="90988"/>
                </a:lnTo>
                <a:lnTo>
                  <a:pt x="56616" y="86578"/>
                </a:lnTo>
                <a:lnTo>
                  <a:pt x="57363" y="163665"/>
                </a:lnTo>
                <a:lnTo>
                  <a:pt x="57618" y="119974"/>
                </a:lnTo>
                <a:lnTo>
                  <a:pt x="57899" y="67617"/>
                </a:lnTo>
                <a:lnTo>
                  <a:pt x="58479" y="11579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434C4-C9E7-448C-A4B6-98DD43F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836" y="4711098"/>
            <a:ext cx="51705" cy="175078"/>
          </a:xfrm>
          <a:custGeom xmlns:a="http://schemas.openxmlformats.org/drawingml/2006/main">
            <a:pathLst>
              <a:path w="51705" h="175078" fill="none">
                <a:moveTo>
                  <a:pt x="0" y="98974"/>
                </a:moveTo>
                <a:lnTo>
                  <a:pt x="782" y="71278"/>
                </a:lnTo>
                <a:lnTo>
                  <a:pt x="703" y="104798"/>
                </a:lnTo>
                <a:lnTo>
                  <a:pt x="1133" y="76186"/>
                </a:lnTo>
                <a:lnTo>
                  <a:pt x="1722" y="164695"/>
                </a:lnTo>
                <a:lnTo>
                  <a:pt x="1994" y="104903"/>
                </a:lnTo>
                <a:lnTo>
                  <a:pt x="3321" y="10785"/>
                </a:lnTo>
                <a:lnTo>
                  <a:pt x="3593" y="50391"/>
                </a:lnTo>
                <a:lnTo>
                  <a:pt x="4569" y="95911"/>
                </a:lnTo>
                <a:lnTo>
                  <a:pt x="4586" y="91075"/>
                </a:lnTo>
                <a:lnTo>
                  <a:pt x="4990" y="13834"/>
                </a:lnTo>
                <a:lnTo>
                  <a:pt x="5649" y="41942"/>
                </a:lnTo>
                <a:lnTo>
                  <a:pt x="6158" y="68234"/>
                </a:lnTo>
                <a:lnTo>
                  <a:pt x="6466" y="41797"/>
                </a:lnTo>
                <a:lnTo>
                  <a:pt x="6862" y="31768"/>
                </a:lnTo>
                <a:lnTo>
                  <a:pt x="7266" y="50671"/>
                </a:lnTo>
                <a:lnTo>
                  <a:pt x="8012" y="98660"/>
                </a:lnTo>
                <a:lnTo>
                  <a:pt x="7450" y="0"/>
                </a:lnTo>
                <a:lnTo>
                  <a:pt x="8285" y="71989"/>
                </a:lnTo>
                <a:lnTo>
                  <a:pt x="9181" y="118413"/>
                </a:lnTo>
                <a:lnTo>
                  <a:pt x="9550" y="98641"/>
                </a:lnTo>
                <a:lnTo>
                  <a:pt x="10086" y="50940"/>
                </a:lnTo>
                <a:lnTo>
                  <a:pt x="10428" y="107143"/>
                </a:lnTo>
                <a:lnTo>
                  <a:pt x="10446" y="124750"/>
                </a:lnTo>
                <a:lnTo>
                  <a:pt x="11210" y="71388"/>
                </a:lnTo>
                <a:lnTo>
                  <a:pt x="11228" y="79717"/>
                </a:lnTo>
                <a:lnTo>
                  <a:pt x="12194" y="35017"/>
                </a:lnTo>
                <a:lnTo>
                  <a:pt x="11342" y="81226"/>
                </a:lnTo>
                <a:lnTo>
                  <a:pt x="12889" y="35133"/>
                </a:lnTo>
                <a:lnTo>
                  <a:pt x="13732" y="97433"/>
                </a:lnTo>
                <a:lnTo>
                  <a:pt x="13749" y="94273"/>
                </a:lnTo>
                <a:lnTo>
                  <a:pt x="13934" y="65464"/>
                </a:lnTo>
                <a:lnTo>
                  <a:pt x="14602" y="81736"/>
                </a:lnTo>
                <a:lnTo>
                  <a:pt x="15226" y="123285"/>
                </a:lnTo>
                <a:lnTo>
                  <a:pt x="15410" y="72711"/>
                </a:lnTo>
                <a:lnTo>
                  <a:pt x="16430" y="21840"/>
                </a:lnTo>
                <a:lnTo>
                  <a:pt x="16947" y="10369"/>
                </a:lnTo>
                <a:lnTo>
                  <a:pt x="17062" y="23488"/>
                </a:lnTo>
                <a:lnTo>
                  <a:pt x="17633" y="68984"/>
                </a:lnTo>
                <a:lnTo>
                  <a:pt x="17994" y="28824"/>
                </a:lnTo>
                <a:lnTo>
                  <a:pt x="18397" y="40273"/>
                </a:lnTo>
                <a:lnTo>
                  <a:pt x="18485" y="38656"/>
                </a:lnTo>
                <a:lnTo>
                  <a:pt x="18503" y="73280"/>
                </a:lnTo>
                <a:lnTo>
                  <a:pt x="18986" y="24109"/>
                </a:lnTo>
                <a:lnTo>
                  <a:pt x="19363" y="41541"/>
                </a:lnTo>
                <a:lnTo>
                  <a:pt x="20365" y="118644"/>
                </a:lnTo>
                <a:lnTo>
                  <a:pt x="20559" y="87402"/>
                </a:lnTo>
                <a:lnTo>
                  <a:pt x="20857" y="44741"/>
                </a:lnTo>
                <a:lnTo>
                  <a:pt x="21086" y="101840"/>
                </a:lnTo>
                <a:lnTo>
                  <a:pt x="21385" y="78453"/>
                </a:lnTo>
                <a:lnTo>
                  <a:pt x="22263" y="40485"/>
                </a:lnTo>
                <a:lnTo>
                  <a:pt x="22510" y="65959"/>
                </a:lnTo>
                <a:lnTo>
                  <a:pt x="22633" y="75561"/>
                </a:lnTo>
                <a:lnTo>
                  <a:pt x="23107" y="45882"/>
                </a:lnTo>
                <a:lnTo>
                  <a:pt x="23362" y="47842"/>
                </a:lnTo>
                <a:lnTo>
                  <a:pt x="23985" y="23572"/>
                </a:lnTo>
                <a:lnTo>
                  <a:pt x="25145" y="74684"/>
                </a:lnTo>
                <a:lnTo>
                  <a:pt x="24460" y="7210"/>
                </a:lnTo>
                <a:lnTo>
                  <a:pt x="25382" y="66804"/>
                </a:lnTo>
                <a:lnTo>
                  <a:pt x="25909" y="53707"/>
                </a:lnTo>
                <a:lnTo>
                  <a:pt x="25892" y="70484"/>
                </a:lnTo>
                <a:lnTo>
                  <a:pt x="25971" y="64591"/>
                </a:lnTo>
                <a:lnTo>
                  <a:pt x="26770" y="82406"/>
                </a:lnTo>
                <a:lnTo>
                  <a:pt x="26340" y="54252"/>
                </a:lnTo>
                <a:lnTo>
                  <a:pt x="26841" y="64416"/>
                </a:lnTo>
                <a:lnTo>
                  <a:pt x="27210" y="41066"/>
                </a:lnTo>
                <a:lnTo>
                  <a:pt x="27447" y="92168"/>
                </a:lnTo>
                <a:lnTo>
                  <a:pt x="27596" y="93690"/>
                </a:lnTo>
                <a:lnTo>
                  <a:pt x="28124" y="142788"/>
                </a:lnTo>
                <a:lnTo>
                  <a:pt x="27684" y="86209"/>
                </a:lnTo>
                <a:lnTo>
                  <a:pt x="28537" y="107778"/>
                </a:lnTo>
                <a:lnTo>
                  <a:pt x="29248" y="72661"/>
                </a:lnTo>
                <a:lnTo>
                  <a:pt x="28949" y="116543"/>
                </a:lnTo>
                <a:lnTo>
                  <a:pt x="29643" y="77811"/>
                </a:lnTo>
                <a:lnTo>
                  <a:pt x="30671" y="12746"/>
                </a:lnTo>
                <a:lnTo>
                  <a:pt x="31119" y="28490"/>
                </a:lnTo>
                <a:lnTo>
                  <a:pt x="31769" y="26877"/>
                </a:lnTo>
                <a:lnTo>
                  <a:pt x="32191" y="72594"/>
                </a:lnTo>
                <a:lnTo>
                  <a:pt x="32314" y="85071"/>
                </a:lnTo>
                <a:lnTo>
                  <a:pt x="33043" y="69405"/>
                </a:lnTo>
                <a:lnTo>
                  <a:pt x="33184" y="53641"/>
                </a:lnTo>
                <a:lnTo>
                  <a:pt x="33676" y="105665"/>
                </a:lnTo>
                <a:lnTo>
                  <a:pt x="33702" y="104561"/>
                </a:lnTo>
                <a:lnTo>
                  <a:pt x="34361" y="22174"/>
                </a:lnTo>
                <a:lnTo>
                  <a:pt x="34844" y="61034"/>
                </a:lnTo>
                <a:lnTo>
                  <a:pt x="35556" y="101036"/>
                </a:lnTo>
                <a:lnTo>
                  <a:pt x="35802" y="63470"/>
                </a:lnTo>
                <a:lnTo>
                  <a:pt x="35978" y="45652"/>
                </a:lnTo>
                <a:lnTo>
                  <a:pt x="36637" y="69270"/>
                </a:lnTo>
                <a:lnTo>
                  <a:pt x="36910" y="105149"/>
                </a:lnTo>
                <a:lnTo>
                  <a:pt x="37419" y="55155"/>
                </a:lnTo>
                <a:lnTo>
                  <a:pt x="37516" y="37463"/>
                </a:lnTo>
                <a:lnTo>
                  <a:pt x="37823" y="85633"/>
                </a:lnTo>
                <a:lnTo>
                  <a:pt x="38491" y="135599"/>
                </a:lnTo>
                <a:lnTo>
                  <a:pt x="39044" y="120453"/>
                </a:lnTo>
                <a:lnTo>
                  <a:pt x="39220" y="85807"/>
                </a:lnTo>
                <a:lnTo>
                  <a:pt x="39923" y="95500"/>
                </a:lnTo>
                <a:lnTo>
                  <a:pt x="40072" y="106057"/>
                </a:lnTo>
                <a:lnTo>
                  <a:pt x="40178" y="54094"/>
                </a:lnTo>
                <a:lnTo>
                  <a:pt x="40212" y="63230"/>
                </a:lnTo>
                <a:lnTo>
                  <a:pt x="40687" y="75256"/>
                </a:lnTo>
                <a:lnTo>
                  <a:pt x="41214" y="20829"/>
                </a:lnTo>
                <a:lnTo>
                  <a:pt x="41522" y="12563"/>
                </a:lnTo>
                <a:lnTo>
                  <a:pt x="42532" y="104409"/>
                </a:lnTo>
                <a:lnTo>
                  <a:pt x="42752" y="82842"/>
                </a:lnTo>
                <a:lnTo>
                  <a:pt x="43885" y="123197"/>
                </a:lnTo>
                <a:lnTo>
                  <a:pt x="43912" y="119607"/>
                </a:lnTo>
                <a:lnTo>
                  <a:pt x="44764" y="88557"/>
                </a:lnTo>
                <a:lnTo>
                  <a:pt x="44211" y="138696"/>
                </a:lnTo>
                <a:lnTo>
                  <a:pt x="44817" y="105028"/>
                </a:lnTo>
                <a:lnTo>
                  <a:pt x="45063" y="78918"/>
                </a:lnTo>
                <a:lnTo>
                  <a:pt x="45221" y="132695"/>
                </a:lnTo>
                <a:lnTo>
                  <a:pt x="45625" y="107141"/>
                </a:lnTo>
                <a:lnTo>
                  <a:pt x="46538" y="85519"/>
                </a:lnTo>
                <a:lnTo>
                  <a:pt x="46574" y="92046"/>
                </a:lnTo>
                <a:lnTo>
                  <a:pt x="46969" y="85322"/>
                </a:lnTo>
                <a:lnTo>
                  <a:pt x="47549" y="81069"/>
                </a:lnTo>
                <a:lnTo>
                  <a:pt x="47936" y="153733"/>
                </a:lnTo>
                <a:lnTo>
                  <a:pt x="48577" y="175078"/>
                </a:lnTo>
                <a:lnTo>
                  <a:pt x="48138" y="142697"/>
                </a:lnTo>
                <a:lnTo>
                  <a:pt x="48735" y="152044"/>
                </a:lnTo>
                <a:lnTo>
                  <a:pt x="49886" y="77244"/>
                </a:lnTo>
                <a:lnTo>
                  <a:pt x="50018" y="78484"/>
                </a:lnTo>
                <a:lnTo>
                  <a:pt x="50229" y="77654"/>
                </a:lnTo>
                <a:lnTo>
                  <a:pt x="50308" y="61643"/>
                </a:lnTo>
                <a:lnTo>
                  <a:pt x="51028" y="99973"/>
                </a:lnTo>
                <a:lnTo>
                  <a:pt x="51565" y="130179"/>
                </a:lnTo>
                <a:lnTo>
                  <a:pt x="51705" y="78166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9BE6B-6FDB-483D-8568-7EADC0A3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541" y="4730968"/>
            <a:ext cx="47031" cy="184162"/>
          </a:xfrm>
          <a:custGeom xmlns:a="http://schemas.openxmlformats.org/drawingml/2006/main">
            <a:pathLst>
              <a:path w="47031" h="184162" fill="none">
                <a:moveTo>
                  <a:pt x="0" y="58295"/>
                </a:moveTo>
                <a:lnTo>
                  <a:pt x="53" y="68345"/>
                </a:lnTo>
                <a:lnTo>
                  <a:pt x="307" y="54061"/>
                </a:lnTo>
                <a:lnTo>
                  <a:pt x="659" y="75706"/>
                </a:lnTo>
                <a:lnTo>
                  <a:pt x="746" y="72294"/>
                </a:lnTo>
                <a:lnTo>
                  <a:pt x="1625" y="164071"/>
                </a:lnTo>
                <a:lnTo>
                  <a:pt x="1195" y="57547"/>
                </a:lnTo>
                <a:lnTo>
                  <a:pt x="1669" y="155039"/>
                </a:lnTo>
                <a:lnTo>
                  <a:pt x="2187" y="132863"/>
                </a:lnTo>
                <a:lnTo>
                  <a:pt x="2363" y="156659"/>
                </a:lnTo>
                <a:lnTo>
                  <a:pt x="2812" y="134417"/>
                </a:lnTo>
                <a:lnTo>
                  <a:pt x="2926" y="155961"/>
                </a:lnTo>
                <a:lnTo>
                  <a:pt x="2969" y="129876"/>
                </a:lnTo>
                <a:lnTo>
                  <a:pt x="3452" y="150519"/>
                </a:lnTo>
                <a:lnTo>
                  <a:pt x="4788" y="67270"/>
                </a:lnTo>
                <a:lnTo>
                  <a:pt x="3831" y="166955"/>
                </a:lnTo>
                <a:lnTo>
                  <a:pt x="4946" y="106999"/>
                </a:lnTo>
                <a:lnTo>
                  <a:pt x="5289" y="108802"/>
                </a:lnTo>
                <a:lnTo>
                  <a:pt x="5728" y="86458"/>
                </a:lnTo>
                <a:lnTo>
                  <a:pt x="5974" y="62232"/>
                </a:lnTo>
                <a:lnTo>
                  <a:pt x="6211" y="116773"/>
                </a:lnTo>
                <a:lnTo>
                  <a:pt x="6457" y="104433"/>
                </a:lnTo>
                <a:lnTo>
                  <a:pt x="6792" y="148333"/>
                </a:lnTo>
                <a:lnTo>
                  <a:pt x="6686" y="95747"/>
                </a:lnTo>
                <a:lnTo>
                  <a:pt x="7248" y="112769"/>
                </a:lnTo>
                <a:lnTo>
                  <a:pt x="7845" y="37087"/>
                </a:lnTo>
                <a:lnTo>
                  <a:pt x="7468" y="116707"/>
                </a:lnTo>
                <a:lnTo>
                  <a:pt x="8478" y="65517"/>
                </a:lnTo>
                <a:lnTo>
                  <a:pt x="8750" y="109135"/>
                </a:lnTo>
                <a:lnTo>
                  <a:pt x="9085" y="59180"/>
                </a:lnTo>
                <a:lnTo>
                  <a:pt x="9655" y="74447"/>
                </a:lnTo>
                <a:lnTo>
                  <a:pt x="9735" y="61627"/>
                </a:lnTo>
                <a:lnTo>
                  <a:pt x="10367" y="63278"/>
                </a:lnTo>
                <a:lnTo>
                  <a:pt x="10877" y="0"/>
                </a:lnTo>
                <a:lnTo>
                  <a:pt x="12406" y="83331"/>
                </a:lnTo>
                <a:lnTo>
                  <a:pt x="12643" y="78779"/>
                </a:lnTo>
                <a:lnTo>
                  <a:pt x="12704" y="68588"/>
                </a:lnTo>
                <a:lnTo>
                  <a:pt x="13161" y="126394"/>
                </a:lnTo>
                <a:lnTo>
                  <a:pt x="13232" y="122771"/>
                </a:lnTo>
                <a:lnTo>
                  <a:pt x="13601" y="148232"/>
                </a:lnTo>
                <a:lnTo>
                  <a:pt x="13671" y="133496"/>
                </a:lnTo>
                <a:lnTo>
                  <a:pt x="15577" y="28881"/>
                </a:lnTo>
                <a:lnTo>
                  <a:pt x="15858" y="34737"/>
                </a:lnTo>
                <a:lnTo>
                  <a:pt x="16860" y="89546"/>
                </a:lnTo>
                <a:lnTo>
                  <a:pt x="16254" y="9457"/>
                </a:lnTo>
                <a:lnTo>
                  <a:pt x="17123" y="60091"/>
                </a:lnTo>
                <a:lnTo>
                  <a:pt x="17203" y="48124"/>
                </a:lnTo>
                <a:lnTo>
                  <a:pt x="17686" y="95211"/>
                </a:lnTo>
                <a:lnTo>
                  <a:pt x="17835" y="79462"/>
                </a:lnTo>
                <a:lnTo>
                  <a:pt x="18714" y="37603"/>
                </a:lnTo>
                <a:lnTo>
                  <a:pt x="18995" y="22363"/>
                </a:lnTo>
                <a:lnTo>
                  <a:pt x="19170" y="56395"/>
                </a:lnTo>
                <a:lnTo>
                  <a:pt x="20418" y="117865"/>
                </a:lnTo>
                <a:lnTo>
                  <a:pt x="20480" y="107224"/>
                </a:lnTo>
                <a:lnTo>
                  <a:pt x="21420" y="44285"/>
                </a:lnTo>
                <a:lnTo>
                  <a:pt x="21464" y="76948"/>
                </a:lnTo>
                <a:lnTo>
                  <a:pt x="21947" y="104043"/>
                </a:lnTo>
                <a:lnTo>
                  <a:pt x="22008" y="63999"/>
                </a:lnTo>
                <a:lnTo>
                  <a:pt x="22325" y="65114"/>
                </a:lnTo>
                <a:lnTo>
                  <a:pt x="22377" y="54882"/>
                </a:lnTo>
                <a:lnTo>
                  <a:pt x="22737" y="144112"/>
                </a:lnTo>
                <a:lnTo>
                  <a:pt x="22931" y="142848"/>
                </a:lnTo>
                <a:lnTo>
                  <a:pt x="23273" y="86721"/>
                </a:lnTo>
                <a:lnTo>
                  <a:pt x="23739" y="120117"/>
                </a:lnTo>
                <a:lnTo>
                  <a:pt x="24223" y="121525"/>
                </a:lnTo>
                <a:lnTo>
                  <a:pt x="24574" y="144733"/>
                </a:lnTo>
                <a:lnTo>
                  <a:pt x="24978" y="106952"/>
                </a:lnTo>
                <a:lnTo>
                  <a:pt x="25145" y="134264"/>
                </a:lnTo>
                <a:lnTo>
                  <a:pt x="26323" y="79042"/>
                </a:lnTo>
                <a:lnTo>
                  <a:pt x="26683" y="155188"/>
                </a:lnTo>
                <a:lnTo>
                  <a:pt x="27306" y="104633"/>
                </a:lnTo>
                <a:lnTo>
                  <a:pt x="27921" y="47841"/>
                </a:lnTo>
                <a:lnTo>
                  <a:pt x="28124" y="113147"/>
                </a:lnTo>
                <a:lnTo>
                  <a:pt x="28616" y="69129"/>
                </a:lnTo>
                <a:lnTo>
                  <a:pt x="29222" y="83044"/>
                </a:lnTo>
                <a:lnTo>
                  <a:pt x="30328" y="121762"/>
                </a:lnTo>
                <a:lnTo>
                  <a:pt x="29512" y="81218"/>
                </a:lnTo>
                <a:lnTo>
                  <a:pt x="30408" y="120186"/>
                </a:lnTo>
                <a:lnTo>
                  <a:pt x="30461" y="101396"/>
                </a:lnTo>
                <a:lnTo>
                  <a:pt x="30926" y="169025"/>
                </a:lnTo>
                <a:lnTo>
                  <a:pt x="31207" y="165034"/>
                </a:lnTo>
                <a:lnTo>
                  <a:pt x="31735" y="89075"/>
                </a:lnTo>
                <a:lnTo>
                  <a:pt x="32007" y="93731"/>
                </a:lnTo>
                <a:lnTo>
                  <a:pt x="32253" y="106085"/>
                </a:lnTo>
                <a:lnTo>
                  <a:pt x="33237" y="52676"/>
                </a:lnTo>
                <a:lnTo>
                  <a:pt x="34238" y="116317"/>
                </a:lnTo>
                <a:lnTo>
                  <a:pt x="33755" y="46539"/>
                </a:lnTo>
                <a:lnTo>
                  <a:pt x="34327" y="107355"/>
                </a:lnTo>
                <a:lnTo>
                  <a:pt x="34660" y="75225"/>
                </a:lnTo>
                <a:lnTo>
                  <a:pt x="34431" y="121836"/>
                </a:lnTo>
                <a:lnTo>
                  <a:pt x="35381" y="83707"/>
                </a:lnTo>
                <a:lnTo>
                  <a:pt x="36171" y="119591"/>
                </a:lnTo>
                <a:lnTo>
                  <a:pt x="35706" y="58965"/>
                </a:lnTo>
                <a:lnTo>
                  <a:pt x="36365" y="102835"/>
                </a:lnTo>
                <a:lnTo>
                  <a:pt x="36505" y="80012"/>
                </a:lnTo>
                <a:lnTo>
                  <a:pt x="37190" y="114721"/>
                </a:lnTo>
                <a:lnTo>
                  <a:pt x="37366" y="123078"/>
                </a:lnTo>
                <a:lnTo>
                  <a:pt x="37454" y="111017"/>
                </a:lnTo>
                <a:lnTo>
                  <a:pt x="38271" y="83292"/>
                </a:lnTo>
                <a:lnTo>
                  <a:pt x="38350" y="106264"/>
                </a:lnTo>
                <a:lnTo>
                  <a:pt x="38482" y="96406"/>
                </a:lnTo>
                <a:lnTo>
                  <a:pt x="38544" y="144839"/>
                </a:lnTo>
                <a:lnTo>
                  <a:pt x="38596" y="142232"/>
                </a:lnTo>
                <a:lnTo>
                  <a:pt x="38790" y="160971"/>
                </a:lnTo>
                <a:lnTo>
                  <a:pt x="39299" y="129282"/>
                </a:lnTo>
                <a:lnTo>
                  <a:pt x="39519" y="121191"/>
                </a:lnTo>
                <a:lnTo>
                  <a:pt x="39580" y="145479"/>
                </a:lnTo>
                <a:lnTo>
                  <a:pt x="40030" y="184162"/>
                </a:lnTo>
                <a:moveTo>
                  <a:pt x="40174" y="184162"/>
                </a:moveTo>
                <a:lnTo>
                  <a:pt x="40424" y="128405"/>
                </a:lnTo>
                <a:lnTo>
                  <a:pt x="40530" y="121950"/>
                </a:lnTo>
                <a:lnTo>
                  <a:pt x="40653" y="163117"/>
                </a:lnTo>
                <a:lnTo>
                  <a:pt x="40890" y="168485"/>
                </a:lnTo>
                <a:lnTo>
                  <a:pt x="41487" y="109233"/>
                </a:lnTo>
                <a:lnTo>
                  <a:pt x="41522" y="125282"/>
                </a:lnTo>
                <a:lnTo>
                  <a:pt x="41865" y="158429"/>
                </a:lnTo>
                <a:lnTo>
                  <a:pt x="41926" y="108223"/>
                </a:lnTo>
                <a:lnTo>
                  <a:pt x="42330" y="115608"/>
                </a:lnTo>
                <a:lnTo>
                  <a:pt x="42857" y="82039"/>
                </a:lnTo>
                <a:lnTo>
                  <a:pt x="43543" y="106319"/>
                </a:lnTo>
                <a:lnTo>
                  <a:pt x="44325" y="133365"/>
                </a:lnTo>
                <a:lnTo>
                  <a:pt x="44377" y="113458"/>
                </a:lnTo>
                <a:lnTo>
                  <a:pt x="44808" y="70254"/>
                </a:lnTo>
                <a:lnTo>
                  <a:pt x="45072" y="94003"/>
                </a:lnTo>
                <a:lnTo>
                  <a:pt x="45563" y="155538"/>
                </a:lnTo>
                <a:lnTo>
                  <a:pt x="45994" y="121807"/>
                </a:lnTo>
                <a:lnTo>
                  <a:pt x="46354" y="102384"/>
                </a:lnTo>
                <a:lnTo>
                  <a:pt x="46609" y="136155"/>
                </a:lnTo>
                <a:lnTo>
                  <a:pt x="47031" y="152382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ABFDA-A9B5-4548-98AE-7E046B28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572" y="4735885"/>
            <a:ext cx="46882" cy="151838"/>
          </a:xfrm>
          <a:custGeom xmlns:a="http://schemas.openxmlformats.org/drawingml/2006/main">
            <a:pathLst>
              <a:path w="46882" h="151838" fill="none">
                <a:moveTo>
                  <a:pt x="0" y="147465"/>
                </a:moveTo>
                <a:lnTo>
                  <a:pt x="106" y="119599"/>
                </a:lnTo>
                <a:lnTo>
                  <a:pt x="149" y="127585"/>
                </a:lnTo>
                <a:lnTo>
                  <a:pt x="914" y="88758"/>
                </a:lnTo>
                <a:lnTo>
                  <a:pt x="1090" y="93972"/>
                </a:lnTo>
                <a:lnTo>
                  <a:pt x="1846" y="59641"/>
                </a:lnTo>
                <a:lnTo>
                  <a:pt x="2654" y="105509"/>
                </a:lnTo>
                <a:lnTo>
                  <a:pt x="3031" y="99326"/>
                </a:lnTo>
                <a:lnTo>
                  <a:pt x="3251" y="74876"/>
                </a:lnTo>
                <a:lnTo>
                  <a:pt x="3313" y="112234"/>
                </a:lnTo>
                <a:lnTo>
                  <a:pt x="3927" y="94728"/>
                </a:lnTo>
                <a:lnTo>
                  <a:pt x="4516" y="76747"/>
                </a:lnTo>
                <a:lnTo>
                  <a:pt x="4824" y="114202"/>
                </a:lnTo>
                <a:lnTo>
                  <a:pt x="5175" y="97894"/>
                </a:lnTo>
                <a:lnTo>
                  <a:pt x="5351" y="115707"/>
                </a:lnTo>
                <a:lnTo>
                  <a:pt x="5782" y="115286"/>
                </a:lnTo>
                <a:lnTo>
                  <a:pt x="5790" y="130890"/>
                </a:lnTo>
                <a:lnTo>
                  <a:pt x="6660" y="79713"/>
                </a:lnTo>
                <a:lnTo>
                  <a:pt x="6704" y="82942"/>
                </a:lnTo>
                <a:lnTo>
                  <a:pt x="6757" y="64724"/>
                </a:lnTo>
                <a:lnTo>
                  <a:pt x="6915" y="72610"/>
                </a:lnTo>
                <a:lnTo>
                  <a:pt x="7108" y="3829"/>
                </a:lnTo>
                <a:lnTo>
                  <a:pt x="7784" y="18859"/>
                </a:lnTo>
                <a:lnTo>
                  <a:pt x="8013" y="11468"/>
                </a:lnTo>
                <a:lnTo>
                  <a:pt x="8531" y="123961"/>
                </a:lnTo>
                <a:lnTo>
                  <a:pt x="8839" y="85001"/>
                </a:lnTo>
                <a:lnTo>
                  <a:pt x="9225" y="64322"/>
                </a:lnTo>
                <a:lnTo>
                  <a:pt x="9270" y="104658"/>
                </a:lnTo>
                <a:lnTo>
                  <a:pt x="9533" y="95402"/>
                </a:lnTo>
                <a:lnTo>
                  <a:pt x="10157" y="80123"/>
                </a:lnTo>
                <a:lnTo>
                  <a:pt x="10376" y="96359"/>
                </a:lnTo>
                <a:lnTo>
                  <a:pt x="10394" y="107568"/>
                </a:lnTo>
                <a:lnTo>
                  <a:pt x="10596" y="30223"/>
                </a:lnTo>
                <a:lnTo>
                  <a:pt x="11141" y="68466"/>
                </a:lnTo>
                <a:lnTo>
                  <a:pt x="11791" y="138617"/>
                </a:lnTo>
                <a:lnTo>
                  <a:pt x="12222" y="100949"/>
                </a:lnTo>
                <a:lnTo>
                  <a:pt x="13091" y="49161"/>
                </a:lnTo>
                <a:lnTo>
                  <a:pt x="13311" y="54523"/>
                </a:lnTo>
                <a:lnTo>
                  <a:pt x="13460" y="58389"/>
                </a:lnTo>
                <a:lnTo>
                  <a:pt x="13540" y="36804"/>
                </a:lnTo>
                <a:lnTo>
                  <a:pt x="13847" y="25731"/>
                </a:lnTo>
                <a:lnTo>
                  <a:pt x="14383" y="105126"/>
                </a:lnTo>
                <a:lnTo>
                  <a:pt x="14814" y="142895"/>
                </a:lnTo>
                <a:lnTo>
                  <a:pt x="15147" y="82890"/>
                </a:lnTo>
                <a:lnTo>
                  <a:pt x="15191" y="68187"/>
                </a:lnTo>
                <a:lnTo>
                  <a:pt x="15780" y="110997"/>
                </a:lnTo>
                <a:lnTo>
                  <a:pt x="15973" y="85944"/>
                </a:lnTo>
                <a:lnTo>
                  <a:pt x="16149" y="49624"/>
                </a:lnTo>
                <a:lnTo>
                  <a:pt x="16694" y="89832"/>
                </a:lnTo>
                <a:lnTo>
                  <a:pt x="16817" y="105588"/>
                </a:lnTo>
                <a:lnTo>
                  <a:pt x="17212" y="66527"/>
                </a:lnTo>
                <a:lnTo>
                  <a:pt x="17387" y="75478"/>
                </a:lnTo>
                <a:lnTo>
                  <a:pt x="17511" y="68081"/>
                </a:lnTo>
                <a:lnTo>
                  <a:pt x="17616" y="95198"/>
                </a:lnTo>
                <a:lnTo>
                  <a:pt x="17862" y="93933"/>
                </a:lnTo>
                <a:lnTo>
                  <a:pt x="17959" y="128936"/>
                </a:lnTo>
                <a:lnTo>
                  <a:pt x="18406" y="75214"/>
                </a:lnTo>
                <a:lnTo>
                  <a:pt x="18819" y="73211"/>
                </a:lnTo>
                <a:lnTo>
                  <a:pt x="19567" y="0"/>
                </a:lnTo>
                <a:lnTo>
                  <a:pt x="19795" y="29009"/>
                </a:lnTo>
                <a:lnTo>
                  <a:pt x="20216" y="81991"/>
                </a:lnTo>
                <a:lnTo>
                  <a:pt x="20551" y="72053"/>
                </a:lnTo>
                <a:lnTo>
                  <a:pt x="20849" y="73517"/>
                </a:lnTo>
                <a:lnTo>
                  <a:pt x="20919" y="78559"/>
                </a:lnTo>
                <a:lnTo>
                  <a:pt x="21394" y="54998"/>
                </a:lnTo>
                <a:lnTo>
                  <a:pt x="22202" y="20060"/>
                </a:lnTo>
                <a:lnTo>
                  <a:pt x="21886" y="57692"/>
                </a:lnTo>
                <a:lnTo>
                  <a:pt x="22378" y="35326"/>
                </a:lnTo>
                <a:lnTo>
                  <a:pt x="23476" y="103770"/>
                </a:lnTo>
                <a:lnTo>
                  <a:pt x="23749" y="125406"/>
                </a:lnTo>
                <a:lnTo>
                  <a:pt x="24153" y="80187"/>
                </a:lnTo>
                <a:lnTo>
                  <a:pt x="25005" y="15108"/>
                </a:lnTo>
                <a:lnTo>
                  <a:pt x="25313" y="43778"/>
                </a:lnTo>
                <a:lnTo>
                  <a:pt x="25997" y="95092"/>
                </a:lnTo>
                <a:lnTo>
                  <a:pt x="26604" y="70986"/>
                </a:lnTo>
                <a:lnTo>
                  <a:pt x="26648" y="61439"/>
                </a:lnTo>
                <a:lnTo>
                  <a:pt x="26876" y="126854"/>
                </a:lnTo>
                <a:lnTo>
                  <a:pt x="27360" y="76866"/>
                </a:lnTo>
                <a:lnTo>
                  <a:pt x="27887" y="107065"/>
                </a:lnTo>
                <a:lnTo>
                  <a:pt x="28133" y="106844"/>
                </a:lnTo>
                <a:lnTo>
                  <a:pt x="28502" y="101532"/>
                </a:lnTo>
                <a:lnTo>
                  <a:pt x="29091" y="65939"/>
                </a:lnTo>
                <a:lnTo>
                  <a:pt x="28642" y="107849"/>
                </a:lnTo>
                <a:lnTo>
                  <a:pt x="29371" y="88172"/>
                </a:lnTo>
                <a:lnTo>
                  <a:pt x="29390" y="117261"/>
                </a:lnTo>
                <a:lnTo>
                  <a:pt x="29556" y="75291"/>
                </a:lnTo>
                <a:lnTo>
                  <a:pt x="30285" y="101357"/>
                </a:lnTo>
                <a:lnTo>
                  <a:pt x="31050" y="151838"/>
                </a:lnTo>
                <a:lnTo>
                  <a:pt x="31278" y="123710"/>
                </a:lnTo>
                <a:lnTo>
                  <a:pt x="32781" y="29239"/>
                </a:lnTo>
                <a:lnTo>
                  <a:pt x="33018" y="49079"/>
                </a:lnTo>
                <a:lnTo>
                  <a:pt x="33334" y="86483"/>
                </a:lnTo>
                <a:lnTo>
                  <a:pt x="33571" y="72760"/>
                </a:lnTo>
                <a:lnTo>
                  <a:pt x="34230" y="87948"/>
                </a:lnTo>
                <a:lnTo>
                  <a:pt x="34529" y="74342"/>
                </a:lnTo>
                <a:lnTo>
                  <a:pt x="34898" y="75415"/>
                </a:lnTo>
                <a:lnTo>
                  <a:pt x="35258" y="44357"/>
                </a:lnTo>
                <a:lnTo>
                  <a:pt x="35908" y="86695"/>
                </a:lnTo>
                <a:lnTo>
                  <a:pt x="35934" y="44612"/>
                </a:lnTo>
                <a:lnTo>
                  <a:pt x="35943" y="23565"/>
                </a:lnTo>
                <a:lnTo>
                  <a:pt x="36638" y="131565"/>
                </a:lnTo>
                <a:lnTo>
                  <a:pt x="36673" y="125520"/>
                </a:lnTo>
                <a:lnTo>
                  <a:pt x="37165" y="77172"/>
                </a:lnTo>
                <a:lnTo>
                  <a:pt x="37701" y="77391"/>
                </a:lnTo>
                <a:lnTo>
                  <a:pt x="38483" y="139043"/>
                </a:lnTo>
                <a:lnTo>
                  <a:pt x="38781" y="105530"/>
                </a:lnTo>
                <a:lnTo>
                  <a:pt x="39440" y="145681"/>
                </a:lnTo>
                <a:lnTo>
                  <a:pt x="39484" y="117757"/>
                </a:lnTo>
                <a:lnTo>
                  <a:pt x="39677" y="68409"/>
                </a:lnTo>
                <a:lnTo>
                  <a:pt x="40187" y="122510"/>
                </a:lnTo>
                <a:lnTo>
                  <a:pt x="40354" y="116710"/>
                </a:lnTo>
                <a:lnTo>
                  <a:pt x="40521" y="136308"/>
                </a:lnTo>
                <a:lnTo>
                  <a:pt x="40758" y="61632"/>
                </a:lnTo>
                <a:lnTo>
                  <a:pt x="41681" y="10968"/>
                </a:lnTo>
                <a:lnTo>
                  <a:pt x="41733" y="23015"/>
                </a:lnTo>
                <a:lnTo>
                  <a:pt x="42480" y="62212"/>
                </a:lnTo>
                <a:lnTo>
                  <a:pt x="41918" y="14060"/>
                </a:lnTo>
                <a:lnTo>
                  <a:pt x="42647" y="51314"/>
                </a:lnTo>
                <a:lnTo>
                  <a:pt x="43157" y="9740"/>
                </a:lnTo>
                <a:lnTo>
                  <a:pt x="43455" y="35586"/>
                </a:lnTo>
                <a:lnTo>
                  <a:pt x="43596" y="68994"/>
                </a:lnTo>
                <a:lnTo>
                  <a:pt x="44220" y="56002"/>
                </a:lnTo>
                <a:lnTo>
                  <a:pt x="45019" y="78512"/>
                </a:lnTo>
                <a:lnTo>
                  <a:pt x="45529" y="36962"/>
                </a:lnTo>
                <a:lnTo>
                  <a:pt x="45968" y="63371"/>
                </a:lnTo>
                <a:lnTo>
                  <a:pt x="46337" y="91110"/>
                </a:lnTo>
                <a:lnTo>
                  <a:pt x="46865" y="59198"/>
                </a:lnTo>
                <a:lnTo>
                  <a:pt x="46882" y="79731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6EB70-C022-432A-B28C-E230D9D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453" y="4746123"/>
            <a:ext cx="44483" cy="161968"/>
          </a:xfrm>
          <a:custGeom xmlns:a="http://schemas.openxmlformats.org/drawingml/2006/main">
            <a:pathLst>
              <a:path w="44483" h="161968" fill="none">
                <a:moveTo>
                  <a:pt x="0" y="69493"/>
                </a:moveTo>
                <a:lnTo>
                  <a:pt x="79" y="48985"/>
                </a:lnTo>
                <a:lnTo>
                  <a:pt x="413" y="67772"/>
                </a:lnTo>
                <a:lnTo>
                  <a:pt x="817" y="16881"/>
                </a:lnTo>
                <a:lnTo>
                  <a:pt x="1204" y="51003"/>
                </a:lnTo>
                <a:lnTo>
                  <a:pt x="1362" y="50128"/>
                </a:lnTo>
                <a:lnTo>
                  <a:pt x="2012" y="23662"/>
                </a:lnTo>
                <a:lnTo>
                  <a:pt x="2021" y="55814"/>
                </a:lnTo>
                <a:lnTo>
                  <a:pt x="2030" y="48093"/>
                </a:lnTo>
                <a:lnTo>
                  <a:pt x="2399" y="80487"/>
                </a:lnTo>
                <a:lnTo>
                  <a:pt x="2258" y="41646"/>
                </a:lnTo>
                <a:lnTo>
                  <a:pt x="3058" y="74388"/>
                </a:lnTo>
                <a:lnTo>
                  <a:pt x="3075" y="53062"/>
                </a:lnTo>
                <a:lnTo>
                  <a:pt x="3848" y="91122"/>
                </a:lnTo>
                <a:lnTo>
                  <a:pt x="3963" y="84787"/>
                </a:lnTo>
                <a:lnTo>
                  <a:pt x="3980" y="103011"/>
                </a:lnTo>
                <a:lnTo>
                  <a:pt x="4068" y="48090"/>
                </a:lnTo>
                <a:lnTo>
                  <a:pt x="4832" y="48233"/>
                </a:lnTo>
                <a:lnTo>
                  <a:pt x="4920" y="40862"/>
                </a:lnTo>
                <a:lnTo>
                  <a:pt x="5438" y="55616"/>
                </a:lnTo>
                <a:lnTo>
                  <a:pt x="6493" y="99824"/>
                </a:lnTo>
                <a:lnTo>
                  <a:pt x="6502" y="78549"/>
                </a:lnTo>
                <a:lnTo>
                  <a:pt x="6897" y="82228"/>
                </a:lnTo>
                <a:lnTo>
                  <a:pt x="7380" y="30778"/>
                </a:lnTo>
                <a:lnTo>
                  <a:pt x="7793" y="84625"/>
                </a:lnTo>
                <a:lnTo>
                  <a:pt x="9041" y="23053"/>
                </a:lnTo>
                <a:lnTo>
                  <a:pt x="9102" y="25778"/>
                </a:lnTo>
                <a:lnTo>
                  <a:pt x="9735" y="122346"/>
                </a:lnTo>
                <a:lnTo>
                  <a:pt x="10069" y="73316"/>
                </a:lnTo>
                <a:lnTo>
                  <a:pt x="10631" y="32392"/>
                </a:lnTo>
                <a:lnTo>
                  <a:pt x="11009" y="0"/>
                </a:lnTo>
                <a:lnTo>
                  <a:pt x="11158" y="47341"/>
                </a:lnTo>
                <a:lnTo>
                  <a:pt x="11607" y="54615"/>
                </a:lnTo>
                <a:lnTo>
                  <a:pt x="11870" y="49748"/>
                </a:lnTo>
                <a:lnTo>
                  <a:pt x="11940" y="33354"/>
                </a:lnTo>
                <a:lnTo>
                  <a:pt x="12485" y="84191"/>
                </a:lnTo>
                <a:lnTo>
                  <a:pt x="12625" y="38179"/>
                </a:lnTo>
                <a:lnTo>
                  <a:pt x="12810" y="97150"/>
                </a:lnTo>
                <a:lnTo>
                  <a:pt x="13565" y="61566"/>
                </a:lnTo>
                <a:lnTo>
                  <a:pt x="13618" y="58493"/>
                </a:lnTo>
                <a:lnTo>
                  <a:pt x="13900" y="84321"/>
                </a:lnTo>
                <a:lnTo>
                  <a:pt x="13961" y="75352"/>
                </a:lnTo>
                <a:lnTo>
                  <a:pt x="14084" y="95371"/>
                </a:lnTo>
                <a:lnTo>
                  <a:pt x="14593" y="67391"/>
                </a:lnTo>
                <a:lnTo>
                  <a:pt x="14760" y="80624"/>
                </a:lnTo>
                <a:lnTo>
                  <a:pt x="14883" y="20669"/>
                </a:lnTo>
                <a:lnTo>
                  <a:pt x="15314" y="83763"/>
                </a:lnTo>
                <a:lnTo>
                  <a:pt x="15701" y="66949"/>
                </a:lnTo>
                <a:lnTo>
                  <a:pt x="15727" y="101528"/>
                </a:lnTo>
                <a:lnTo>
                  <a:pt x="15938" y="30258"/>
                </a:lnTo>
                <a:lnTo>
                  <a:pt x="16579" y="49808"/>
                </a:lnTo>
                <a:lnTo>
                  <a:pt x="17221" y="151719"/>
                </a:lnTo>
                <a:lnTo>
                  <a:pt x="17791" y="140188"/>
                </a:lnTo>
                <a:lnTo>
                  <a:pt x="18283" y="161968"/>
                </a:lnTo>
                <a:lnTo>
                  <a:pt x="18714" y="101703"/>
                </a:lnTo>
                <a:lnTo>
                  <a:pt x="18846" y="108412"/>
                </a:lnTo>
                <a:lnTo>
                  <a:pt x="19162" y="84077"/>
                </a:lnTo>
                <a:lnTo>
                  <a:pt x="19751" y="28285"/>
                </a:lnTo>
                <a:lnTo>
                  <a:pt x="20349" y="30500"/>
                </a:lnTo>
                <a:lnTo>
                  <a:pt x="20559" y="90722"/>
                </a:lnTo>
                <a:lnTo>
                  <a:pt x="21358" y="66938"/>
                </a:lnTo>
                <a:lnTo>
                  <a:pt x="21631" y="60253"/>
                </a:lnTo>
                <a:lnTo>
                  <a:pt x="21675" y="71612"/>
                </a:lnTo>
                <a:lnTo>
                  <a:pt x="22492" y="100010"/>
                </a:lnTo>
                <a:lnTo>
                  <a:pt x="22519" y="69882"/>
                </a:lnTo>
                <a:lnTo>
                  <a:pt x="22589" y="22726"/>
                </a:lnTo>
                <a:lnTo>
                  <a:pt x="23511" y="51239"/>
                </a:lnTo>
                <a:lnTo>
                  <a:pt x="23652" y="95272"/>
                </a:lnTo>
                <a:lnTo>
                  <a:pt x="24064" y="42526"/>
                </a:lnTo>
                <a:lnTo>
                  <a:pt x="24390" y="54978"/>
                </a:lnTo>
                <a:lnTo>
                  <a:pt x="24618" y="1906"/>
                </a:lnTo>
                <a:lnTo>
                  <a:pt x="25119" y="74486"/>
                </a:lnTo>
                <a:lnTo>
                  <a:pt x="25215" y="91841"/>
                </a:lnTo>
                <a:lnTo>
                  <a:pt x="25725" y="42277"/>
                </a:lnTo>
                <a:lnTo>
                  <a:pt x="25874" y="61958"/>
                </a:lnTo>
                <a:lnTo>
                  <a:pt x="25945" y="46654"/>
                </a:lnTo>
                <a:lnTo>
                  <a:pt x="26454" y="114071"/>
                </a:lnTo>
                <a:lnTo>
                  <a:pt x="26542" y="120582"/>
                </a:lnTo>
                <a:lnTo>
                  <a:pt x="26938" y="90249"/>
                </a:lnTo>
                <a:lnTo>
                  <a:pt x="27043" y="101097"/>
                </a:lnTo>
                <a:lnTo>
                  <a:pt x="27605" y="73931"/>
                </a:lnTo>
                <a:lnTo>
                  <a:pt x="27966" y="91337"/>
                </a:lnTo>
                <a:lnTo>
                  <a:pt x="28001" y="112583"/>
                </a:lnTo>
                <a:lnTo>
                  <a:pt x="28845" y="102849"/>
                </a:lnTo>
                <a:lnTo>
                  <a:pt x="28985" y="104961"/>
                </a:lnTo>
                <a:lnTo>
                  <a:pt x="29380" y="49931"/>
                </a:lnTo>
                <a:lnTo>
                  <a:pt x="30057" y="56824"/>
                </a:lnTo>
                <a:lnTo>
                  <a:pt x="31067" y="153596"/>
                </a:lnTo>
                <a:lnTo>
                  <a:pt x="31199" y="113009"/>
                </a:lnTo>
                <a:lnTo>
                  <a:pt x="32024" y="65399"/>
                </a:lnTo>
                <a:lnTo>
                  <a:pt x="32130" y="83764"/>
                </a:lnTo>
                <a:lnTo>
                  <a:pt x="32271" y="80473"/>
                </a:lnTo>
                <a:lnTo>
                  <a:pt x="32727" y="92292"/>
                </a:lnTo>
                <a:lnTo>
                  <a:pt x="33053" y="82623"/>
                </a:lnTo>
                <a:lnTo>
                  <a:pt x="33123" y="109934"/>
                </a:lnTo>
                <a:lnTo>
                  <a:pt x="33825" y="73366"/>
                </a:lnTo>
                <a:lnTo>
                  <a:pt x="33958" y="85257"/>
                </a:lnTo>
                <a:lnTo>
                  <a:pt x="34493" y="93288"/>
                </a:lnTo>
                <a:lnTo>
                  <a:pt x="34880" y="68008"/>
                </a:lnTo>
                <a:lnTo>
                  <a:pt x="35425" y="82982"/>
                </a:lnTo>
                <a:lnTo>
                  <a:pt x="35627" y="24249"/>
                </a:lnTo>
                <a:lnTo>
                  <a:pt x="36163" y="106935"/>
                </a:lnTo>
                <a:lnTo>
                  <a:pt x="36313" y="83160"/>
                </a:lnTo>
                <a:lnTo>
                  <a:pt x="36839" y="79126"/>
                </a:lnTo>
                <a:lnTo>
                  <a:pt x="36479" y="85697"/>
                </a:lnTo>
                <a:lnTo>
                  <a:pt x="36892" y="83630"/>
                </a:lnTo>
                <a:lnTo>
                  <a:pt x="37252" y="105422"/>
                </a:lnTo>
                <a:lnTo>
                  <a:pt x="37279" y="70316"/>
                </a:lnTo>
                <a:lnTo>
                  <a:pt x="37534" y="89271"/>
                </a:lnTo>
                <a:lnTo>
                  <a:pt x="38895" y="55905"/>
                </a:lnTo>
                <a:lnTo>
                  <a:pt x="39291" y="62659"/>
                </a:lnTo>
                <a:lnTo>
                  <a:pt x="39431" y="110458"/>
                </a:lnTo>
                <a:lnTo>
                  <a:pt x="39607" y="52134"/>
                </a:lnTo>
                <a:lnTo>
                  <a:pt x="40170" y="58251"/>
                </a:lnTo>
                <a:lnTo>
                  <a:pt x="40274" y="52303"/>
                </a:lnTo>
                <a:lnTo>
                  <a:pt x="40327" y="71784"/>
                </a:lnTo>
                <a:lnTo>
                  <a:pt x="40767" y="56200"/>
                </a:lnTo>
                <a:lnTo>
                  <a:pt x="41198" y="118801"/>
                </a:lnTo>
                <a:lnTo>
                  <a:pt x="41539" y="41300"/>
                </a:lnTo>
                <a:lnTo>
                  <a:pt x="41838" y="21166"/>
                </a:lnTo>
                <a:lnTo>
                  <a:pt x="42076" y="76339"/>
                </a:lnTo>
                <a:lnTo>
                  <a:pt x="42946" y="65507"/>
                </a:lnTo>
                <a:lnTo>
                  <a:pt x="43025" y="32007"/>
                </a:lnTo>
                <a:lnTo>
                  <a:pt x="43762" y="68484"/>
                </a:lnTo>
                <a:lnTo>
                  <a:pt x="43912" y="44551"/>
                </a:lnTo>
                <a:lnTo>
                  <a:pt x="44360" y="29014"/>
                </a:lnTo>
                <a:lnTo>
                  <a:pt x="44150" y="70990"/>
                </a:lnTo>
                <a:lnTo>
                  <a:pt x="44483" y="5002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1ED85-645F-422A-8F36-C02FD017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937" y="4734322"/>
            <a:ext cx="44466" cy="175584"/>
          </a:xfrm>
          <a:custGeom xmlns:a="http://schemas.openxmlformats.org/drawingml/2006/main">
            <a:pathLst>
              <a:path w="44466" h="175584" fill="none">
                <a:moveTo>
                  <a:pt x="0" y="61830"/>
                </a:moveTo>
                <a:lnTo>
                  <a:pt x="799" y="142940"/>
                </a:lnTo>
                <a:lnTo>
                  <a:pt x="1265" y="113577"/>
                </a:lnTo>
                <a:lnTo>
                  <a:pt x="1564" y="131046"/>
                </a:lnTo>
                <a:lnTo>
                  <a:pt x="1836" y="106685"/>
                </a:lnTo>
                <a:lnTo>
                  <a:pt x="2240" y="128010"/>
                </a:lnTo>
                <a:lnTo>
                  <a:pt x="2838" y="90981"/>
                </a:lnTo>
                <a:lnTo>
                  <a:pt x="2530" y="135225"/>
                </a:lnTo>
                <a:lnTo>
                  <a:pt x="3181" y="114633"/>
                </a:lnTo>
                <a:lnTo>
                  <a:pt x="3567" y="94671"/>
                </a:lnTo>
                <a:lnTo>
                  <a:pt x="3541" y="114707"/>
                </a:lnTo>
                <a:lnTo>
                  <a:pt x="3698" y="105394"/>
                </a:lnTo>
                <a:lnTo>
                  <a:pt x="3918" y="89416"/>
                </a:lnTo>
                <a:lnTo>
                  <a:pt x="4314" y="143590"/>
                </a:lnTo>
                <a:lnTo>
                  <a:pt x="4868" y="157036"/>
                </a:lnTo>
                <a:lnTo>
                  <a:pt x="4718" y="138265"/>
                </a:lnTo>
                <a:lnTo>
                  <a:pt x="4885" y="139282"/>
                </a:lnTo>
                <a:lnTo>
                  <a:pt x="5447" y="97321"/>
                </a:lnTo>
                <a:lnTo>
                  <a:pt x="5711" y="106299"/>
                </a:lnTo>
                <a:lnTo>
                  <a:pt x="6167" y="136164"/>
                </a:lnTo>
                <a:lnTo>
                  <a:pt x="6493" y="126778"/>
                </a:lnTo>
                <a:lnTo>
                  <a:pt x="7398" y="0"/>
                </a:lnTo>
                <a:lnTo>
                  <a:pt x="8276" y="60342"/>
                </a:lnTo>
                <a:lnTo>
                  <a:pt x="8663" y="35324"/>
                </a:lnTo>
                <a:lnTo>
                  <a:pt x="8892" y="33399"/>
                </a:lnTo>
                <a:lnTo>
                  <a:pt x="9418" y="58273"/>
                </a:lnTo>
                <a:lnTo>
                  <a:pt x="9454" y="53695"/>
                </a:lnTo>
                <a:lnTo>
                  <a:pt x="10403" y="94162"/>
                </a:lnTo>
                <a:lnTo>
                  <a:pt x="9630" y="26432"/>
                </a:lnTo>
                <a:lnTo>
                  <a:pt x="10517" y="84751"/>
                </a:lnTo>
                <a:lnTo>
                  <a:pt x="10569" y="54797"/>
                </a:lnTo>
                <a:lnTo>
                  <a:pt x="11052" y="105138"/>
                </a:lnTo>
                <a:lnTo>
                  <a:pt x="11448" y="65517"/>
                </a:lnTo>
                <a:lnTo>
                  <a:pt x="11914" y="104683"/>
                </a:lnTo>
                <a:lnTo>
                  <a:pt x="12520" y="100174"/>
                </a:lnTo>
                <a:lnTo>
                  <a:pt x="13082" y="57577"/>
                </a:lnTo>
                <a:lnTo>
                  <a:pt x="13222" y="86848"/>
                </a:lnTo>
                <a:lnTo>
                  <a:pt x="13565" y="92573"/>
                </a:lnTo>
                <a:lnTo>
                  <a:pt x="13609" y="108786"/>
                </a:lnTo>
                <a:lnTo>
                  <a:pt x="14374" y="87310"/>
                </a:lnTo>
                <a:lnTo>
                  <a:pt x="14690" y="104357"/>
                </a:lnTo>
                <a:lnTo>
                  <a:pt x="14813" y="73479"/>
                </a:lnTo>
                <a:lnTo>
                  <a:pt x="14830" y="87992"/>
                </a:lnTo>
                <a:lnTo>
                  <a:pt x="15138" y="31606"/>
                </a:lnTo>
                <a:lnTo>
                  <a:pt x="15718" y="86867"/>
                </a:lnTo>
                <a:lnTo>
                  <a:pt x="15938" y="102192"/>
                </a:lnTo>
                <a:lnTo>
                  <a:pt x="16166" y="75429"/>
                </a:lnTo>
                <a:lnTo>
                  <a:pt x="16526" y="96377"/>
                </a:lnTo>
                <a:lnTo>
                  <a:pt x="16763" y="62492"/>
                </a:lnTo>
                <a:lnTo>
                  <a:pt x="16992" y="104178"/>
                </a:lnTo>
                <a:lnTo>
                  <a:pt x="17607" y="134029"/>
                </a:lnTo>
                <a:lnTo>
                  <a:pt x="17045" y="103610"/>
                </a:lnTo>
                <a:lnTo>
                  <a:pt x="17844" y="104207"/>
                </a:lnTo>
                <a:lnTo>
                  <a:pt x="18433" y="37643"/>
                </a:lnTo>
                <a:lnTo>
                  <a:pt x="18529" y="116693"/>
                </a:lnTo>
                <a:lnTo>
                  <a:pt x="18802" y="97384"/>
                </a:lnTo>
                <a:lnTo>
                  <a:pt x="19408" y="72676"/>
                </a:lnTo>
                <a:lnTo>
                  <a:pt x="19724" y="115428"/>
                </a:lnTo>
                <a:lnTo>
                  <a:pt x="19795" y="106857"/>
                </a:lnTo>
                <a:lnTo>
                  <a:pt x="20313" y="139785"/>
                </a:lnTo>
                <a:lnTo>
                  <a:pt x="20401" y="123535"/>
                </a:lnTo>
                <a:lnTo>
                  <a:pt x="20559" y="152956"/>
                </a:lnTo>
                <a:lnTo>
                  <a:pt x="20989" y="106167"/>
                </a:lnTo>
                <a:lnTo>
                  <a:pt x="21016" y="119054"/>
                </a:lnTo>
                <a:lnTo>
                  <a:pt x="21561" y="90565"/>
                </a:lnTo>
                <a:lnTo>
                  <a:pt x="21244" y="128164"/>
                </a:lnTo>
                <a:lnTo>
                  <a:pt x="21868" y="123237"/>
                </a:lnTo>
                <a:lnTo>
                  <a:pt x="22377" y="127969"/>
                </a:lnTo>
                <a:lnTo>
                  <a:pt x="23107" y="115886"/>
                </a:lnTo>
                <a:lnTo>
                  <a:pt x="23230" y="126221"/>
                </a:lnTo>
                <a:lnTo>
                  <a:pt x="24144" y="85692"/>
                </a:lnTo>
                <a:lnTo>
                  <a:pt x="24240" y="85977"/>
                </a:lnTo>
                <a:lnTo>
                  <a:pt x="24706" y="175584"/>
                </a:lnTo>
                <a:lnTo>
                  <a:pt x="25233" y="111870"/>
                </a:lnTo>
                <a:lnTo>
                  <a:pt x="25962" y="114747"/>
                </a:lnTo>
                <a:lnTo>
                  <a:pt x="26270" y="91402"/>
                </a:lnTo>
                <a:lnTo>
                  <a:pt x="26516" y="118389"/>
                </a:lnTo>
                <a:lnTo>
                  <a:pt x="26788" y="101314"/>
                </a:lnTo>
                <a:lnTo>
                  <a:pt x="26912" y="117799"/>
                </a:lnTo>
                <a:lnTo>
                  <a:pt x="26920" y="74305"/>
                </a:lnTo>
                <a:lnTo>
                  <a:pt x="27465" y="104370"/>
                </a:lnTo>
                <a:lnTo>
                  <a:pt x="28300" y="65310"/>
                </a:lnTo>
                <a:lnTo>
                  <a:pt x="27614" y="112434"/>
                </a:lnTo>
                <a:lnTo>
                  <a:pt x="28387" y="76642"/>
                </a:lnTo>
                <a:lnTo>
                  <a:pt x="28510" y="82878"/>
                </a:lnTo>
                <a:lnTo>
                  <a:pt x="28572" y="57341"/>
                </a:lnTo>
                <a:lnTo>
                  <a:pt x="28844" y="47015"/>
                </a:lnTo>
                <a:lnTo>
                  <a:pt x="28853" y="68574"/>
                </a:lnTo>
                <a:lnTo>
                  <a:pt x="29635" y="83294"/>
                </a:lnTo>
                <a:lnTo>
                  <a:pt x="30110" y="51053"/>
                </a:lnTo>
                <a:lnTo>
                  <a:pt x="30241" y="83594"/>
                </a:lnTo>
                <a:lnTo>
                  <a:pt x="30347" y="83323"/>
                </a:lnTo>
                <a:lnTo>
                  <a:pt x="30531" y="89478"/>
                </a:lnTo>
                <a:lnTo>
                  <a:pt x="30584" y="63725"/>
                </a:lnTo>
                <a:lnTo>
                  <a:pt x="30873" y="63620"/>
                </a:lnTo>
                <a:lnTo>
                  <a:pt x="31269" y="34882"/>
                </a:lnTo>
                <a:lnTo>
                  <a:pt x="31647" y="73091"/>
                </a:lnTo>
                <a:lnTo>
                  <a:pt x="32736" y="157024"/>
                </a:lnTo>
                <a:lnTo>
                  <a:pt x="32920" y="126939"/>
                </a:lnTo>
                <a:lnTo>
                  <a:pt x="33571" y="121451"/>
                </a:lnTo>
                <a:lnTo>
                  <a:pt x="34274" y="88299"/>
                </a:lnTo>
                <a:lnTo>
                  <a:pt x="34071" y="131778"/>
                </a:lnTo>
                <a:lnTo>
                  <a:pt x="34432" y="94799"/>
                </a:lnTo>
                <a:lnTo>
                  <a:pt x="34792" y="100059"/>
                </a:lnTo>
                <a:lnTo>
                  <a:pt x="35398" y="36833"/>
                </a:lnTo>
                <a:lnTo>
                  <a:pt x="35847" y="61880"/>
                </a:lnTo>
                <a:lnTo>
                  <a:pt x="36198" y="90510"/>
                </a:lnTo>
                <a:lnTo>
                  <a:pt x="36602" y="56104"/>
                </a:lnTo>
                <a:lnTo>
                  <a:pt x="36980" y="82555"/>
                </a:lnTo>
                <a:lnTo>
                  <a:pt x="37735" y="41833"/>
                </a:lnTo>
                <a:lnTo>
                  <a:pt x="37779" y="80722"/>
                </a:lnTo>
                <a:lnTo>
                  <a:pt x="38122" y="116355"/>
                </a:lnTo>
                <a:lnTo>
                  <a:pt x="38877" y="100896"/>
                </a:lnTo>
                <a:lnTo>
                  <a:pt x="39123" y="98784"/>
                </a:lnTo>
                <a:lnTo>
                  <a:pt x="39212" y="102127"/>
                </a:lnTo>
                <a:lnTo>
                  <a:pt x="40195" y="37551"/>
                </a:lnTo>
                <a:lnTo>
                  <a:pt x="40696" y="89486"/>
                </a:lnTo>
                <a:lnTo>
                  <a:pt x="41276" y="71412"/>
                </a:lnTo>
                <a:lnTo>
                  <a:pt x="41804" y="17503"/>
                </a:lnTo>
                <a:lnTo>
                  <a:pt x="41531" y="74346"/>
                </a:lnTo>
                <a:lnTo>
                  <a:pt x="42181" y="25323"/>
                </a:lnTo>
                <a:lnTo>
                  <a:pt x="42321" y="18425"/>
                </a:lnTo>
                <a:lnTo>
                  <a:pt x="42717" y="35843"/>
                </a:lnTo>
                <a:lnTo>
                  <a:pt x="42840" y="28453"/>
                </a:lnTo>
                <a:lnTo>
                  <a:pt x="43156" y="91624"/>
                </a:lnTo>
                <a:lnTo>
                  <a:pt x="44220" y="65224"/>
                </a:lnTo>
                <a:lnTo>
                  <a:pt x="44421" y="74159"/>
                </a:lnTo>
                <a:lnTo>
                  <a:pt x="44466" y="437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3D9A8-61CD-4FE6-BB1D-64DD2B58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402" y="4725334"/>
            <a:ext cx="15718" cy="151517"/>
          </a:xfrm>
          <a:custGeom xmlns:a="http://schemas.openxmlformats.org/drawingml/2006/main">
            <a:pathLst>
              <a:path w="15718" h="151517" fill="none">
                <a:moveTo>
                  <a:pt x="0" y="52688"/>
                </a:moveTo>
                <a:lnTo>
                  <a:pt x="404" y="63514"/>
                </a:lnTo>
                <a:lnTo>
                  <a:pt x="790" y="23218"/>
                </a:lnTo>
                <a:lnTo>
                  <a:pt x="1713" y="0"/>
                </a:lnTo>
                <a:lnTo>
                  <a:pt x="2565" y="55275"/>
                </a:lnTo>
                <a:lnTo>
                  <a:pt x="2714" y="44031"/>
                </a:lnTo>
                <a:lnTo>
                  <a:pt x="3250" y="45175"/>
                </a:lnTo>
                <a:lnTo>
                  <a:pt x="4296" y="151292"/>
                </a:lnTo>
                <a:lnTo>
                  <a:pt x="4779" y="83603"/>
                </a:lnTo>
                <a:lnTo>
                  <a:pt x="5526" y="90305"/>
                </a:lnTo>
                <a:lnTo>
                  <a:pt x="5605" y="122888"/>
                </a:lnTo>
                <a:lnTo>
                  <a:pt x="6290" y="68128"/>
                </a:lnTo>
                <a:lnTo>
                  <a:pt x="6527" y="54632"/>
                </a:lnTo>
                <a:lnTo>
                  <a:pt x="6642" y="82114"/>
                </a:lnTo>
                <a:lnTo>
                  <a:pt x="7415" y="118016"/>
                </a:lnTo>
                <a:lnTo>
                  <a:pt x="7134" y="80952"/>
                </a:lnTo>
                <a:lnTo>
                  <a:pt x="7635" y="114480"/>
                </a:lnTo>
                <a:lnTo>
                  <a:pt x="7986" y="121756"/>
                </a:lnTo>
                <a:lnTo>
                  <a:pt x="8091" y="105522"/>
                </a:lnTo>
                <a:lnTo>
                  <a:pt x="8285" y="86249"/>
                </a:lnTo>
                <a:lnTo>
                  <a:pt x="8557" y="108671"/>
                </a:lnTo>
                <a:lnTo>
                  <a:pt x="8953" y="151517"/>
                </a:lnTo>
                <a:lnTo>
                  <a:pt x="9252" y="90293"/>
                </a:lnTo>
                <a:lnTo>
                  <a:pt x="9260" y="76797"/>
                </a:lnTo>
                <a:lnTo>
                  <a:pt x="10042" y="112878"/>
                </a:lnTo>
                <a:lnTo>
                  <a:pt x="11149" y="53963"/>
                </a:lnTo>
                <a:lnTo>
                  <a:pt x="11158" y="61842"/>
                </a:lnTo>
                <a:lnTo>
                  <a:pt x="11834" y="129817"/>
                </a:lnTo>
                <a:lnTo>
                  <a:pt x="12045" y="84206"/>
                </a:lnTo>
                <a:lnTo>
                  <a:pt x="12441" y="71500"/>
                </a:lnTo>
                <a:lnTo>
                  <a:pt x="12467" y="38484"/>
                </a:lnTo>
                <a:lnTo>
                  <a:pt x="12757" y="80988"/>
                </a:lnTo>
                <a:lnTo>
                  <a:pt x="13240" y="67784"/>
                </a:lnTo>
                <a:lnTo>
                  <a:pt x="13679" y="66659"/>
                </a:lnTo>
                <a:lnTo>
                  <a:pt x="14338" y="115785"/>
                </a:lnTo>
                <a:lnTo>
                  <a:pt x="15516" y="23307"/>
                </a:lnTo>
                <a:lnTo>
                  <a:pt x="15718" y="325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5CFCD-6D94-4600-96D8-3610115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221" y="121634"/>
            <a:ext cx="10" cy="4793497"/>
          </a:xfrm>
          <a:custGeom xmlns:a="http://schemas.openxmlformats.org/drawingml/2006/main">
            <a:pathLst>
              <a:path w="1" h="4793497" fill="none">
                <a:moveTo>
                  <a:pt x="0" y="47934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sq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45453-B3B8-49ED-AA92-660694D2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5115" y="121634"/>
            <a:ext cx="10" cy="4793497"/>
          </a:xfrm>
          <a:custGeom xmlns:a="http://schemas.openxmlformats.org/drawingml/2006/main">
            <a:pathLst>
              <a:path w="1" h="4793497" fill="none">
                <a:moveTo>
                  <a:pt x="0" y="47934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sq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0E857-6080-45C2-8825-3F79B1F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221" y="4915130"/>
            <a:ext cx="3497895" cy="10"/>
          </a:xfrm>
          <a:custGeom xmlns:a="http://schemas.openxmlformats.org/drawingml/2006/main">
            <a:pathLst>
              <a:path w="3497895" h="1" fill="none">
                <a:moveTo>
                  <a:pt x="0" y="0"/>
                </a:moveTo>
                <a:lnTo>
                  <a:pt x="34978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sq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B86C7-2748-46EB-986F-AAAC4707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221" y="121634"/>
            <a:ext cx="3497895" cy="10"/>
          </a:xfrm>
          <a:custGeom xmlns:a="http://schemas.openxmlformats.org/drawingml/2006/main">
            <a:pathLst>
              <a:path w="3497895" h="1" fill="none">
                <a:moveTo>
                  <a:pt x="0" y="0"/>
                </a:moveTo>
                <a:lnTo>
                  <a:pt x="34978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04" cap="sq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CBDD8-5BB5-425F-8176-F4A7B46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151" y="4440471"/>
            <a:ext cx="1742300" cy="412764"/>
          </a:xfrm>
          <a:custGeom xmlns:a="http://schemas.openxmlformats.org/drawingml/2006/main">
            <a:pathLst>
              <a:path w="1742300" h="412764">
                <a:moveTo>
                  <a:pt x="24772" y="412764"/>
                </a:moveTo>
                <a:lnTo>
                  <a:pt x="1717528" y="412764"/>
                </a:lnTo>
                <a:cubicBezTo>
                  <a:pt x="1734043" y="412764"/>
                  <a:pt x="1742300" y="404511"/>
                  <a:pt x="1742300" y="388006"/>
                </a:cubicBezTo>
                <a:lnTo>
                  <a:pt x="1742300" y="24758"/>
                </a:lnTo>
                <a:cubicBezTo>
                  <a:pt x="1742300" y="8253"/>
                  <a:pt x="1734043" y="0"/>
                  <a:pt x="1717528" y="0"/>
                </a:cubicBezTo>
                <a:lnTo>
                  <a:pt x="24772" y="0"/>
                </a:lnTo>
                <a:cubicBezTo>
                  <a:pt x="8257" y="0"/>
                  <a:pt x="0" y="8253"/>
                  <a:pt x="0" y="24758"/>
                </a:cubicBezTo>
                <a:lnTo>
                  <a:pt x="0" y="388006"/>
                </a:lnTo>
                <a:cubicBezTo>
                  <a:pt x="0" y="404511"/>
                  <a:pt x="8257" y="412764"/>
                  <a:pt x="24772" y="41276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79639-8404-45F8-9726-7FBDFAE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151" y="4440471"/>
            <a:ext cx="1742300" cy="412764"/>
          </a:xfrm>
          <a:custGeom xmlns:a="http://schemas.openxmlformats.org/drawingml/2006/main">
            <a:pathLst>
              <a:path w="1742300" h="412764" fill="none">
                <a:moveTo>
                  <a:pt x="24772" y="412764"/>
                </a:moveTo>
                <a:lnTo>
                  <a:pt x="1717528" y="412764"/>
                </a:lnTo>
                <a:cubicBezTo>
                  <a:pt x="1734043" y="412764"/>
                  <a:pt x="1742300" y="404511"/>
                  <a:pt x="1742300" y="388006"/>
                </a:cubicBezTo>
                <a:lnTo>
                  <a:pt x="1742300" y="24758"/>
                </a:lnTo>
                <a:cubicBezTo>
                  <a:pt x="1742300" y="8253"/>
                  <a:pt x="1734043" y="0"/>
                  <a:pt x="1717528" y="0"/>
                </a:cubicBezTo>
                <a:lnTo>
                  <a:pt x="24772" y="0"/>
                </a:lnTo>
                <a:cubicBezTo>
                  <a:pt x="8257" y="0"/>
                  <a:pt x="0" y="8253"/>
                  <a:pt x="0" y="24758"/>
                </a:cubicBezTo>
                <a:lnTo>
                  <a:pt x="0" y="388006"/>
                </a:lnTo>
                <a:cubicBezTo>
                  <a:pt x="0" y="404511"/>
                  <a:pt x="8257" y="412764"/>
                  <a:pt x="24772" y="4127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55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2D0DE-CF05-48AA-ADEA-9F3BE56E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695" y="4540664"/>
            <a:ext cx="247721" cy="10"/>
          </a:xfrm>
          <a:custGeom xmlns:a="http://schemas.openxmlformats.org/drawingml/2006/main">
            <a:pathLst>
              <a:path w="247721" h="1" fill="none">
                <a:moveTo>
                  <a:pt x="0" y="0"/>
                </a:moveTo>
                <a:lnTo>
                  <a:pt x="123860" y="0"/>
                </a:lnTo>
                <a:lnTo>
                  <a:pt x="247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000000">
                <a:alpha val="30000"/>
              </a:srgbClr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D62E0-B50A-47E5-B8DF-8FF36AC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643" y="4493748"/>
            <a:ext cx="64035" cy="90243"/>
          </a:xfrm>
          <a:custGeom xmlns:a="http://schemas.openxmlformats.org/drawingml/2006/main">
            <a:pathLst>
              <a:path w="64035" h="90243">
                <a:moveTo>
                  <a:pt x="12262" y="47164"/>
                </a:moveTo>
                <a:lnTo>
                  <a:pt x="12262" y="80216"/>
                </a:lnTo>
                <a:lnTo>
                  <a:pt x="31831" y="80216"/>
                </a:lnTo>
                <a:cubicBezTo>
                  <a:pt x="38395" y="80216"/>
                  <a:pt x="43226" y="78855"/>
                  <a:pt x="46446" y="76131"/>
                </a:cubicBezTo>
                <a:cubicBezTo>
                  <a:pt x="49543" y="73408"/>
                  <a:pt x="51153" y="69323"/>
                  <a:pt x="51153" y="63628"/>
                </a:cubicBezTo>
                <a:cubicBezTo>
                  <a:pt x="51153" y="58058"/>
                  <a:pt x="49543" y="53973"/>
                  <a:pt x="46446" y="51249"/>
                </a:cubicBezTo>
                <a:cubicBezTo>
                  <a:pt x="43226" y="48526"/>
                  <a:pt x="38395" y="47164"/>
                  <a:pt x="31831" y="47164"/>
                </a:cubicBezTo>
                <a:lnTo>
                  <a:pt x="12262" y="47164"/>
                </a:lnTo>
                <a:close/>
                <a:moveTo>
                  <a:pt x="12262" y="10027"/>
                </a:moveTo>
                <a:lnTo>
                  <a:pt x="12262" y="37261"/>
                </a:lnTo>
                <a:lnTo>
                  <a:pt x="30344" y="37261"/>
                </a:lnTo>
                <a:cubicBezTo>
                  <a:pt x="36290" y="37261"/>
                  <a:pt x="40625" y="36147"/>
                  <a:pt x="43598" y="33919"/>
                </a:cubicBezTo>
                <a:cubicBezTo>
                  <a:pt x="46570" y="31690"/>
                  <a:pt x="48057" y="28348"/>
                  <a:pt x="48057" y="23644"/>
                </a:cubicBezTo>
                <a:cubicBezTo>
                  <a:pt x="48057" y="19188"/>
                  <a:pt x="46570" y="15721"/>
                  <a:pt x="43598" y="13493"/>
                </a:cubicBezTo>
                <a:cubicBezTo>
                  <a:pt x="40625" y="11265"/>
                  <a:pt x="36290" y="10027"/>
                  <a:pt x="30344" y="10027"/>
                </a:cubicBezTo>
                <a:lnTo>
                  <a:pt x="12262" y="10027"/>
                </a:lnTo>
                <a:close/>
                <a:moveTo>
                  <a:pt x="0" y="0"/>
                </a:moveTo>
                <a:lnTo>
                  <a:pt x="31212" y="0"/>
                </a:lnTo>
                <a:cubicBezTo>
                  <a:pt x="40501" y="0"/>
                  <a:pt x="47685" y="1981"/>
                  <a:pt x="52763" y="5818"/>
                </a:cubicBezTo>
                <a:cubicBezTo>
                  <a:pt x="57718" y="9779"/>
                  <a:pt x="60319" y="15226"/>
                  <a:pt x="60319" y="22282"/>
                </a:cubicBezTo>
                <a:cubicBezTo>
                  <a:pt x="60319" y="27853"/>
                  <a:pt x="58956" y="32309"/>
                  <a:pt x="56355" y="35528"/>
                </a:cubicBezTo>
                <a:cubicBezTo>
                  <a:pt x="53754" y="38747"/>
                  <a:pt x="50038" y="40851"/>
                  <a:pt x="45084" y="41594"/>
                </a:cubicBezTo>
                <a:cubicBezTo>
                  <a:pt x="51029" y="42955"/>
                  <a:pt x="55736" y="45679"/>
                  <a:pt x="59080" y="49764"/>
                </a:cubicBezTo>
                <a:cubicBezTo>
                  <a:pt x="62301" y="53849"/>
                  <a:pt x="64035" y="58924"/>
                  <a:pt x="64035" y="64990"/>
                </a:cubicBezTo>
                <a:cubicBezTo>
                  <a:pt x="64035" y="73160"/>
                  <a:pt x="61186" y="79350"/>
                  <a:pt x="55736" y="83682"/>
                </a:cubicBezTo>
                <a:cubicBezTo>
                  <a:pt x="50286" y="88139"/>
                  <a:pt x="42483" y="90243"/>
                  <a:pt x="32450" y="90243"/>
                </a:cubicBezTo>
                <a:lnTo>
                  <a:pt x="0" y="902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CD4D3-B3AA-4009-A8EE-1B5E6316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03" y="4514668"/>
            <a:ext cx="57224" cy="70932"/>
          </a:xfrm>
          <a:custGeom xmlns:a="http://schemas.openxmlformats.org/drawingml/2006/main">
            <a:pathLst>
              <a:path w="57224" h="70932">
                <a:moveTo>
                  <a:pt x="35053" y="35280"/>
                </a:moveTo>
                <a:cubicBezTo>
                  <a:pt x="26011" y="35280"/>
                  <a:pt x="19818" y="36394"/>
                  <a:pt x="16350" y="38375"/>
                </a:cubicBezTo>
                <a:cubicBezTo>
                  <a:pt x="12882" y="40480"/>
                  <a:pt x="11148" y="43946"/>
                  <a:pt x="11148" y="48897"/>
                </a:cubicBezTo>
                <a:cubicBezTo>
                  <a:pt x="11148" y="52859"/>
                  <a:pt x="12386" y="56077"/>
                  <a:pt x="14987" y="58305"/>
                </a:cubicBezTo>
                <a:cubicBezTo>
                  <a:pt x="17588" y="60657"/>
                  <a:pt x="21180" y="61771"/>
                  <a:pt x="25639" y="61771"/>
                </a:cubicBezTo>
                <a:cubicBezTo>
                  <a:pt x="31832" y="61771"/>
                  <a:pt x="36787" y="59667"/>
                  <a:pt x="40503" y="55211"/>
                </a:cubicBezTo>
                <a:cubicBezTo>
                  <a:pt x="44218" y="50878"/>
                  <a:pt x="46076" y="45060"/>
                  <a:pt x="46076" y="37756"/>
                </a:cubicBezTo>
                <a:lnTo>
                  <a:pt x="46076" y="35280"/>
                </a:lnTo>
                <a:lnTo>
                  <a:pt x="35053" y="35280"/>
                </a:lnTo>
                <a:close/>
                <a:moveTo>
                  <a:pt x="57224" y="30700"/>
                </a:moveTo>
                <a:lnTo>
                  <a:pt x="57224" y="69323"/>
                </a:lnTo>
                <a:lnTo>
                  <a:pt x="46076" y="69323"/>
                </a:lnTo>
                <a:lnTo>
                  <a:pt x="46076" y="59048"/>
                </a:lnTo>
                <a:cubicBezTo>
                  <a:pt x="43475" y="63257"/>
                  <a:pt x="40255" y="66228"/>
                  <a:pt x="36539" y="68085"/>
                </a:cubicBezTo>
                <a:cubicBezTo>
                  <a:pt x="32823" y="69942"/>
                  <a:pt x="28117" y="70932"/>
                  <a:pt x="22667" y="70932"/>
                </a:cubicBezTo>
                <a:cubicBezTo>
                  <a:pt x="15730" y="70932"/>
                  <a:pt x="10157" y="69075"/>
                  <a:pt x="6069" y="65238"/>
                </a:cubicBezTo>
                <a:cubicBezTo>
                  <a:pt x="1982" y="61400"/>
                  <a:pt x="0" y="56201"/>
                  <a:pt x="0" y="49640"/>
                </a:cubicBezTo>
                <a:cubicBezTo>
                  <a:pt x="0" y="42089"/>
                  <a:pt x="2477" y="36394"/>
                  <a:pt x="7679" y="32433"/>
                </a:cubicBezTo>
                <a:cubicBezTo>
                  <a:pt x="12758" y="28596"/>
                  <a:pt x="20313" y="26615"/>
                  <a:pt x="30470" y="26615"/>
                </a:cubicBezTo>
                <a:lnTo>
                  <a:pt x="46076" y="26615"/>
                </a:lnTo>
                <a:lnTo>
                  <a:pt x="46076" y="25501"/>
                </a:lnTo>
                <a:cubicBezTo>
                  <a:pt x="46076" y="20425"/>
                  <a:pt x="44342" y="16464"/>
                  <a:pt x="40998" y="13617"/>
                </a:cubicBezTo>
                <a:cubicBezTo>
                  <a:pt x="37654" y="10894"/>
                  <a:pt x="32947" y="9408"/>
                  <a:pt x="26878" y="9408"/>
                </a:cubicBezTo>
                <a:cubicBezTo>
                  <a:pt x="22914" y="9408"/>
                  <a:pt x="19198" y="9903"/>
                  <a:pt x="15483" y="10894"/>
                </a:cubicBezTo>
                <a:cubicBezTo>
                  <a:pt x="11767" y="11884"/>
                  <a:pt x="8299" y="13246"/>
                  <a:pt x="4954" y="14979"/>
                </a:cubicBezTo>
                <a:lnTo>
                  <a:pt x="4954" y="4704"/>
                </a:lnTo>
                <a:cubicBezTo>
                  <a:pt x="8918" y="3219"/>
                  <a:pt x="12882" y="1981"/>
                  <a:pt x="16721" y="1238"/>
                </a:cubicBezTo>
                <a:cubicBezTo>
                  <a:pt x="20561" y="495"/>
                  <a:pt x="24277" y="0"/>
                  <a:pt x="27993" y="0"/>
                </a:cubicBezTo>
                <a:cubicBezTo>
                  <a:pt x="37778" y="0"/>
                  <a:pt x="45085" y="2600"/>
                  <a:pt x="49916" y="7675"/>
                </a:cubicBezTo>
                <a:cubicBezTo>
                  <a:pt x="54747" y="12750"/>
                  <a:pt x="57224" y="20425"/>
                  <a:pt x="57224" y="3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C222C-FDED-4628-9009-A0EF0BDC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087" y="4514668"/>
            <a:ext cx="51772" cy="70932"/>
          </a:xfrm>
          <a:custGeom xmlns:a="http://schemas.openxmlformats.org/drawingml/2006/main">
            <a:pathLst>
              <a:path w="51772" h="70932">
                <a:moveTo>
                  <a:pt x="48181" y="3590"/>
                </a:moveTo>
                <a:lnTo>
                  <a:pt x="48181" y="14112"/>
                </a:lnTo>
                <a:cubicBezTo>
                  <a:pt x="44960" y="12627"/>
                  <a:pt x="41741" y="11389"/>
                  <a:pt x="38397" y="10522"/>
                </a:cubicBezTo>
                <a:cubicBezTo>
                  <a:pt x="34929" y="9779"/>
                  <a:pt x="31461" y="9284"/>
                  <a:pt x="27869" y="9284"/>
                </a:cubicBezTo>
                <a:cubicBezTo>
                  <a:pt x="22295" y="9284"/>
                  <a:pt x="18084" y="10151"/>
                  <a:pt x="15359" y="11884"/>
                </a:cubicBezTo>
                <a:cubicBezTo>
                  <a:pt x="12634" y="13617"/>
                  <a:pt x="11271" y="16093"/>
                  <a:pt x="11271" y="19435"/>
                </a:cubicBezTo>
                <a:cubicBezTo>
                  <a:pt x="11271" y="22035"/>
                  <a:pt x="12262" y="24015"/>
                  <a:pt x="14244" y="25501"/>
                </a:cubicBezTo>
                <a:cubicBezTo>
                  <a:pt x="16226" y="26986"/>
                  <a:pt x="20189" y="28472"/>
                  <a:pt x="26135" y="29710"/>
                </a:cubicBezTo>
                <a:lnTo>
                  <a:pt x="29974" y="30576"/>
                </a:lnTo>
                <a:cubicBezTo>
                  <a:pt x="37902" y="32309"/>
                  <a:pt x="43475" y="34785"/>
                  <a:pt x="46818" y="37756"/>
                </a:cubicBezTo>
                <a:cubicBezTo>
                  <a:pt x="50038" y="40851"/>
                  <a:pt x="51772" y="45184"/>
                  <a:pt x="51772" y="50630"/>
                </a:cubicBezTo>
                <a:cubicBezTo>
                  <a:pt x="51772" y="56944"/>
                  <a:pt x="49295" y="61895"/>
                  <a:pt x="44341" y="65485"/>
                </a:cubicBezTo>
                <a:cubicBezTo>
                  <a:pt x="39388" y="69199"/>
                  <a:pt x="32452" y="70932"/>
                  <a:pt x="23781" y="70932"/>
                </a:cubicBezTo>
                <a:cubicBezTo>
                  <a:pt x="20066" y="70932"/>
                  <a:pt x="16350" y="70561"/>
                  <a:pt x="12386" y="69942"/>
                </a:cubicBezTo>
                <a:cubicBezTo>
                  <a:pt x="8423" y="69323"/>
                  <a:pt x="4335" y="68332"/>
                  <a:pt x="0" y="66847"/>
                </a:cubicBezTo>
                <a:lnTo>
                  <a:pt x="0" y="55334"/>
                </a:lnTo>
                <a:cubicBezTo>
                  <a:pt x="4087" y="57563"/>
                  <a:pt x="8175" y="59172"/>
                  <a:pt x="12138" y="60162"/>
                </a:cubicBezTo>
                <a:cubicBezTo>
                  <a:pt x="16102" y="61276"/>
                  <a:pt x="20066" y="61771"/>
                  <a:pt x="24029" y="61771"/>
                </a:cubicBezTo>
                <a:cubicBezTo>
                  <a:pt x="29231" y="61771"/>
                  <a:pt x="33319" y="60905"/>
                  <a:pt x="36167" y="59172"/>
                </a:cubicBezTo>
                <a:cubicBezTo>
                  <a:pt x="38892" y="57439"/>
                  <a:pt x="40379" y="54839"/>
                  <a:pt x="40379" y="51497"/>
                </a:cubicBezTo>
                <a:cubicBezTo>
                  <a:pt x="40379" y="48526"/>
                  <a:pt x="39264" y="46174"/>
                  <a:pt x="37282" y="44565"/>
                </a:cubicBezTo>
                <a:cubicBezTo>
                  <a:pt x="35300" y="42955"/>
                  <a:pt x="30841" y="41346"/>
                  <a:pt x="23905" y="39861"/>
                </a:cubicBezTo>
                <a:lnTo>
                  <a:pt x="20066" y="38994"/>
                </a:lnTo>
                <a:cubicBezTo>
                  <a:pt x="13129" y="37509"/>
                  <a:pt x="8051" y="35280"/>
                  <a:pt x="5078" y="32309"/>
                </a:cubicBezTo>
                <a:cubicBezTo>
                  <a:pt x="1982" y="29338"/>
                  <a:pt x="495" y="25253"/>
                  <a:pt x="495" y="19930"/>
                </a:cubicBezTo>
                <a:cubicBezTo>
                  <a:pt x="495" y="13617"/>
                  <a:pt x="2725" y="8665"/>
                  <a:pt x="7184" y="5199"/>
                </a:cubicBezTo>
                <a:cubicBezTo>
                  <a:pt x="11643" y="1733"/>
                  <a:pt x="18084" y="0"/>
                  <a:pt x="26506" y="0"/>
                </a:cubicBezTo>
                <a:cubicBezTo>
                  <a:pt x="30594" y="0"/>
                  <a:pt x="34433" y="371"/>
                  <a:pt x="38149" y="990"/>
                </a:cubicBezTo>
                <a:cubicBezTo>
                  <a:pt x="41741" y="1609"/>
                  <a:pt x="45084" y="2476"/>
                  <a:pt x="48181" y="3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24B7A-2396-4CAA-85F7-5FDA229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741" y="4514668"/>
            <a:ext cx="62798" cy="70932"/>
          </a:xfrm>
          <a:custGeom xmlns:a="http://schemas.openxmlformats.org/drawingml/2006/main">
            <a:pathLst>
              <a:path w="62798" h="70932">
                <a:moveTo>
                  <a:pt x="62798" y="32681"/>
                </a:moveTo>
                <a:lnTo>
                  <a:pt x="62798" y="38128"/>
                </a:lnTo>
                <a:lnTo>
                  <a:pt x="11643" y="38128"/>
                </a:lnTo>
                <a:cubicBezTo>
                  <a:pt x="12138" y="45803"/>
                  <a:pt x="14368" y="51744"/>
                  <a:pt x="18579" y="55706"/>
                </a:cubicBezTo>
                <a:cubicBezTo>
                  <a:pt x="22667" y="59667"/>
                  <a:pt x="28364" y="61648"/>
                  <a:pt x="35796" y="61648"/>
                </a:cubicBezTo>
                <a:cubicBezTo>
                  <a:pt x="40007" y="61648"/>
                  <a:pt x="44218" y="61153"/>
                  <a:pt x="48182" y="60162"/>
                </a:cubicBezTo>
                <a:cubicBezTo>
                  <a:pt x="52146" y="59172"/>
                  <a:pt x="56233" y="57563"/>
                  <a:pt x="60197" y="55334"/>
                </a:cubicBezTo>
                <a:lnTo>
                  <a:pt x="60197" y="65857"/>
                </a:lnTo>
                <a:cubicBezTo>
                  <a:pt x="56233" y="67590"/>
                  <a:pt x="52146" y="68951"/>
                  <a:pt x="47934" y="69694"/>
                </a:cubicBezTo>
                <a:cubicBezTo>
                  <a:pt x="43723" y="70437"/>
                  <a:pt x="39388" y="70932"/>
                  <a:pt x="35177" y="70932"/>
                </a:cubicBezTo>
                <a:cubicBezTo>
                  <a:pt x="24277" y="70932"/>
                  <a:pt x="15730" y="67837"/>
                  <a:pt x="9413" y="61648"/>
                </a:cubicBezTo>
                <a:cubicBezTo>
                  <a:pt x="3097" y="55458"/>
                  <a:pt x="0" y="46917"/>
                  <a:pt x="0" y="36147"/>
                </a:cubicBezTo>
                <a:cubicBezTo>
                  <a:pt x="0" y="25129"/>
                  <a:pt x="2973" y="16340"/>
                  <a:pt x="8918" y="9779"/>
                </a:cubicBezTo>
                <a:cubicBezTo>
                  <a:pt x="14863" y="3342"/>
                  <a:pt x="23038" y="0"/>
                  <a:pt x="33195" y="0"/>
                </a:cubicBezTo>
                <a:cubicBezTo>
                  <a:pt x="42361" y="0"/>
                  <a:pt x="49545" y="2971"/>
                  <a:pt x="54871" y="8789"/>
                </a:cubicBezTo>
                <a:cubicBezTo>
                  <a:pt x="60073" y="14731"/>
                  <a:pt x="62798" y="22654"/>
                  <a:pt x="62798" y="32681"/>
                </a:cubicBezTo>
                <a:close/>
                <a:moveTo>
                  <a:pt x="51650" y="29462"/>
                </a:moveTo>
                <a:cubicBezTo>
                  <a:pt x="51526" y="23396"/>
                  <a:pt x="49792" y="18569"/>
                  <a:pt x="46572" y="14855"/>
                </a:cubicBezTo>
                <a:cubicBezTo>
                  <a:pt x="43228" y="11265"/>
                  <a:pt x="38769" y="9408"/>
                  <a:pt x="33319" y="9408"/>
                </a:cubicBezTo>
                <a:cubicBezTo>
                  <a:pt x="27126" y="9408"/>
                  <a:pt x="22171" y="11265"/>
                  <a:pt x="18455" y="14731"/>
                </a:cubicBezTo>
                <a:cubicBezTo>
                  <a:pt x="14739" y="18197"/>
                  <a:pt x="12510" y="23149"/>
                  <a:pt x="12015" y="29462"/>
                </a:cubicBezTo>
                <a:lnTo>
                  <a:pt x="51650" y="2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23872-05C3-4644-BB26-B457D5E4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746" y="4489910"/>
            <a:ext cx="11148" cy="94081"/>
          </a:xfrm>
          <a:custGeom xmlns:a="http://schemas.openxmlformats.org/drawingml/2006/main">
            <a:pathLst>
              <a:path w="11148" h="94081">
                <a:moveTo>
                  <a:pt x="0" y="94081"/>
                </a:moveTo>
                <a:lnTo>
                  <a:pt x="11148" y="94081"/>
                </a:lnTo>
                <a:lnTo>
                  <a:pt x="11148" y="0"/>
                </a:lnTo>
                <a:lnTo>
                  <a:pt x="0" y="0"/>
                </a:lnTo>
                <a:lnTo>
                  <a:pt x="0" y="940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58958-D8F1-4FBE-8A29-294031FD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180" y="4489910"/>
            <a:ext cx="11148" cy="94081"/>
          </a:xfrm>
          <a:custGeom xmlns:a="http://schemas.openxmlformats.org/drawingml/2006/main">
            <a:pathLst>
              <a:path w="11148" h="94081">
                <a:moveTo>
                  <a:pt x="0" y="26367"/>
                </a:moveTo>
                <a:lnTo>
                  <a:pt x="11148" y="26367"/>
                </a:lnTo>
                <a:lnTo>
                  <a:pt x="11148" y="94081"/>
                </a:lnTo>
                <a:lnTo>
                  <a:pt x="0" y="94081"/>
                </a:lnTo>
                <a:lnTo>
                  <a:pt x="0" y="26367"/>
                </a:lnTo>
                <a:close/>
                <a:moveTo>
                  <a:pt x="0" y="0"/>
                </a:moveTo>
                <a:lnTo>
                  <a:pt x="11148" y="0"/>
                </a:lnTo>
                <a:lnTo>
                  <a:pt x="11148" y="14112"/>
                </a:lnTo>
                <a:lnTo>
                  <a:pt x="0" y="141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8FF1D-4BF2-41D8-BAA6-32E1DD55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242" y="4514668"/>
            <a:ext cx="56727" cy="69323"/>
          </a:xfrm>
          <a:custGeom xmlns:a="http://schemas.openxmlformats.org/drawingml/2006/main">
            <a:pathLst>
              <a:path w="56727" h="69323">
                <a:moveTo>
                  <a:pt x="56727" y="28472"/>
                </a:moveTo>
                <a:lnTo>
                  <a:pt x="56727" y="69323"/>
                </a:lnTo>
                <a:lnTo>
                  <a:pt x="45579" y="69323"/>
                </a:lnTo>
                <a:lnTo>
                  <a:pt x="45579" y="28843"/>
                </a:lnTo>
                <a:cubicBezTo>
                  <a:pt x="45579" y="22406"/>
                  <a:pt x="44217" y="17702"/>
                  <a:pt x="41740" y="14483"/>
                </a:cubicBezTo>
                <a:cubicBezTo>
                  <a:pt x="39263" y="11265"/>
                  <a:pt x="35547" y="9656"/>
                  <a:pt x="30592" y="9656"/>
                </a:cubicBezTo>
                <a:cubicBezTo>
                  <a:pt x="24523" y="9656"/>
                  <a:pt x="19816" y="11636"/>
                  <a:pt x="16348" y="15474"/>
                </a:cubicBezTo>
                <a:cubicBezTo>
                  <a:pt x="12880" y="19311"/>
                  <a:pt x="11146" y="24510"/>
                  <a:pt x="11146" y="31072"/>
                </a:cubicBezTo>
                <a:lnTo>
                  <a:pt x="11146" y="69323"/>
                </a:lnTo>
                <a:lnTo>
                  <a:pt x="0" y="69323"/>
                </a:lnTo>
                <a:lnTo>
                  <a:pt x="0" y="1609"/>
                </a:lnTo>
                <a:lnTo>
                  <a:pt x="11146" y="1609"/>
                </a:lnTo>
                <a:lnTo>
                  <a:pt x="11146" y="12131"/>
                </a:lnTo>
                <a:cubicBezTo>
                  <a:pt x="13747" y="8170"/>
                  <a:pt x="16844" y="5075"/>
                  <a:pt x="20559" y="3095"/>
                </a:cubicBezTo>
                <a:cubicBezTo>
                  <a:pt x="24151" y="1114"/>
                  <a:pt x="28363" y="0"/>
                  <a:pt x="33069" y="0"/>
                </a:cubicBezTo>
                <a:cubicBezTo>
                  <a:pt x="40749" y="0"/>
                  <a:pt x="46694" y="2476"/>
                  <a:pt x="50658" y="7304"/>
                </a:cubicBezTo>
                <a:cubicBezTo>
                  <a:pt x="54621" y="12131"/>
                  <a:pt x="56727" y="19188"/>
                  <a:pt x="56727" y="284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3BE5B-01C2-4094-9046-2CB5E93F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309" y="4514668"/>
            <a:ext cx="62798" cy="70932"/>
          </a:xfrm>
          <a:custGeom xmlns:a="http://schemas.openxmlformats.org/drawingml/2006/main">
            <a:pathLst>
              <a:path w="62798" h="70932">
                <a:moveTo>
                  <a:pt x="62798" y="32681"/>
                </a:moveTo>
                <a:lnTo>
                  <a:pt x="62798" y="38128"/>
                </a:lnTo>
                <a:lnTo>
                  <a:pt x="11643" y="38128"/>
                </a:lnTo>
                <a:cubicBezTo>
                  <a:pt x="12138" y="45803"/>
                  <a:pt x="14368" y="51744"/>
                  <a:pt x="18579" y="55706"/>
                </a:cubicBezTo>
                <a:cubicBezTo>
                  <a:pt x="22667" y="59667"/>
                  <a:pt x="28364" y="61648"/>
                  <a:pt x="35796" y="61648"/>
                </a:cubicBezTo>
                <a:cubicBezTo>
                  <a:pt x="40007" y="61648"/>
                  <a:pt x="44218" y="61153"/>
                  <a:pt x="48182" y="60162"/>
                </a:cubicBezTo>
                <a:cubicBezTo>
                  <a:pt x="52146" y="59172"/>
                  <a:pt x="56233" y="57563"/>
                  <a:pt x="60197" y="55334"/>
                </a:cubicBezTo>
                <a:lnTo>
                  <a:pt x="60197" y="65857"/>
                </a:lnTo>
                <a:cubicBezTo>
                  <a:pt x="56233" y="67590"/>
                  <a:pt x="52146" y="68951"/>
                  <a:pt x="47934" y="69694"/>
                </a:cubicBezTo>
                <a:cubicBezTo>
                  <a:pt x="43723" y="70437"/>
                  <a:pt x="39388" y="70932"/>
                  <a:pt x="35177" y="70932"/>
                </a:cubicBezTo>
                <a:cubicBezTo>
                  <a:pt x="24277" y="70932"/>
                  <a:pt x="15730" y="67837"/>
                  <a:pt x="9413" y="61648"/>
                </a:cubicBezTo>
                <a:cubicBezTo>
                  <a:pt x="3097" y="55458"/>
                  <a:pt x="0" y="46917"/>
                  <a:pt x="0" y="36147"/>
                </a:cubicBezTo>
                <a:cubicBezTo>
                  <a:pt x="0" y="25129"/>
                  <a:pt x="2973" y="16340"/>
                  <a:pt x="8918" y="9779"/>
                </a:cubicBezTo>
                <a:cubicBezTo>
                  <a:pt x="14863" y="3342"/>
                  <a:pt x="23038" y="0"/>
                  <a:pt x="33195" y="0"/>
                </a:cubicBezTo>
                <a:cubicBezTo>
                  <a:pt x="42361" y="0"/>
                  <a:pt x="49545" y="2971"/>
                  <a:pt x="54871" y="8789"/>
                </a:cubicBezTo>
                <a:cubicBezTo>
                  <a:pt x="60073" y="14731"/>
                  <a:pt x="62798" y="22654"/>
                  <a:pt x="62798" y="32681"/>
                </a:cubicBezTo>
                <a:close/>
                <a:moveTo>
                  <a:pt x="51650" y="29462"/>
                </a:moveTo>
                <a:cubicBezTo>
                  <a:pt x="51526" y="23396"/>
                  <a:pt x="49792" y="18569"/>
                  <a:pt x="46572" y="14855"/>
                </a:cubicBezTo>
                <a:cubicBezTo>
                  <a:pt x="43228" y="11265"/>
                  <a:pt x="38769" y="9408"/>
                  <a:pt x="33319" y="9408"/>
                </a:cubicBezTo>
                <a:cubicBezTo>
                  <a:pt x="27126" y="9408"/>
                  <a:pt x="22171" y="11265"/>
                  <a:pt x="18455" y="14731"/>
                </a:cubicBezTo>
                <a:cubicBezTo>
                  <a:pt x="14739" y="18197"/>
                  <a:pt x="12510" y="23149"/>
                  <a:pt x="12015" y="29462"/>
                </a:cubicBezTo>
                <a:lnTo>
                  <a:pt x="51650" y="2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BEE7C-03C7-479D-8086-AEF429F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695" y="4727381"/>
            <a:ext cx="247721" cy="10"/>
          </a:xfrm>
          <a:custGeom xmlns:a="http://schemas.openxmlformats.org/drawingml/2006/main">
            <a:pathLst>
              <a:path w="247721" h="1" fill="none">
                <a:moveTo>
                  <a:pt x="0" y="0"/>
                </a:moveTo>
                <a:lnTo>
                  <a:pt x="123860" y="0"/>
                </a:lnTo>
                <a:lnTo>
                  <a:pt x="247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 cap="sq">
            <a:solidFill>
              <a:srgbClr val="4C72B0">
                <a:alpha val="50000"/>
              </a:srgbClr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25CEA-5865-4B2A-BA74-FFB6CDA6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679" y="4671763"/>
            <a:ext cx="63539" cy="93462"/>
          </a:xfrm>
          <a:custGeom xmlns:a="http://schemas.openxmlformats.org/drawingml/2006/main">
            <a:pathLst>
              <a:path w="63539" h="93462">
                <a:moveTo>
                  <a:pt x="58089" y="4580"/>
                </a:moveTo>
                <a:lnTo>
                  <a:pt x="58089" y="16464"/>
                </a:lnTo>
                <a:cubicBezTo>
                  <a:pt x="53383" y="14236"/>
                  <a:pt x="49048" y="12627"/>
                  <a:pt x="44960" y="11513"/>
                </a:cubicBezTo>
                <a:cubicBezTo>
                  <a:pt x="40749" y="10522"/>
                  <a:pt x="36785" y="9903"/>
                  <a:pt x="33069" y="9903"/>
                </a:cubicBezTo>
                <a:cubicBezTo>
                  <a:pt x="26382" y="9903"/>
                  <a:pt x="21180" y="11265"/>
                  <a:pt x="17588" y="13741"/>
                </a:cubicBezTo>
                <a:cubicBezTo>
                  <a:pt x="13996" y="16340"/>
                  <a:pt x="12262" y="20054"/>
                  <a:pt x="12262" y="24758"/>
                </a:cubicBezTo>
                <a:cubicBezTo>
                  <a:pt x="12262" y="28719"/>
                  <a:pt x="13377" y="31814"/>
                  <a:pt x="15854" y="33795"/>
                </a:cubicBezTo>
                <a:cubicBezTo>
                  <a:pt x="18208" y="35899"/>
                  <a:pt x="22790" y="37509"/>
                  <a:pt x="29477" y="38747"/>
                </a:cubicBezTo>
                <a:lnTo>
                  <a:pt x="36909" y="40232"/>
                </a:lnTo>
                <a:cubicBezTo>
                  <a:pt x="45951" y="41965"/>
                  <a:pt x="52640" y="45060"/>
                  <a:pt x="56975" y="49392"/>
                </a:cubicBezTo>
                <a:cubicBezTo>
                  <a:pt x="61310" y="53849"/>
                  <a:pt x="63539" y="59667"/>
                  <a:pt x="63539" y="66971"/>
                </a:cubicBezTo>
                <a:cubicBezTo>
                  <a:pt x="63539" y="75760"/>
                  <a:pt x="60567" y="82321"/>
                  <a:pt x="54745" y="86777"/>
                </a:cubicBezTo>
                <a:cubicBezTo>
                  <a:pt x="48800" y="91234"/>
                  <a:pt x="40253" y="93462"/>
                  <a:pt x="28982" y="93462"/>
                </a:cubicBezTo>
                <a:cubicBezTo>
                  <a:pt x="24648" y="93462"/>
                  <a:pt x="20066" y="92967"/>
                  <a:pt x="15235" y="92100"/>
                </a:cubicBezTo>
                <a:cubicBezTo>
                  <a:pt x="10404" y="91234"/>
                  <a:pt x="5450" y="89872"/>
                  <a:pt x="372" y="87891"/>
                </a:cubicBezTo>
                <a:lnTo>
                  <a:pt x="372" y="75265"/>
                </a:lnTo>
                <a:cubicBezTo>
                  <a:pt x="5326" y="78112"/>
                  <a:pt x="10157" y="80216"/>
                  <a:pt x="14863" y="81578"/>
                </a:cubicBezTo>
                <a:cubicBezTo>
                  <a:pt x="19570" y="83063"/>
                  <a:pt x="24277" y="83682"/>
                  <a:pt x="28982" y="83682"/>
                </a:cubicBezTo>
                <a:cubicBezTo>
                  <a:pt x="35918" y="83682"/>
                  <a:pt x="41244" y="82321"/>
                  <a:pt x="45084" y="79597"/>
                </a:cubicBezTo>
                <a:cubicBezTo>
                  <a:pt x="48800" y="76874"/>
                  <a:pt x="50782" y="73036"/>
                  <a:pt x="50782" y="67837"/>
                </a:cubicBezTo>
                <a:cubicBezTo>
                  <a:pt x="50782" y="63381"/>
                  <a:pt x="49419" y="59915"/>
                  <a:pt x="46694" y="57439"/>
                </a:cubicBezTo>
                <a:cubicBezTo>
                  <a:pt x="43969" y="54963"/>
                  <a:pt x="39510" y="53106"/>
                  <a:pt x="33317" y="51868"/>
                </a:cubicBezTo>
                <a:lnTo>
                  <a:pt x="25887" y="50383"/>
                </a:lnTo>
                <a:cubicBezTo>
                  <a:pt x="16721" y="48650"/>
                  <a:pt x="10157" y="45803"/>
                  <a:pt x="6069" y="41841"/>
                </a:cubicBezTo>
                <a:cubicBezTo>
                  <a:pt x="1982" y="38004"/>
                  <a:pt x="0" y="32681"/>
                  <a:pt x="0" y="25748"/>
                </a:cubicBezTo>
                <a:cubicBezTo>
                  <a:pt x="0" y="17826"/>
                  <a:pt x="2725" y="11513"/>
                  <a:pt x="8423" y="6932"/>
                </a:cubicBezTo>
                <a:cubicBezTo>
                  <a:pt x="13996" y="2352"/>
                  <a:pt x="21800" y="0"/>
                  <a:pt x="31707" y="0"/>
                </a:cubicBezTo>
                <a:cubicBezTo>
                  <a:pt x="35918" y="0"/>
                  <a:pt x="40130" y="371"/>
                  <a:pt x="44589" y="1114"/>
                </a:cubicBezTo>
                <a:cubicBezTo>
                  <a:pt x="48924" y="1857"/>
                  <a:pt x="53383" y="3095"/>
                  <a:pt x="58089" y="45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9B39A-D107-4A47-953E-B6CE6BFA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64" y="4673373"/>
            <a:ext cx="75927" cy="90243"/>
          </a:xfrm>
          <a:custGeom xmlns:a="http://schemas.openxmlformats.org/drawingml/2006/main">
            <a:pathLst>
              <a:path w="75927" h="90243">
                <a:moveTo>
                  <a:pt x="12262" y="10027"/>
                </a:moveTo>
                <a:lnTo>
                  <a:pt x="12262" y="80216"/>
                </a:lnTo>
                <a:lnTo>
                  <a:pt x="27002" y="80216"/>
                </a:lnTo>
                <a:cubicBezTo>
                  <a:pt x="39388" y="80216"/>
                  <a:pt x="48554" y="77493"/>
                  <a:pt x="54375" y="71798"/>
                </a:cubicBezTo>
                <a:cubicBezTo>
                  <a:pt x="60073" y="66104"/>
                  <a:pt x="63045" y="57191"/>
                  <a:pt x="63045" y="45060"/>
                </a:cubicBezTo>
                <a:cubicBezTo>
                  <a:pt x="63045" y="32928"/>
                  <a:pt x="60073" y="24139"/>
                  <a:pt x="54375" y="18445"/>
                </a:cubicBezTo>
                <a:cubicBezTo>
                  <a:pt x="48554" y="12874"/>
                  <a:pt x="39388" y="10027"/>
                  <a:pt x="27002" y="10027"/>
                </a:cubicBezTo>
                <a:lnTo>
                  <a:pt x="12262" y="10027"/>
                </a:lnTo>
                <a:close/>
                <a:moveTo>
                  <a:pt x="0" y="0"/>
                </a:moveTo>
                <a:lnTo>
                  <a:pt x="25144" y="0"/>
                </a:lnTo>
                <a:cubicBezTo>
                  <a:pt x="42608" y="0"/>
                  <a:pt x="55490" y="3714"/>
                  <a:pt x="63665" y="10894"/>
                </a:cubicBezTo>
                <a:cubicBezTo>
                  <a:pt x="71840" y="18197"/>
                  <a:pt x="75927" y="29586"/>
                  <a:pt x="75927" y="45060"/>
                </a:cubicBezTo>
                <a:cubicBezTo>
                  <a:pt x="75927" y="60657"/>
                  <a:pt x="71716" y="72046"/>
                  <a:pt x="63541" y="79350"/>
                </a:cubicBezTo>
                <a:cubicBezTo>
                  <a:pt x="55366" y="86653"/>
                  <a:pt x="42484" y="90243"/>
                  <a:pt x="25144" y="90243"/>
                </a:cubicBezTo>
                <a:lnTo>
                  <a:pt x="0" y="902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F40A6-7C2E-4A4E-B6C3-06B365C5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639" y="4673373"/>
            <a:ext cx="58339" cy="90243"/>
          </a:xfrm>
          <a:custGeom xmlns:a="http://schemas.openxmlformats.org/drawingml/2006/main">
            <a:pathLst>
              <a:path w="58339" h="90243">
                <a:moveTo>
                  <a:pt x="12262" y="10027"/>
                </a:moveTo>
                <a:lnTo>
                  <a:pt x="12262" y="43946"/>
                </a:lnTo>
                <a:lnTo>
                  <a:pt x="27621" y="43946"/>
                </a:lnTo>
                <a:cubicBezTo>
                  <a:pt x="33319" y="43946"/>
                  <a:pt x="37654" y="42584"/>
                  <a:pt x="40750" y="39613"/>
                </a:cubicBezTo>
                <a:cubicBezTo>
                  <a:pt x="43847" y="36642"/>
                  <a:pt x="45457" y="32433"/>
                  <a:pt x="45457" y="26986"/>
                </a:cubicBezTo>
                <a:cubicBezTo>
                  <a:pt x="45457" y="21540"/>
                  <a:pt x="43847" y="17454"/>
                  <a:pt x="40750" y="14483"/>
                </a:cubicBezTo>
                <a:cubicBezTo>
                  <a:pt x="37654" y="11513"/>
                  <a:pt x="33319" y="10027"/>
                  <a:pt x="27621" y="10027"/>
                </a:cubicBezTo>
                <a:lnTo>
                  <a:pt x="12262" y="10027"/>
                </a:lnTo>
                <a:close/>
                <a:moveTo>
                  <a:pt x="0" y="0"/>
                </a:moveTo>
                <a:lnTo>
                  <a:pt x="27621" y="0"/>
                </a:lnTo>
                <a:cubicBezTo>
                  <a:pt x="37654" y="0"/>
                  <a:pt x="45333" y="2352"/>
                  <a:pt x="50535" y="6932"/>
                </a:cubicBezTo>
                <a:cubicBezTo>
                  <a:pt x="55738" y="11513"/>
                  <a:pt x="58339" y="18197"/>
                  <a:pt x="58339" y="26986"/>
                </a:cubicBezTo>
                <a:cubicBezTo>
                  <a:pt x="58339" y="35899"/>
                  <a:pt x="55738" y="42708"/>
                  <a:pt x="50535" y="47164"/>
                </a:cubicBezTo>
                <a:cubicBezTo>
                  <a:pt x="45333" y="51744"/>
                  <a:pt x="37654" y="53973"/>
                  <a:pt x="27621" y="53973"/>
                </a:cubicBezTo>
                <a:lnTo>
                  <a:pt x="12262" y="53973"/>
                </a:lnTo>
                <a:lnTo>
                  <a:pt x="12262" y="90243"/>
                </a:lnTo>
                <a:lnTo>
                  <a:pt x="0" y="902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BC306-8A42-45F8-A766-4E27F602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183" y="4673373"/>
            <a:ext cx="82738" cy="90243"/>
          </a:xfrm>
          <a:custGeom xmlns:a="http://schemas.openxmlformats.org/drawingml/2006/main">
            <a:pathLst>
              <a:path w="82738" h="90243">
                <a:moveTo>
                  <a:pt x="41370" y="12008"/>
                </a:moveTo>
                <a:lnTo>
                  <a:pt x="24772" y="56944"/>
                </a:lnTo>
                <a:lnTo>
                  <a:pt x="57967" y="56944"/>
                </a:lnTo>
                <a:lnTo>
                  <a:pt x="41370" y="12008"/>
                </a:lnTo>
                <a:close/>
                <a:moveTo>
                  <a:pt x="34433" y="0"/>
                </a:moveTo>
                <a:lnTo>
                  <a:pt x="48306" y="0"/>
                </a:lnTo>
                <a:lnTo>
                  <a:pt x="82738" y="90243"/>
                </a:lnTo>
                <a:lnTo>
                  <a:pt x="69982" y="90243"/>
                </a:lnTo>
                <a:lnTo>
                  <a:pt x="61807" y="67094"/>
                </a:lnTo>
                <a:lnTo>
                  <a:pt x="21056" y="67094"/>
                </a:lnTo>
                <a:lnTo>
                  <a:pt x="12882" y="90243"/>
                </a:lnTo>
                <a:lnTo>
                  <a:pt x="0" y="90243"/>
                </a:lnTo>
                <a:lnTo>
                  <a:pt x="344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02A86-0BF6-4E0A-9611-EDF6FB4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106" y="4694293"/>
            <a:ext cx="62178" cy="70932"/>
          </a:xfrm>
          <a:custGeom xmlns:a="http://schemas.openxmlformats.org/drawingml/2006/main">
            <a:pathLst>
              <a:path w="62178" h="70932">
                <a:moveTo>
                  <a:pt x="31089" y="9408"/>
                </a:moveTo>
                <a:cubicBezTo>
                  <a:pt x="25144" y="9408"/>
                  <a:pt x="20437" y="11760"/>
                  <a:pt x="16969" y="16464"/>
                </a:cubicBezTo>
                <a:cubicBezTo>
                  <a:pt x="13501" y="21168"/>
                  <a:pt x="11767" y="27481"/>
                  <a:pt x="11767" y="35528"/>
                </a:cubicBezTo>
                <a:cubicBezTo>
                  <a:pt x="11767" y="43698"/>
                  <a:pt x="13377" y="50011"/>
                  <a:pt x="16845" y="54715"/>
                </a:cubicBezTo>
                <a:cubicBezTo>
                  <a:pt x="20313" y="59419"/>
                  <a:pt x="25020" y="61648"/>
                  <a:pt x="31089" y="61648"/>
                </a:cubicBezTo>
                <a:cubicBezTo>
                  <a:pt x="37035" y="61648"/>
                  <a:pt x="41741" y="59419"/>
                  <a:pt x="45209" y="54715"/>
                </a:cubicBezTo>
                <a:cubicBezTo>
                  <a:pt x="48677" y="50011"/>
                  <a:pt x="50412" y="43698"/>
                  <a:pt x="50412" y="35528"/>
                </a:cubicBezTo>
                <a:cubicBezTo>
                  <a:pt x="50412" y="27605"/>
                  <a:pt x="48677" y="21168"/>
                  <a:pt x="45209" y="16464"/>
                </a:cubicBezTo>
                <a:cubicBezTo>
                  <a:pt x="41741" y="11760"/>
                  <a:pt x="37035" y="9408"/>
                  <a:pt x="31089" y="9408"/>
                </a:cubicBezTo>
                <a:close/>
                <a:moveTo>
                  <a:pt x="31089" y="0"/>
                </a:moveTo>
                <a:cubicBezTo>
                  <a:pt x="40750" y="0"/>
                  <a:pt x="48306" y="3219"/>
                  <a:pt x="53880" y="9408"/>
                </a:cubicBezTo>
                <a:cubicBezTo>
                  <a:pt x="59330" y="15721"/>
                  <a:pt x="62178" y="24387"/>
                  <a:pt x="62178" y="35528"/>
                </a:cubicBezTo>
                <a:cubicBezTo>
                  <a:pt x="62178" y="46669"/>
                  <a:pt x="59330" y="55334"/>
                  <a:pt x="53880" y="61524"/>
                </a:cubicBezTo>
                <a:cubicBezTo>
                  <a:pt x="48306" y="67837"/>
                  <a:pt x="40750" y="70932"/>
                  <a:pt x="31089" y="70932"/>
                </a:cubicBezTo>
                <a:cubicBezTo>
                  <a:pt x="21304" y="70932"/>
                  <a:pt x="13625" y="67837"/>
                  <a:pt x="8175" y="61524"/>
                </a:cubicBezTo>
                <a:cubicBezTo>
                  <a:pt x="2725" y="55334"/>
                  <a:pt x="0" y="46669"/>
                  <a:pt x="0" y="35528"/>
                </a:cubicBezTo>
                <a:cubicBezTo>
                  <a:pt x="0" y="24387"/>
                  <a:pt x="2725" y="15721"/>
                  <a:pt x="8175" y="9408"/>
                </a:cubicBezTo>
                <a:cubicBezTo>
                  <a:pt x="13625" y="3219"/>
                  <a:pt x="21304" y="0"/>
                  <a:pt x="3108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4C7D7-8154-4714-A54C-2E710FB4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602" y="4694293"/>
            <a:ext cx="56727" cy="70932"/>
          </a:xfrm>
          <a:custGeom xmlns:a="http://schemas.openxmlformats.org/drawingml/2006/main">
            <a:pathLst>
              <a:path w="56727" h="70932">
                <a:moveTo>
                  <a:pt x="0" y="42584"/>
                </a:moveTo>
                <a:lnTo>
                  <a:pt x="0" y="1609"/>
                </a:lnTo>
                <a:lnTo>
                  <a:pt x="11148" y="1609"/>
                </a:lnTo>
                <a:lnTo>
                  <a:pt x="11148" y="42213"/>
                </a:lnTo>
                <a:cubicBezTo>
                  <a:pt x="11148" y="48650"/>
                  <a:pt x="12386" y="53354"/>
                  <a:pt x="14863" y="56572"/>
                </a:cubicBezTo>
                <a:cubicBezTo>
                  <a:pt x="17341" y="59791"/>
                  <a:pt x="21056" y="61400"/>
                  <a:pt x="26135" y="61400"/>
                </a:cubicBezTo>
                <a:cubicBezTo>
                  <a:pt x="32080" y="61400"/>
                  <a:pt x="36911" y="59543"/>
                  <a:pt x="40379" y="55706"/>
                </a:cubicBezTo>
                <a:cubicBezTo>
                  <a:pt x="43847" y="51868"/>
                  <a:pt x="45581" y="46669"/>
                  <a:pt x="45581" y="39984"/>
                </a:cubicBezTo>
                <a:lnTo>
                  <a:pt x="45581" y="1609"/>
                </a:lnTo>
                <a:lnTo>
                  <a:pt x="56727" y="1609"/>
                </a:lnTo>
                <a:lnTo>
                  <a:pt x="56727" y="69323"/>
                </a:lnTo>
                <a:lnTo>
                  <a:pt x="45581" y="69323"/>
                </a:lnTo>
                <a:lnTo>
                  <a:pt x="45581" y="58924"/>
                </a:lnTo>
                <a:cubicBezTo>
                  <a:pt x="42856" y="63133"/>
                  <a:pt x="39636" y="66104"/>
                  <a:pt x="36167" y="68085"/>
                </a:cubicBezTo>
                <a:cubicBezTo>
                  <a:pt x="32576" y="69942"/>
                  <a:pt x="28488" y="70932"/>
                  <a:pt x="23781" y="70932"/>
                </a:cubicBezTo>
                <a:cubicBezTo>
                  <a:pt x="15978" y="70932"/>
                  <a:pt x="10033" y="68580"/>
                  <a:pt x="6069" y="63752"/>
                </a:cubicBezTo>
                <a:cubicBezTo>
                  <a:pt x="1982" y="59048"/>
                  <a:pt x="0" y="51992"/>
                  <a:pt x="0" y="42584"/>
                </a:cubicBezTo>
                <a:close/>
                <a:moveTo>
                  <a:pt x="27993" y="0"/>
                </a:moveTo>
                <a:lnTo>
                  <a:pt x="27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1097D-7B56-4CB8-8FA3-DCA7551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919" y="4676715"/>
            <a:ext cx="42237" cy="86901"/>
          </a:xfrm>
          <a:custGeom xmlns:a="http://schemas.openxmlformats.org/drawingml/2006/main">
            <a:pathLst>
              <a:path w="42237" h="86901">
                <a:moveTo>
                  <a:pt x="19322" y="0"/>
                </a:moveTo>
                <a:lnTo>
                  <a:pt x="19322" y="19187"/>
                </a:lnTo>
                <a:lnTo>
                  <a:pt x="42237" y="19187"/>
                </a:lnTo>
                <a:lnTo>
                  <a:pt x="42237" y="27853"/>
                </a:lnTo>
                <a:lnTo>
                  <a:pt x="19322" y="27853"/>
                </a:lnTo>
                <a:lnTo>
                  <a:pt x="19322" y="64619"/>
                </a:lnTo>
                <a:cubicBezTo>
                  <a:pt x="19322" y="70189"/>
                  <a:pt x="20066" y="73779"/>
                  <a:pt x="21552" y="75265"/>
                </a:cubicBezTo>
                <a:cubicBezTo>
                  <a:pt x="23038" y="76874"/>
                  <a:pt x="26135" y="77617"/>
                  <a:pt x="30841" y="77617"/>
                </a:cubicBezTo>
                <a:lnTo>
                  <a:pt x="42237" y="77617"/>
                </a:lnTo>
                <a:lnTo>
                  <a:pt x="42237" y="86901"/>
                </a:lnTo>
                <a:lnTo>
                  <a:pt x="30841" y="86901"/>
                </a:lnTo>
                <a:cubicBezTo>
                  <a:pt x="22171" y="86901"/>
                  <a:pt x="16226" y="85292"/>
                  <a:pt x="13005" y="82073"/>
                </a:cubicBezTo>
                <a:cubicBezTo>
                  <a:pt x="9785" y="78854"/>
                  <a:pt x="8175" y="73036"/>
                  <a:pt x="8175" y="64619"/>
                </a:cubicBezTo>
                <a:lnTo>
                  <a:pt x="8175" y="27853"/>
                </a:lnTo>
                <a:lnTo>
                  <a:pt x="0" y="27853"/>
                </a:lnTo>
                <a:lnTo>
                  <a:pt x="0" y="19187"/>
                </a:lnTo>
                <a:lnTo>
                  <a:pt x="8175" y="19187"/>
                </a:lnTo>
                <a:lnTo>
                  <a:pt x="8175" y="0"/>
                </a:lnTo>
                <a:lnTo>
                  <a:pt x="19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A8E47-4A8B-425F-BB4E-495C02C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410" y="4694293"/>
            <a:ext cx="60568" cy="94947"/>
          </a:xfrm>
          <a:custGeom xmlns:a="http://schemas.openxmlformats.org/drawingml/2006/main">
            <a:pathLst>
              <a:path w="60568" h="94947">
                <a:moveTo>
                  <a:pt x="11148" y="59172"/>
                </a:moveTo>
                <a:lnTo>
                  <a:pt x="11148" y="94947"/>
                </a:lnTo>
                <a:lnTo>
                  <a:pt x="0" y="94947"/>
                </a:lnTo>
                <a:lnTo>
                  <a:pt x="0" y="1609"/>
                </a:lnTo>
                <a:lnTo>
                  <a:pt x="11148" y="1609"/>
                </a:lnTo>
                <a:lnTo>
                  <a:pt x="11148" y="11884"/>
                </a:lnTo>
                <a:cubicBezTo>
                  <a:pt x="13377" y="7923"/>
                  <a:pt x="16350" y="4952"/>
                  <a:pt x="19942" y="2971"/>
                </a:cubicBezTo>
                <a:cubicBezTo>
                  <a:pt x="23534" y="990"/>
                  <a:pt x="27869" y="0"/>
                  <a:pt x="32823" y="0"/>
                </a:cubicBezTo>
                <a:cubicBezTo>
                  <a:pt x="40998" y="0"/>
                  <a:pt x="47687" y="3342"/>
                  <a:pt x="52889" y="9779"/>
                </a:cubicBezTo>
                <a:cubicBezTo>
                  <a:pt x="57967" y="16340"/>
                  <a:pt x="60568" y="24882"/>
                  <a:pt x="60568" y="35528"/>
                </a:cubicBezTo>
                <a:cubicBezTo>
                  <a:pt x="60568" y="46174"/>
                  <a:pt x="57967" y="54839"/>
                  <a:pt x="52889" y="61276"/>
                </a:cubicBezTo>
                <a:cubicBezTo>
                  <a:pt x="47687" y="67713"/>
                  <a:pt x="40998" y="70932"/>
                  <a:pt x="32823" y="70932"/>
                </a:cubicBezTo>
                <a:cubicBezTo>
                  <a:pt x="27869" y="70932"/>
                  <a:pt x="23534" y="69942"/>
                  <a:pt x="19942" y="68085"/>
                </a:cubicBezTo>
                <a:cubicBezTo>
                  <a:pt x="16350" y="66228"/>
                  <a:pt x="13377" y="63257"/>
                  <a:pt x="11148" y="59172"/>
                </a:cubicBezTo>
                <a:close/>
                <a:moveTo>
                  <a:pt x="49049" y="35528"/>
                </a:moveTo>
                <a:cubicBezTo>
                  <a:pt x="49049" y="27358"/>
                  <a:pt x="47315" y="21044"/>
                  <a:pt x="43971" y="16340"/>
                </a:cubicBezTo>
                <a:cubicBezTo>
                  <a:pt x="40503" y="11636"/>
                  <a:pt x="35920" y="9284"/>
                  <a:pt x="30098" y="9284"/>
                </a:cubicBezTo>
                <a:cubicBezTo>
                  <a:pt x="24153" y="9284"/>
                  <a:pt x="19570" y="11636"/>
                  <a:pt x="16226" y="16340"/>
                </a:cubicBezTo>
                <a:cubicBezTo>
                  <a:pt x="12758" y="21044"/>
                  <a:pt x="11148" y="27358"/>
                  <a:pt x="11148" y="35528"/>
                </a:cubicBezTo>
                <a:cubicBezTo>
                  <a:pt x="11148" y="43698"/>
                  <a:pt x="12758" y="50135"/>
                  <a:pt x="16226" y="54839"/>
                </a:cubicBezTo>
                <a:cubicBezTo>
                  <a:pt x="19570" y="59543"/>
                  <a:pt x="24153" y="61771"/>
                  <a:pt x="30098" y="61771"/>
                </a:cubicBezTo>
                <a:cubicBezTo>
                  <a:pt x="35920" y="61771"/>
                  <a:pt x="40503" y="59543"/>
                  <a:pt x="43971" y="54839"/>
                </a:cubicBezTo>
                <a:cubicBezTo>
                  <a:pt x="47315" y="50135"/>
                  <a:pt x="49049" y="43698"/>
                  <a:pt x="49049" y="35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B8585-EAAE-410A-B63A-7A44D43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289" y="4694293"/>
            <a:ext cx="56728" cy="70932"/>
          </a:xfrm>
          <a:custGeom xmlns:a="http://schemas.openxmlformats.org/drawingml/2006/main">
            <a:pathLst>
              <a:path w="56728" h="70932">
                <a:moveTo>
                  <a:pt x="0" y="42584"/>
                </a:moveTo>
                <a:lnTo>
                  <a:pt x="0" y="1609"/>
                </a:lnTo>
                <a:lnTo>
                  <a:pt x="11148" y="1609"/>
                </a:lnTo>
                <a:lnTo>
                  <a:pt x="11148" y="42213"/>
                </a:lnTo>
                <a:cubicBezTo>
                  <a:pt x="11148" y="48650"/>
                  <a:pt x="12386" y="53354"/>
                  <a:pt x="14863" y="56572"/>
                </a:cubicBezTo>
                <a:cubicBezTo>
                  <a:pt x="17341" y="59791"/>
                  <a:pt x="21056" y="61400"/>
                  <a:pt x="26135" y="61400"/>
                </a:cubicBezTo>
                <a:cubicBezTo>
                  <a:pt x="32080" y="61400"/>
                  <a:pt x="36911" y="59543"/>
                  <a:pt x="40379" y="55706"/>
                </a:cubicBezTo>
                <a:cubicBezTo>
                  <a:pt x="43847" y="51868"/>
                  <a:pt x="45581" y="46669"/>
                  <a:pt x="45581" y="39984"/>
                </a:cubicBezTo>
                <a:lnTo>
                  <a:pt x="45581" y="1609"/>
                </a:lnTo>
                <a:lnTo>
                  <a:pt x="56728" y="1609"/>
                </a:lnTo>
                <a:lnTo>
                  <a:pt x="56728" y="69323"/>
                </a:lnTo>
                <a:lnTo>
                  <a:pt x="45581" y="69323"/>
                </a:lnTo>
                <a:lnTo>
                  <a:pt x="45581" y="58924"/>
                </a:lnTo>
                <a:cubicBezTo>
                  <a:pt x="42856" y="63133"/>
                  <a:pt x="39636" y="66104"/>
                  <a:pt x="36167" y="68085"/>
                </a:cubicBezTo>
                <a:cubicBezTo>
                  <a:pt x="32576" y="69942"/>
                  <a:pt x="28488" y="70932"/>
                  <a:pt x="23781" y="70932"/>
                </a:cubicBezTo>
                <a:cubicBezTo>
                  <a:pt x="15978" y="70932"/>
                  <a:pt x="10033" y="68580"/>
                  <a:pt x="6069" y="63752"/>
                </a:cubicBezTo>
                <a:cubicBezTo>
                  <a:pt x="1982" y="59048"/>
                  <a:pt x="0" y="51992"/>
                  <a:pt x="0" y="42584"/>
                </a:cubicBezTo>
                <a:close/>
                <a:moveTo>
                  <a:pt x="27993" y="0"/>
                </a:moveTo>
                <a:lnTo>
                  <a:pt x="279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D23E8-33B3-4E28-BB9C-F16D2F15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607" y="4676715"/>
            <a:ext cx="42237" cy="86901"/>
          </a:xfrm>
          <a:custGeom xmlns:a="http://schemas.openxmlformats.org/drawingml/2006/main">
            <a:pathLst>
              <a:path w="42237" h="86901">
                <a:moveTo>
                  <a:pt x="19322" y="0"/>
                </a:moveTo>
                <a:lnTo>
                  <a:pt x="19322" y="19187"/>
                </a:lnTo>
                <a:lnTo>
                  <a:pt x="42237" y="19187"/>
                </a:lnTo>
                <a:lnTo>
                  <a:pt x="42237" y="27853"/>
                </a:lnTo>
                <a:lnTo>
                  <a:pt x="19322" y="27853"/>
                </a:lnTo>
                <a:lnTo>
                  <a:pt x="19322" y="64619"/>
                </a:lnTo>
                <a:cubicBezTo>
                  <a:pt x="19322" y="70189"/>
                  <a:pt x="20066" y="73779"/>
                  <a:pt x="21552" y="75265"/>
                </a:cubicBezTo>
                <a:cubicBezTo>
                  <a:pt x="23038" y="76874"/>
                  <a:pt x="26135" y="77617"/>
                  <a:pt x="30841" y="77617"/>
                </a:cubicBezTo>
                <a:lnTo>
                  <a:pt x="42237" y="77617"/>
                </a:lnTo>
                <a:lnTo>
                  <a:pt x="42237" y="86901"/>
                </a:lnTo>
                <a:lnTo>
                  <a:pt x="30841" y="86901"/>
                </a:lnTo>
                <a:cubicBezTo>
                  <a:pt x="22171" y="86901"/>
                  <a:pt x="16226" y="85292"/>
                  <a:pt x="13005" y="82073"/>
                </a:cubicBezTo>
                <a:cubicBezTo>
                  <a:pt x="9785" y="78854"/>
                  <a:pt x="8175" y="73036"/>
                  <a:pt x="8175" y="64619"/>
                </a:cubicBezTo>
                <a:lnTo>
                  <a:pt x="8175" y="27853"/>
                </a:lnTo>
                <a:lnTo>
                  <a:pt x="0" y="27853"/>
                </a:lnTo>
                <a:lnTo>
                  <a:pt x="0" y="19187"/>
                </a:lnTo>
                <a:lnTo>
                  <a:pt x="8175" y="19187"/>
                </a:lnTo>
                <a:lnTo>
                  <a:pt x="8175" y="0"/>
                </a:lnTo>
                <a:lnTo>
                  <a:pt x="19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44D75-0D05-4E60-8EE9-37AC920D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011" y="4694293"/>
            <a:ext cx="60568" cy="94947"/>
          </a:xfrm>
          <a:custGeom xmlns:a="http://schemas.openxmlformats.org/drawingml/2006/main">
            <a:pathLst>
              <a:path w="60568" h="94947">
                <a:moveTo>
                  <a:pt x="49421" y="34661"/>
                </a:moveTo>
                <a:cubicBezTo>
                  <a:pt x="49421" y="26739"/>
                  <a:pt x="47687" y="20425"/>
                  <a:pt x="44466" y="15969"/>
                </a:cubicBezTo>
                <a:cubicBezTo>
                  <a:pt x="41122" y="11513"/>
                  <a:pt x="36415" y="9284"/>
                  <a:pt x="30470" y="9284"/>
                </a:cubicBezTo>
                <a:cubicBezTo>
                  <a:pt x="24525" y="9284"/>
                  <a:pt x="19818" y="11513"/>
                  <a:pt x="16474" y="15969"/>
                </a:cubicBezTo>
                <a:cubicBezTo>
                  <a:pt x="13129" y="20425"/>
                  <a:pt x="11519" y="26739"/>
                  <a:pt x="11519" y="34661"/>
                </a:cubicBezTo>
                <a:cubicBezTo>
                  <a:pt x="11519" y="42708"/>
                  <a:pt x="13129" y="48897"/>
                  <a:pt x="16474" y="53354"/>
                </a:cubicBezTo>
                <a:cubicBezTo>
                  <a:pt x="19818" y="57810"/>
                  <a:pt x="24525" y="60038"/>
                  <a:pt x="30470" y="60038"/>
                </a:cubicBezTo>
                <a:cubicBezTo>
                  <a:pt x="36415" y="60038"/>
                  <a:pt x="41122" y="57810"/>
                  <a:pt x="44466" y="53354"/>
                </a:cubicBezTo>
                <a:cubicBezTo>
                  <a:pt x="47687" y="48897"/>
                  <a:pt x="49421" y="42708"/>
                  <a:pt x="49421" y="34661"/>
                </a:cubicBezTo>
                <a:close/>
                <a:moveTo>
                  <a:pt x="60568" y="60905"/>
                </a:moveTo>
                <a:cubicBezTo>
                  <a:pt x="60568" y="72294"/>
                  <a:pt x="57967" y="80835"/>
                  <a:pt x="52889" y="86529"/>
                </a:cubicBezTo>
                <a:cubicBezTo>
                  <a:pt x="47687" y="92100"/>
                  <a:pt x="39883" y="94947"/>
                  <a:pt x="29355" y="94947"/>
                </a:cubicBezTo>
                <a:cubicBezTo>
                  <a:pt x="25392" y="94947"/>
                  <a:pt x="21800" y="94576"/>
                  <a:pt x="18331" y="94081"/>
                </a:cubicBezTo>
                <a:cubicBezTo>
                  <a:pt x="14863" y="93462"/>
                  <a:pt x="11395" y="92595"/>
                  <a:pt x="8175" y="91357"/>
                </a:cubicBezTo>
                <a:lnTo>
                  <a:pt x="8175" y="80588"/>
                </a:lnTo>
                <a:cubicBezTo>
                  <a:pt x="11395" y="82321"/>
                  <a:pt x="14616" y="83559"/>
                  <a:pt x="17836" y="84425"/>
                </a:cubicBezTo>
                <a:cubicBezTo>
                  <a:pt x="21056" y="85292"/>
                  <a:pt x="24277" y="85787"/>
                  <a:pt x="27621" y="85787"/>
                </a:cubicBezTo>
                <a:cubicBezTo>
                  <a:pt x="34805" y="85787"/>
                  <a:pt x="40255" y="83806"/>
                  <a:pt x="43971" y="80092"/>
                </a:cubicBezTo>
                <a:cubicBezTo>
                  <a:pt x="47563" y="76255"/>
                  <a:pt x="49421" y="70561"/>
                  <a:pt x="49421" y="62886"/>
                </a:cubicBezTo>
                <a:lnTo>
                  <a:pt x="49421" y="57439"/>
                </a:lnTo>
                <a:cubicBezTo>
                  <a:pt x="47067" y="61400"/>
                  <a:pt x="44095" y="64371"/>
                  <a:pt x="40503" y="66352"/>
                </a:cubicBezTo>
                <a:cubicBezTo>
                  <a:pt x="36911" y="68332"/>
                  <a:pt x="32699" y="69323"/>
                  <a:pt x="27745" y="69323"/>
                </a:cubicBezTo>
                <a:cubicBezTo>
                  <a:pt x="19322" y="69323"/>
                  <a:pt x="12634" y="66228"/>
                  <a:pt x="7556" y="59915"/>
                </a:cubicBezTo>
                <a:cubicBezTo>
                  <a:pt x="2477" y="53601"/>
                  <a:pt x="0" y="45184"/>
                  <a:pt x="0" y="34661"/>
                </a:cubicBezTo>
                <a:cubicBezTo>
                  <a:pt x="0" y="24263"/>
                  <a:pt x="2477" y="15845"/>
                  <a:pt x="7556" y="9532"/>
                </a:cubicBezTo>
                <a:cubicBezTo>
                  <a:pt x="12634" y="3219"/>
                  <a:pt x="19322" y="0"/>
                  <a:pt x="27745" y="0"/>
                </a:cubicBezTo>
                <a:cubicBezTo>
                  <a:pt x="32699" y="0"/>
                  <a:pt x="36911" y="990"/>
                  <a:pt x="40503" y="2971"/>
                </a:cubicBezTo>
                <a:cubicBezTo>
                  <a:pt x="44095" y="4952"/>
                  <a:pt x="47067" y="7923"/>
                  <a:pt x="49421" y="11884"/>
                </a:cubicBezTo>
                <a:lnTo>
                  <a:pt x="49421" y="1609"/>
                </a:lnTo>
                <a:lnTo>
                  <a:pt x="60568" y="1609"/>
                </a:lnTo>
                <a:lnTo>
                  <a:pt x="60568" y="609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94E34-A4B1-4F24-9C1E-68CE03F7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2252" y="4694293"/>
            <a:ext cx="57224" cy="70932"/>
          </a:xfrm>
          <a:custGeom xmlns:a="http://schemas.openxmlformats.org/drawingml/2006/main">
            <a:pathLst>
              <a:path w="57224" h="70932">
                <a:moveTo>
                  <a:pt x="35053" y="35280"/>
                </a:moveTo>
                <a:cubicBezTo>
                  <a:pt x="26011" y="35280"/>
                  <a:pt x="19818" y="36394"/>
                  <a:pt x="16350" y="38375"/>
                </a:cubicBezTo>
                <a:cubicBezTo>
                  <a:pt x="12882" y="40480"/>
                  <a:pt x="11148" y="43946"/>
                  <a:pt x="11148" y="48897"/>
                </a:cubicBezTo>
                <a:cubicBezTo>
                  <a:pt x="11148" y="52859"/>
                  <a:pt x="12386" y="56077"/>
                  <a:pt x="14987" y="58305"/>
                </a:cubicBezTo>
                <a:cubicBezTo>
                  <a:pt x="17588" y="60657"/>
                  <a:pt x="21180" y="61771"/>
                  <a:pt x="25639" y="61771"/>
                </a:cubicBezTo>
                <a:cubicBezTo>
                  <a:pt x="31832" y="61771"/>
                  <a:pt x="36787" y="59667"/>
                  <a:pt x="40503" y="55211"/>
                </a:cubicBezTo>
                <a:cubicBezTo>
                  <a:pt x="44218" y="50878"/>
                  <a:pt x="46076" y="45060"/>
                  <a:pt x="46076" y="37756"/>
                </a:cubicBezTo>
                <a:lnTo>
                  <a:pt x="46076" y="35280"/>
                </a:lnTo>
                <a:lnTo>
                  <a:pt x="35053" y="35280"/>
                </a:lnTo>
                <a:close/>
                <a:moveTo>
                  <a:pt x="57224" y="30700"/>
                </a:moveTo>
                <a:lnTo>
                  <a:pt x="57224" y="69323"/>
                </a:lnTo>
                <a:lnTo>
                  <a:pt x="46076" y="69323"/>
                </a:lnTo>
                <a:lnTo>
                  <a:pt x="46076" y="59048"/>
                </a:lnTo>
                <a:cubicBezTo>
                  <a:pt x="43475" y="63257"/>
                  <a:pt x="40255" y="66228"/>
                  <a:pt x="36539" y="68085"/>
                </a:cubicBezTo>
                <a:cubicBezTo>
                  <a:pt x="32823" y="69942"/>
                  <a:pt x="28117" y="70932"/>
                  <a:pt x="22667" y="70932"/>
                </a:cubicBezTo>
                <a:cubicBezTo>
                  <a:pt x="15730" y="70932"/>
                  <a:pt x="10157" y="69075"/>
                  <a:pt x="6069" y="65238"/>
                </a:cubicBezTo>
                <a:cubicBezTo>
                  <a:pt x="1982" y="61400"/>
                  <a:pt x="0" y="56201"/>
                  <a:pt x="0" y="49640"/>
                </a:cubicBezTo>
                <a:cubicBezTo>
                  <a:pt x="0" y="42089"/>
                  <a:pt x="2477" y="36394"/>
                  <a:pt x="7679" y="32433"/>
                </a:cubicBezTo>
                <a:cubicBezTo>
                  <a:pt x="12758" y="28596"/>
                  <a:pt x="20313" y="26615"/>
                  <a:pt x="30470" y="26615"/>
                </a:cubicBezTo>
                <a:lnTo>
                  <a:pt x="46076" y="26615"/>
                </a:lnTo>
                <a:lnTo>
                  <a:pt x="46076" y="25501"/>
                </a:lnTo>
                <a:cubicBezTo>
                  <a:pt x="46076" y="20425"/>
                  <a:pt x="44342" y="16464"/>
                  <a:pt x="40998" y="13617"/>
                </a:cubicBezTo>
                <a:cubicBezTo>
                  <a:pt x="37654" y="10894"/>
                  <a:pt x="32947" y="9408"/>
                  <a:pt x="26878" y="9408"/>
                </a:cubicBezTo>
                <a:cubicBezTo>
                  <a:pt x="22914" y="9408"/>
                  <a:pt x="19198" y="9903"/>
                  <a:pt x="15483" y="10894"/>
                </a:cubicBezTo>
                <a:cubicBezTo>
                  <a:pt x="11767" y="11884"/>
                  <a:pt x="8299" y="13246"/>
                  <a:pt x="4954" y="14979"/>
                </a:cubicBezTo>
                <a:lnTo>
                  <a:pt x="4954" y="4704"/>
                </a:lnTo>
                <a:cubicBezTo>
                  <a:pt x="8918" y="3219"/>
                  <a:pt x="12882" y="1981"/>
                  <a:pt x="16721" y="1238"/>
                </a:cubicBezTo>
                <a:cubicBezTo>
                  <a:pt x="20561" y="495"/>
                  <a:pt x="24277" y="0"/>
                  <a:pt x="27993" y="0"/>
                </a:cubicBezTo>
                <a:cubicBezTo>
                  <a:pt x="37778" y="0"/>
                  <a:pt x="45085" y="2600"/>
                  <a:pt x="49916" y="7675"/>
                </a:cubicBezTo>
                <a:cubicBezTo>
                  <a:pt x="54747" y="12750"/>
                  <a:pt x="57224" y="20425"/>
                  <a:pt x="57224" y="3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D2785-3418-4C67-AB55-F7062A90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4066" y="4676715"/>
            <a:ext cx="42237" cy="86901"/>
          </a:xfrm>
          <a:custGeom xmlns:a="http://schemas.openxmlformats.org/drawingml/2006/main">
            <a:pathLst>
              <a:path w="42237" h="86901">
                <a:moveTo>
                  <a:pt x="19322" y="0"/>
                </a:moveTo>
                <a:lnTo>
                  <a:pt x="19322" y="19187"/>
                </a:lnTo>
                <a:lnTo>
                  <a:pt x="42237" y="19187"/>
                </a:lnTo>
                <a:lnTo>
                  <a:pt x="42237" y="27853"/>
                </a:lnTo>
                <a:lnTo>
                  <a:pt x="19322" y="27853"/>
                </a:lnTo>
                <a:lnTo>
                  <a:pt x="19322" y="64619"/>
                </a:lnTo>
                <a:cubicBezTo>
                  <a:pt x="19322" y="70189"/>
                  <a:pt x="20066" y="73779"/>
                  <a:pt x="21552" y="75265"/>
                </a:cubicBezTo>
                <a:cubicBezTo>
                  <a:pt x="23038" y="76874"/>
                  <a:pt x="26135" y="77617"/>
                  <a:pt x="30841" y="77617"/>
                </a:cubicBezTo>
                <a:lnTo>
                  <a:pt x="42237" y="77617"/>
                </a:lnTo>
                <a:lnTo>
                  <a:pt x="42237" y="86901"/>
                </a:lnTo>
                <a:lnTo>
                  <a:pt x="30841" y="86901"/>
                </a:lnTo>
                <a:cubicBezTo>
                  <a:pt x="22171" y="86901"/>
                  <a:pt x="16226" y="85292"/>
                  <a:pt x="13005" y="82073"/>
                </a:cubicBezTo>
                <a:cubicBezTo>
                  <a:pt x="9785" y="78854"/>
                  <a:pt x="8175" y="73036"/>
                  <a:pt x="8175" y="64619"/>
                </a:cubicBezTo>
                <a:lnTo>
                  <a:pt x="8175" y="27853"/>
                </a:lnTo>
                <a:lnTo>
                  <a:pt x="0" y="27853"/>
                </a:lnTo>
                <a:lnTo>
                  <a:pt x="0" y="19187"/>
                </a:lnTo>
                <a:lnTo>
                  <a:pt x="8175" y="19187"/>
                </a:lnTo>
                <a:lnTo>
                  <a:pt x="8175" y="0"/>
                </a:lnTo>
                <a:lnTo>
                  <a:pt x="19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E4953-F278-4F7C-A910-9034CBE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098" y="4694293"/>
            <a:ext cx="62798" cy="70932"/>
          </a:xfrm>
          <a:custGeom xmlns:a="http://schemas.openxmlformats.org/drawingml/2006/main">
            <a:pathLst>
              <a:path w="62798" h="70932">
                <a:moveTo>
                  <a:pt x="62798" y="32681"/>
                </a:moveTo>
                <a:lnTo>
                  <a:pt x="62798" y="38128"/>
                </a:lnTo>
                <a:lnTo>
                  <a:pt x="11643" y="38128"/>
                </a:lnTo>
                <a:cubicBezTo>
                  <a:pt x="12138" y="45803"/>
                  <a:pt x="14368" y="51744"/>
                  <a:pt x="18579" y="55706"/>
                </a:cubicBezTo>
                <a:cubicBezTo>
                  <a:pt x="22667" y="59667"/>
                  <a:pt x="28364" y="61648"/>
                  <a:pt x="35796" y="61648"/>
                </a:cubicBezTo>
                <a:cubicBezTo>
                  <a:pt x="40007" y="61648"/>
                  <a:pt x="44218" y="61153"/>
                  <a:pt x="48182" y="60162"/>
                </a:cubicBezTo>
                <a:cubicBezTo>
                  <a:pt x="52146" y="59172"/>
                  <a:pt x="56233" y="57563"/>
                  <a:pt x="60197" y="55334"/>
                </a:cubicBezTo>
                <a:lnTo>
                  <a:pt x="60197" y="65857"/>
                </a:lnTo>
                <a:cubicBezTo>
                  <a:pt x="56233" y="67590"/>
                  <a:pt x="52146" y="68951"/>
                  <a:pt x="47934" y="69694"/>
                </a:cubicBezTo>
                <a:cubicBezTo>
                  <a:pt x="43723" y="70437"/>
                  <a:pt x="39388" y="70932"/>
                  <a:pt x="35177" y="70932"/>
                </a:cubicBezTo>
                <a:cubicBezTo>
                  <a:pt x="24277" y="70932"/>
                  <a:pt x="15730" y="67837"/>
                  <a:pt x="9413" y="61648"/>
                </a:cubicBezTo>
                <a:cubicBezTo>
                  <a:pt x="3097" y="55458"/>
                  <a:pt x="0" y="46917"/>
                  <a:pt x="0" y="36147"/>
                </a:cubicBezTo>
                <a:cubicBezTo>
                  <a:pt x="0" y="25129"/>
                  <a:pt x="2973" y="16340"/>
                  <a:pt x="8918" y="9779"/>
                </a:cubicBezTo>
                <a:cubicBezTo>
                  <a:pt x="14863" y="3342"/>
                  <a:pt x="23038" y="0"/>
                  <a:pt x="33195" y="0"/>
                </a:cubicBezTo>
                <a:cubicBezTo>
                  <a:pt x="42361" y="0"/>
                  <a:pt x="49545" y="2971"/>
                  <a:pt x="54871" y="8789"/>
                </a:cubicBezTo>
                <a:cubicBezTo>
                  <a:pt x="60073" y="14731"/>
                  <a:pt x="62798" y="22654"/>
                  <a:pt x="62798" y="32681"/>
                </a:cubicBezTo>
                <a:close/>
                <a:moveTo>
                  <a:pt x="51650" y="29462"/>
                </a:moveTo>
                <a:cubicBezTo>
                  <a:pt x="51526" y="23396"/>
                  <a:pt x="49792" y="18569"/>
                  <a:pt x="46572" y="14855"/>
                </a:cubicBezTo>
                <a:cubicBezTo>
                  <a:pt x="43228" y="11265"/>
                  <a:pt x="38769" y="9408"/>
                  <a:pt x="33319" y="9408"/>
                </a:cubicBezTo>
                <a:cubicBezTo>
                  <a:pt x="27126" y="9408"/>
                  <a:pt x="22171" y="11265"/>
                  <a:pt x="18455" y="14731"/>
                </a:cubicBezTo>
                <a:cubicBezTo>
                  <a:pt x="14739" y="18197"/>
                  <a:pt x="12510" y="23149"/>
                  <a:pt x="12015" y="29462"/>
                </a:cubicBezTo>
                <a:lnTo>
                  <a:pt x="51650" y="2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CE903-D396-4C73-A1B5-1FA499B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434" y="4671763"/>
            <a:ext cx="84226" cy="93462"/>
          </a:xfrm>
          <a:custGeom xmlns:a="http://schemas.openxmlformats.org/drawingml/2006/main">
            <a:pathLst>
              <a:path w="84226" h="93462">
                <a:moveTo>
                  <a:pt x="62054" y="78359"/>
                </a:moveTo>
                <a:lnTo>
                  <a:pt x="66761" y="54715"/>
                </a:lnTo>
                <a:lnTo>
                  <a:pt x="46696" y="54715"/>
                </a:lnTo>
                <a:lnTo>
                  <a:pt x="48554" y="44688"/>
                </a:lnTo>
                <a:lnTo>
                  <a:pt x="80634" y="44688"/>
                </a:lnTo>
                <a:lnTo>
                  <a:pt x="72830" y="84425"/>
                </a:lnTo>
                <a:cubicBezTo>
                  <a:pt x="67381" y="87396"/>
                  <a:pt x="61559" y="89748"/>
                  <a:pt x="55242" y="91234"/>
                </a:cubicBezTo>
                <a:cubicBezTo>
                  <a:pt x="48925" y="92719"/>
                  <a:pt x="42608" y="93462"/>
                  <a:pt x="36167" y="93462"/>
                </a:cubicBezTo>
                <a:cubicBezTo>
                  <a:pt x="24772" y="93462"/>
                  <a:pt x="15978" y="90367"/>
                  <a:pt x="9537" y="84178"/>
                </a:cubicBezTo>
                <a:cubicBezTo>
                  <a:pt x="3097" y="77988"/>
                  <a:pt x="0" y="69199"/>
                  <a:pt x="0" y="57934"/>
                </a:cubicBezTo>
                <a:cubicBezTo>
                  <a:pt x="0" y="48650"/>
                  <a:pt x="1858" y="39861"/>
                  <a:pt x="5821" y="31443"/>
                </a:cubicBezTo>
                <a:cubicBezTo>
                  <a:pt x="9661" y="23025"/>
                  <a:pt x="14987" y="16093"/>
                  <a:pt x="21923" y="10398"/>
                </a:cubicBezTo>
                <a:cubicBezTo>
                  <a:pt x="26135" y="6932"/>
                  <a:pt x="30841" y="4333"/>
                  <a:pt x="36044" y="2600"/>
                </a:cubicBezTo>
                <a:cubicBezTo>
                  <a:pt x="41122" y="867"/>
                  <a:pt x="46820" y="0"/>
                  <a:pt x="53136" y="0"/>
                </a:cubicBezTo>
                <a:cubicBezTo>
                  <a:pt x="58710" y="0"/>
                  <a:pt x="64160" y="743"/>
                  <a:pt x="69362" y="2104"/>
                </a:cubicBezTo>
                <a:cubicBezTo>
                  <a:pt x="74564" y="3590"/>
                  <a:pt x="79519" y="5694"/>
                  <a:pt x="84226" y="8542"/>
                </a:cubicBezTo>
                <a:lnTo>
                  <a:pt x="81748" y="21540"/>
                </a:lnTo>
                <a:cubicBezTo>
                  <a:pt x="78033" y="17826"/>
                  <a:pt x="73821" y="14855"/>
                  <a:pt x="68991" y="12874"/>
                </a:cubicBezTo>
                <a:cubicBezTo>
                  <a:pt x="64036" y="10894"/>
                  <a:pt x="58834" y="9903"/>
                  <a:pt x="53384" y="9903"/>
                </a:cubicBezTo>
                <a:cubicBezTo>
                  <a:pt x="46943" y="9903"/>
                  <a:pt x="41246" y="11141"/>
                  <a:pt x="36415" y="13617"/>
                </a:cubicBezTo>
                <a:cubicBezTo>
                  <a:pt x="31461" y="16093"/>
                  <a:pt x="27126" y="19806"/>
                  <a:pt x="23410" y="24882"/>
                </a:cubicBezTo>
                <a:cubicBezTo>
                  <a:pt x="20066" y="29338"/>
                  <a:pt x="17464" y="34414"/>
                  <a:pt x="15607" y="40356"/>
                </a:cubicBezTo>
                <a:cubicBezTo>
                  <a:pt x="13749" y="46298"/>
                  <a:pt x="12882" y="52240"/>
                  <a:pt x="12882" y="58305"/>
                </a:cubicBezTo>
                <a:cubicBezTo>
                  <a:pt x="12882" y="66723"/>
                  <a:pt x="14987" y="73160"/>
                  <a:pt x="19322" y="77369"/>
                </a:cubicBezTo>
                <a:cubicBezTo>
                  <a:pt x="23534" y="81578"/>
                  <a:pt x="29974" y="83682"/>
                  <a:pt x="38645" y="83682"/>
                </a:cubicBezTo>
                <a:cubicBezTo>
                  <a:pt x="42856" y="83682"/>
                  <a:pt x="47067" y="83311"/>
                  <a:pt x="51031" y="82321"/>
                </a:cubicBezTo>
                <a:cubicBezTo>
                  <a:pt x="54994" y="81454"/>
                  <a:pt x="58586" y="80092"/>
                  <a:pt x="62054" y="783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13684-5E1E-43E6-A489-CE26494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378" y="4720755"/>
            <a:ext cx="37628" cy="63170"/>
          </a:xfrm>
          <a:custGeom xmlns:a="http://schemas.openxmlformats.org/drawingml/2006/main">
            <a:pathLst>
              <a:path w="37628" h="63170">
                <a:moveTo>
                  <a:pt x="1213" y="55978"/>
                </a:moveTo>
                <a:lnTo>
                  <a:pt x="15171" y="55978"/>
                </a:lnTo>
                <a:lnTo>
                  <a:pt x="15171" y="7799"/>
                </a:lnTo>
                <a:lnTo>
                  <a:pt x="0" y="10832"/>
                </a:lnTo>
                <a:lnTo>
                  <a:pt x="0" y="3033"/>
                </a:lnTo>
                <a:lnTo>
                  <a:pt x="15085" y="0"/>
                </a:lnTo>
                <a:lnTo>
                  <a:pt x="23670" y="0"/>
                </a:lnTo>
                <a:lnTo>
                  <a:pt x="23670" y="55978"/>
                </a:lnTo>
                <a:lnTo>
                  <a:pt x="37628" y="55978"/>
                </a:lnTo>
                <a:lnTo>
                  <a:pt x="37628" y="63170"/>
                </a:lnTo>
                <a:lnTo>
                  <a:pt x="1213" y="63170"/>
                </a:lnTo>
                <a:lnTo>
                  <a:pt x="1213" y="55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0100B-2595-4CC7-B78B-D3EB180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25" y="74632"/>
            <a:ext cx="4290928" cy="5170865"/>
          </a:xfrm>
          <a:custGeom xmlns:a="http://schemas.openxmlformats.org/drawingml/2006/main">
            <a:pathLst>
              <a:path w="4290928" h="5170865">
                <a:moveTo>
                  <a:pt x="0" y="5170865"/>
                </a:moveTo>
                <a:lnTo>
                  <a:pt x="4290928" y="5170865"/>
                </a:lnTo>
                <a:lnTo>
                  <a:pt x="4290928" y="0"/>
                </a:lnTo>
                <a:lnTo>
                  <a:pt x="0" y="0"/>
                </a:lnTo>
                <a:lnTo>
                  <a:pt x="0" y="51708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97A51-4FDD-48CD-AC69-B7BC316A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6" y="74632"/>
            <a:ext cx="3766865" cy="2416042"/>
          </a:xfrm>
          <a:custGeom xmlns:a="http://schemas.openxmlformats.org/drawingml/2006/main">
            <a:pathLst>
              <a:path w="3766865" h="2416042">
                <a:moveTo>
                  <a:pt x="0" y="2416042"/>
                </a:moveTo>
                <a:lnTo>
                  <a:pt x="3766865" y="2416042"/>
                </a:lnTo>
                <a:lnTo>
                  <a:pt x="3766865" y="0"/>
                </a:lnTo>
                <a:lnTo>
                  <a:pt x="0" y="0"/>
                </a:lnTo>
                <a:lnTo>
                  <a:pt x="0" y="24160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80BD0-D0A1-46DA-94DE-5C8ABD99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908" y="521602"/>
            <a:ext cx="570737" cy="1600627"/>
          </a:xfrm>
          <a:custGeom xmlns:a="http://schemas.openxmlformats.org/drawingml/2006/main">
            <a:pathLst>
              <a:path w="570737" h="1600627">
                <a:moveTo>
                  <a:pt x="0" y="1600627"/>
                </a:moveTo>
                <a:lnTo>
                  <a:pt x="570737" y="1600627"/>
                </a:lnTo>
                <a:lnTo>
                  <a:pt x="570737" y="0"/>
                </a:lnTo>
                <a:lnTo>
                  <a:pt x="0" y="0"/>
                </a:lnTo>
                <a:lnTo>
                  <a:pt x="0" y="1600627"/>
                </a:lnTo>
                <a:close/>
              </a:path>
            </a:pathLst>
          </a:custGeom>
          <a:solidFill xmlns:a="http://schemas.openxmlformats.org/drawingml/2006/main">
            <a:srgbClr val="4C72B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52071-E9A3-4611-8BCC-9637851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329" y="521600"/>
            <a:ext cx="570738" cy="1244262"/>
          </a:xfrm>
          <a:custGeom xmlns:a="http://schemas.openxmlformats.org/drawingml/2006/main">
            <a:pathLst>
              <a:path w="570738" h="1244262">
                <a:moveTo>
                  <a:pt x="0" y="1244262"/>
                </a:moveTo>
                <a:lnTo>
                  <a:pt x="570738" y="1244262"/>
                </a:lnTo>
                <a:lnTo>
                  <a:pt x="570738" y="0"/>
                </a:lnTo>
                <a:lnTo>
                  <a:pt x="0" y="0"/>
                </a:lnTo>
                <a:lnTo>
                  <a:pt x="0" y="1244262"/>
                </a:lnTo>
                <a:close/>
              </a:path>
            </a:pathLst>
          </a:custGeom>
          <a:solidFill xmlns:a="http://schemas.openxmlformats.org/drawingml/2006/main">
            <a:srgbClr val="55A868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42003-75BF-4081-8068-4A553C22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750" y="521601"/>
            <a:ext cx="570737" cy="60402"/>
          </a:xfrm>
          <a:custGeom xmlns:a="http://schemas.openxmlformats.org/drawingml/2006/main">
            <a:pathLst>
              <a:path w="570737" h="60402">
                <a:moveTo>
                  <a:pt x="0" y="60402"/>
                </a:moveTo>
                <a:lnTo>
                  <a:pt x="570737" y="60402"/>
                </a:lnTo>
                <a:lnTo>
                  <a:pt x="570737" y="0"/>
                </a:lnTo>
                <a:lnTo>
                  <a:pt x="0" y="0"/>
                </a:lnTo>
                <a:lnTo>
                  <a:pt x="0" y="60402"/>
                </a:lnTo>
                <a:close/>
              </a:path>
            </a:pathLst>
          </a:custGeom>
          <a:solidFill xmlns:a="http://schemas.openxmlformats.org/drawingml/2006/main">
            <a:srgbClr val="8DA0C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F3207-6F59-447F-B7F0-DCAB2E4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71" y="521600"/>
            <a:ext cx="570738" cy="271805"/>
          </a:xfrm>
          <a:custGeom xmlns:a="http://schemas.openxmlformats.org/drawingml/2006/main">
            <a:pathLst>
              <a:path w="570738" h="271805">
                <a:moveTo>
                  <a:pt x="0" y="271805"/>
                </a:moveTo>
                <a:lnTo>
                  <a:pt x="570738" y="271805"/>
                </a:lnTo>
                <a:lnTo>
                  <a:pt x="570738" y="0"/>
                </a:lnTo>
                <a:lnTo>
                  <a:pt x="0" y="0"/>
                </a:lnTo>
                <a:lnTo>
                  <a:pt x="0" y="271805"/>
                </a:lnTo>
                <a:close/>
              </a:path>
            </a:pathLst>
          </a:custGeom>
          <a:solidFill xmlns:a="http://schemas.openxmlformats.org/drawingml/2006/main">
            <a:srgbClr val="E78AC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69FD4-619E-4671-BE30-F789DD94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594" y="521600"/>
            <a:ext cx="570738" cy="54361"/>
          </a:xfrm>
          <a:custGeom xmlns:a="http://schemas.openxmlformats.org/drawingml/2006/main">
            <a:pathLst>
              <a:path w="570738" h="54361">
                <a:moveTo>
                  <a:pt x="0" y="54361"/>
                </a:moveTo>
                <a:lnTo>
                  <a:pt x="570738" y="54361"/>
                </a:lnTo>
                <a:lnTo>
                  <a:pt x="570738" y="0"/>
                </a:lnTo>
                <a:lnTo>
                  <a:pt x="0" y="0"/>
                </a:lnTo>
                <a:lnTo>
                  <a:pt x="0" y="54361"/>
                </a:lnTo>
                <a:close/>
              </a:path>
            </a:pathLst>
          </a:custGeom>
          <a:solidFill xmlns:a="http://schemas.openxmlformats.org/drawingml/2006/main">
            <a:srgbClr val="CC613D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387D6-BF8E-498B-884C-BA47D7A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2188669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0857F-66D9-4F6F-BEAC-6FA1483C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2188669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2268B-0DDA-490D-81CD-A926ABB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579" y="2142048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0" y="34301"/>
                  <a:pt x="20011" y="33767"/>
                  <a:pt x="21880" y="33500"/>
                </a:cubicBezTo>
                <a:cubicBezTo>
                  <a:pt x="23747" y="33233"/>
                  <a:pt x="25748" y="32967"/>
                  <a:pt x="27617" y="32967"/>
                </a:cubicBezTo>
                <a:cubicBezTo>
                  <a:pt x="38423" y="32967"/>
                  <a:pt x="46962" y="36036"/>
                  <a:pt x="53365" y="41909"/>
                </a:cubicBezTo>
                <a:cubicBezTo>
                  <a:pt x="59769" y="47915"/>
                  <a:pt x="62970" y="55922"/>
                  <a:pt x="62970" y="66065"/>
                </a:cubicBezTo>
                <a:cubicBezTo>
                  <a:pt x="62970" y="76608"/>
                  <a:pt x="59635" y="84750"/>
                  <a:pt x="53097" y="90488"/>
                </a:cubicBezTo>
                <a:cubicBezTo>
                  <a:pt x="46561" y="96228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3" y="98097"/>
                </a:cubicBezTo>
                <a:cubicBezTo>
                  <a:pt x="8805" y="97429"/>
                  <a:pt x="4536" y="96494"/>
                  <a:pt x="0" y="95027"/>
                </a:cubicBezTo>
                <a:lnTo>
                  <a:pt x="0" y="81813"/>
                </a:lnTo>
                <a:cubicBezTo>
                  <a:pt x="3868" y="83949"/>
                  <a:pt x="7871" y="85550"/>
                  <a:pt x="12140" y="86618"/>
                </a:cubicBezTo>
                <a:cubicBezTo>
                  <a:pt x="16276" y="87686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5" y="82214"/>
                </a:cubicBezTo>
                <a:cubicBezTo>
                  <a:pt x="47495" y="78211"/>
                  <a:pt x="49762" y="72871"/>
                  <a:pt x="49762" y="66065"/>
                </a:cubicBezTo>
                <a:cubicBezTo>
                  <a:pt x="49762" y="59391"/>
                  <a:pt x="47495" y="54053"/>
                  <a:pt x="43225" y="50049"/>
                </a:cubicBezTo>
                <a:cubicBezTo>
                  <a:pt x="38823" y="46046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6"/>
                  <a:pt x="7737" y="47247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60760-ED25-42D7-9CE6-29F5E687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431" y="2222795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80CE4-3D2A-4EA2-92D2-CC1694E8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21" y="2142048"/>
            <a:ext cx="62571" cy="97296"/>
          </a:xfrm>
          <a:custGeom xmlns:a="http://schemas.openxmlformats.org/drawingml/2006/main">
            <a:pathLst>
              <a:path w="62571" h="97296">
                <a:moveTo>
                  <a:pt x="0" y="0"/>
                </a:moveTo>
                <a:lnTo>
                  <a:pt x="62571" y="0"/>
                </a:lnTo>
                <a:lnTo>
                  <a:pt x="62571" y="5605"/>
                </a:lnTo>
                <a:lnTo>
                  <a:pt x="27216" y="97296"/>
                </a:lnTo>
                <a:lnTo>
                  <a:pt x="13474" y="97296"/>
                </a:lnTo>
                <a:lnTo>
                  <a:pt x="46694" y="11078"/>
                </a:lnTo>
                <a:lnTo>
                  <a:pt x="0" y="110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77F3A-618F-46DC-A6C1-80C24BB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2142048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1" y="34301"/>
                  <a:pt x="20011" y="33767"/>
                  <a:pt x="21880" y="33500"/>
                </a:cubicBezTo>
                <a:cubicBezTo>
                  <a:pt x="23747" y="33233"/>
                  <a:pt x="25748" y="32967"/>
                  <a:pt x="27617" y="32967"/>
                </a:cubicBezTo>
                <a:cubicBezTo>
                  <a:pt x="38423" y="32967"/>
                  <a:pt x="46962" y="36036"/>
                  <a:pt x="53365" y="41909"/>
                </a:cubicBezTo>
                <a:cubicBezTo>
                  <a:pt x="59769" y="47915"/>
                  <a:pt x="62971" y="55922"/>
                  <a:pt x="62971" y="66065"/>
                </a:cubicBezTo>
                <a:cubicBezTo>
                  <a:pt x="62971" y="76608"/>
                  <a:pt x="59635" y="84750"/>
                  <a:pt x="53099" y="90488"/>
                </a:cubicBezTo>
                <a:cubicBezTo>
                  <a:pt x="46561" y="96228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5" y="98097"/>
                </a:cubicBezTo>
                <a:cubicBezTo>
                  <a:pt x="8805" y="97429"/>
                  <a:pt x="4536" y="96494"/>
                  <a:pt x="0" y="95027"/>
                </a:cubicBezTo>
                <a:lnTo>
                  <a:pt x="0" y="81813"/>
                </a:lnTo>
                <a:cubicBezTo>
                  <a:pt x="3868" y="83949"/>
                  <a:pt x="7871" y="85550"/>
                  <a:pt x="12140" y="86618"/>
                </a:cubicBezTo>
                <a:cubicBezTo>
                  <a:pt x="16276" y="87686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6" y="82214"/>
                </a:cubicBezTo>
                <a:cubicBezTo>
                  <a:pt x="47495" y="78211"/>
                  <a:pt x="49764" y="72871"/>
                  <a:pt x="49764" y="66065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6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6"/>
                  <a:pt x="7738" y="47247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211D7-0A9A-49B8-BCE9-E600EA1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1584659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F68F3-28CC-4BE8-8695-F1B9DDAD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1584659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5D8EA-8124-46B7-BED1-BDF77028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579" y="1538039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0" y="34299"/>
                  <a:pt x="20011" y="33766"/>
                  <a:pt x="21880" y="33498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0" y="55920"/>
                  <a:pt x="62970" y="66063"/>
                </a:cubicBezTo>
                <a:cubicBezTo>
                  <a:pt x="62970" y="76608"/>
                  <a:pt x="59635" y="84748"/>
                  <a:pt x="53097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8"/>
                  <a:pt x="13073" y="98095"/>
                </a:cubicBezTo>
                <a:cubicBezTo>
                  <a:pt x="8805" y="97427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49"/>
                  <a:pt x="12140" y="86617"/>
                </a:cubicBezTo>
                <a:cubicBezTo>
                  <a:pt x="16276" y="87685"/>
                  <a:pt x="20679" y="88085"/>
                  <a:pt x="25348" y="88085"/>
                </a:cubicBezTo>
                <a:cubicBezTo>
                  <a:pt x="32819" y="88085"/>
                  <a:pt x="38823" y="86216"/>
                  <a:pt x="43225" y="82214"/>
                </a:cubicBezTo>
                <a:cubicBezTo>
                  <a:pt x="47495" y="78209"/>
                  <a:pt x="49762" y="72871"/>
                  <a:pt x="49762" y="66063"/>
                </a:cubicBezTo>
                <a:cubicBezTo>
                  <a:pt x="49762" y="59391"/>
                  <a:pt x="47495" y="54052"/>
                  <a:pt x="43225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7" y="47246"/>
                  <a:pt x="4136" y="48847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0CACA-AB78-4D45-A36D-41D2EB68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431" y="1618784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29116-3ACB-4DE6-B7CD-80E50A0D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653" y="1536303"/>
            <a:ext cx="66707" cy="100766"/>
          </a:xfrm>
          <a:custGeom xmlns:a="http://schemas.openxmlformats.org/drawingml/2006/main">
            <a:pathLst>
              <a:path w="66707" h="100766">
                <a:moveTo>
                  <a:pt x="33353" y="52851"/>
                </a:moveTo>
                <a:cubicBezTo>
                  <a:pt x="27083" y="52851"/>
                  <a:pt x="22147" y="54587"/>
                  <a:pt x="18544" y="57923"/>
                </a:cubicBezTo>
                <a:cubicBezTo>
                  <a:pt x="14943" y="61260"/>
                  <a:pt x="13208" y="65798"/>
                  <a:pt x="13208" y="71670"/>
                </a:cubicBezTo>
                <a:cubicBezTo>
                  <a:pt x="13208" y="77542"/>
                  <a:pt x="14943" y="82214"/>
                  <a:pt x="18544" y="85550"/>
                </a:cubicBezTo>
                <a:cubicBezTo>
                  <a:pt x="22147" y="88887"/>
                  <a:pt x="27083" y="90488"/>
                  <a:pt x="33353" y="90488"/>
                </a:cubicBezTo>
                <a:cubicBezTo>
                  <a:pt x="39491" y="90488"/>
                  <a:pt x="44427" y="88887"/>
                  <a:pt x="48029" y="85416"/>
                </a:cubicBezTo>
                <a:cubicBezTo>
                  <a:pt x="51631" y="82081"/>
                  <a:pt x="53499" y="77542"/>
                  <a:pt x="53499" y="71670"/>
                </a:cubicBezTo>
                <a:cubicBezTo>
                  <a:pt x="53499" y="65798"/>
                  <a:pt x="51631" y="61260"/>
                  <a:pt x="48162" y="57923"/>
                </a:cubicBezTo>
                <a:cubicBezTo>
                  <a:pt x="44560" y="54587"/>
                  <a:pt x="39624" y="52851"/>
                  <a:pt x="33353" y="52851"/>
                </a:cubicBezTo>
                <a:close/>
                <a:moveTo>
                  <a:pt x="20146" y="47246"/>
                </a:moveTo>
                <a:cubicBezTo>
                  <a:pt x="14543" y="45912"/>
                  <a:pt x="10140" y="43243"/>
                  <a:pt x="6938" y="39371"/>
                </a:cubicBezTo>
                <a:cubicBezTo>
                  <a:pt x="3735" y="35501"/>
                  <a:pt x="2269" y="30831"/>
                  <a:pt x="2269" y="25225"/>
                </a:cubicBezTo>
                <a:cubicBezTo>
                  <a:pt x="2269" y="17484"/>
                  <a:pt x="4936" y="11344"/>
                  <a:pt x="10540" y="6806"/>
                </a:cubicBezTo>
                <a:cubicBezTo>
                  <a:pt x="16010" y="2269"/>
                  <a:pt x="23615" y="0"/>
                  <a:pt x="33353" y="0"/>
                </a:cubicBezTo>
                <a:cubicBezTo>
                  <a:pt x="42959" y="0"/>
                  <a:pt x="50564" y="2269"/>
                  <a:pt x="56167" y="6806"/>
                </a:cubicBezTo>
                <a:cubicBezTo>
                  <a:pt x="61638" y="11344"/>
                  <a:pt x="64440" y="17484"/>
                  <a:pt x="64440" y="25225"/>
                </a:cubicBezTo>
                <a:cubicBezTo>
                  <a:pt x="64440" y="30831"/>
                  <a:pt x="62838" y="35501"/>
                  <a:pt x="59636" y="39371"/>
                </a:cubicBezTo>
                <a:cubicBezTo>
                  <a:pt x="56434" y="43243"/>
                  <a:pt x="52165" y="45912"/>
                  <a:pt x="46561" y="47246"/>
                </a:cubicBezTo>
                <a:cubicBezTo>
                  <a:pt x="52831" y="48714"/>
                  <a:pt x="57768" y="51650"/>
                  <a:pt x="61370" y="55922"/>
                </a:cubicBezTo>
                <a:cubicBezTo>
                  <a:pt x="64838" y="60192"/>
                  <a:pt x="66707" y="65530"/>
                  <a:pt x="66707" y="71670"/>
                </a:cubicBezTo>
                <a:cubicBezTo>
                  <a:pt x="66707" y="81146"/>
                  <a:pt x="63772" y="88352"/>
                  <a:pt x="58035" y="93292"/>
                </a:cubicBezTo>
                <a:cubicBezTo>
                  <a:pt x="52165" y="98362"/>
                  <a:pt x="43894" y="100766"/>
                  <a:pt x="33220" y="100766"/>
                </a:cubicBezTo>
                <a:cubicBezTo>
                  <a:pt x="22547" y="100766"/>
                  <a:pt x="14276" y="98362"/>
                  <a:pt x="8539" y="93292"/>
                </a:cubicBezTo>
                <a:cubicBezTo>
                  <a:pt x="2802" y="88352"/>
                  <a:pt x="0" y="81146"/>
                  <a:pt x="0" y="71670"/>
                </a:cubicBezTo>
                <a:cubicBezTo>
                  <a:pt x="0" y="65530"/>
                  <a:pt x="1736" y="60192"/>
                  <a:pt x="5337" y="55922"/>
                </a:cubicBezTo>
                <a:cubicBezTo>
                  <a:pt x="8806" y="51650"/>
                  <a:pt x="13743" y="48714"/>
                  <a:pt x="20146" y="47246"/>
                </a:cubicBezTo>
                <a:close/>
                <a:moveTo>
                  <a:pt x="15342" y="26426"/>
                </a:moveTo>
                <a:cubicBezTo>
                  <a:pt x="15342" y="31497"/>
                  <a:pt x="16810" y="35501"/>
                  <a:pt x="20013" y="38305"/>
                </a:cubicBezTo>
                <a:cubicBezTo>
                  <a:pt x="23215" y="41107"/>
                  <a:pt x="27617" y="42442"/>
                  <a:pt x="33353" y="42442"/>
                </a:cubicBezTo>
                <a:cubicBezTo>
                  <a:pt x="38957" y="42442"/>
                  <a:pt x="43359" y="41107"/>
                  <a:pt x="46561" y="38305"/>
                </a:cubicBezTo>
                <a:cubicBezTo>
                  <a:pt x="49764" y="35501"/>
                  <a:pt x="51365" y="31497"/>
                  <a:pt x="51365" y="26426"/>
                </a:cubicBezTo>
                <a:cubicBezTo>
                  <a:pt x="51365" y="21354"/>
                  <a:pt x="49764" y="17484"/>
                  <a:pt x="46561" y="14681"/>
                </a:cubicBezTo>
                <a:cubicBezTo>
                  <a:pt x="43359" y="11879"/>
                  <a:pt x="38957" y="10410"/>
                  <a:pt x="33353" y="10410"/>
                </a:cubicBezTo>
                <a:cubicBezTo>
                  <a:pt x="27617" y="10410"/>
                  <a:pt x="23215" y="11879"/>
                  <a:pt x="20013" y="14681"/>
                </a:cubicBezTo>
                <a:cubicBezTo>
                  <a:pt x="16810" y="17484"/>
                  <a:pt x="15342" y="21354"/>
                  <a:pt x="15342" y="264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C6055-BA15-49D0-BB36-2CB695DA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1538039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1" y="34299"/>
                  <a:pt x="20011" y="33766"/>
                  <a:pt x="21880" y="33498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1" y="55920"/>
                  <a:pt x="62971" y="66063"/>
                </a:cubicBezTo>
                <a:cubicBezTo>
                  <a:pt x="62971" y="76608"/>
                  <a:pt x="59635" y="84748"/>
                  <a:pt x="53099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8"/>
                  <a:pt x="13075" y="98095"/>
                </a:cubicBezTo>
                <a:cubicBezTo>
                  <a:pt x="8805" y="97427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49"/>
                  <a:pt x="12140" y="86617"/>
                </a:cubicBezTo>
                <a:cubicBezTo>
                  <a:pt x="16276" y="87685"/>
                  <a:pt x="20679" y="88085"/>
                  <a:pt x="25348" y="88085"/>
                </a:cubicBezTo>
                <a:cubicBezTo>
                  <a:pt x="32819" y="88085"/>
                  <a:pt x="38823" y="86216"/>
                  <a:pt x="43226" y="82214"/>
                </a:cubicBezTo>
                <a:cubicBezTo>
                  <a:pt x="47495" y="78209"/>
                  <a:pt x="49764" y="72871"/>
                  <a:pt x="49764" y="66063"/>
                </a:cubicBezTo>
                <a:cubicBezTo>
                  <a:pt x="49764" y="59391"/>
                  <a:pt x="47495" y="54052"/>
                  <a:pt x="43226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8" y="47246"/>
                  <a:pt x="4136" y="48847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87098-EE4A-4C0B-803F-BDF91EF9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980648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71811-AC67-4D54-B8C5-18F16581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980648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9702A-532E-467E-BBC3-719B84E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579" y="934028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0" y="34301"/>
                  <a:pt x="20011" y="33766"/>
                  <a:pt x="21880" y="33500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0" y="55922"/>
                  <a:pt x="62970" y="66065"/>
                </a:cubicBezTo>
                <a:cubicBezTo>
                  <a:pt x="62970" y="76608"/>
                  <a:pt x="59635" y="84750"/>
                  <a:pt x="53097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3" y="98095"/>
                </a:cubicBezTo>
                <a:cubicBezTo>
                  <a:pt x="8805" y="97429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5" y="82214"/>
                </a:cubicBezTo>
                <a:cubicBezTo>
                  <a:pt x="47495" y="78209"/>
                  <a:pt x="49762" y="72871"/>
                  <a:pt x="49762" y="66065"/>
                </a:cubicBezTo>
                <a:cubicBezTo>
                  <a:pt x="49762" y="59391"/>
                  <a:pt x="47495" y="54053"/>
                  <a:pt x="43225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7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A00C9-2F51-4C76-AFBA-14F5D656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431" y="1014773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B1BD4-5D35-4C15-B40A-82ADD1D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987" y="932292"/>
            <a:ext cx="67106" cy="100766"/>
          </a:xfrm>
          <a:custGeom xmlns:a="http://schemas.openxmlformats.org/drawingml/2006/main">
            <a:pathLst>
              <a:path w="67106" h="100766">
                <a:moveTo>
                  <a:pt x="6270" y="97029"/>
                </a:moveTo>
                <a:lnTo>
                  <a:pt x="6270" y="85017"/>
                </a:lnTo>
                <a:cubicBezTo>
                  <a:pt x="9472" y="86618"/>
                  <a:pt x="12808" y="87819"/>
                  <a:pt x="16276" y="88620"/>
                </a:cubicBezTo>
                <a:cubicBezTo>
                  <a:pt x="19611" y="89420"/>
                  <a:pt x="22946" y="89822"/>
                  <a:pt x="26281" y="89822"/>
                </a:cubicBezTo>
                <a:cubicBezTo>
                  <a:pt x="34820" y="89822"/>
                  <a:pt x="41490" y="87019"/>
                  <a:pt x="46027" y="81146"/>
                </a:cubicBezTo>
                <a:cubicBezTo>
                  <a:pt x="50563" y="75274"/>
                  <a:pt x="53232" y="66465"/>
                  <a:pt x="54032" y="54454"/>
                </a:cubicBezTo>
                <a:cubicBezTo>
                  <a:pt x="51363" y="58191"/>
                  <a:pt x="48161" y="61127"/>
                  <a:pt x="44425" y="63128"/>
                </a:cubicBezTo>
                <a:cubicBezTo>
                  <a:pt x="40557" y="65131"/>
                  <a:pt x="36288" y="66065"/>
                  <a:pt x="31618" y="66065"/>
                </a:cubicBezTo>
                <a:cubicBezTo>
                  <a:pt x="21745" y="66065"/>
                  <a:pt x="14008" y="63128"/>
                  <a:pt x="8404" y="57256"/>
                </a:cubicBezTo>
                <a:cubicBezTo>
                  <a:pt x="2800" y="51384"/>
                  <a:pt x="0" y="43376"/>
                  <a:pt x="0" y="33100"/>
                </a:cubicBezTo>
                <a:cubicBezTo>
                  <a:pt x="0" y="23222"/>
                  <a:pt x="2935" y="15215"/>
                  <a:pt x="8805" y="9077"/>
                </a:cubicBezTo>
                <a:cubicBezTo>
                  <a:pt x="14675" y="3071"/>
                  <a:pt x="22546" y="0"/>
                  <a:pt x="32418" y="0"/>
                </a:cubicBezTo>
                <a:cubicBezTo>
                  <a:pt x="43625" y="0"/>
                  <a:pt x="52297" y="4405"/>
                  <a:pt x="58168" y="12947"/>
                </a:cubicBezTo>
                <a:cubicBezTo>
                  <a:pt x="64038" y="21621"/>
                  <a:pt x="67106" y="34168"/>
                  <a:pt x="67106" y="50449"/>
                </a:cubicBezTo>
                <a:cubicBezTo>
                  <a:pt x="67106" y="65932"/>
                  <a:pt x="63370" y="78076"/>
                  <a:pt x="56167" y="87151"/>
                </a:cubicBezTo>
                <a:cubicBezTo>
                  <a:pt x="48829" y="96228"/>
                  <a:pt x="39089" y="100766"/>
                  <a:pt x="26816" y="100766"/>
                </a:cubicBezTo>
                <a:cubicBezTo>
                  <a:pt x="23481" y="100766"/>
                  <a:pt x="20146" y="100365"/>
                  <a:pt x="16809" y="99831"/>
                </a:cubicBezTo>
                <a:cubicBezTo>
                  <a:pt x="13341" y="99297"/>
                  <a:pt x="9873" y="98362"/>
                  <a:pt x="6270" y="97029"/>
                </a:cubicBezTo>
                <a:close/>
                <a:moveTo>
                  <a:pt x="32418" y="55789"/>
                </a:moveTo>
                <a:cubicBezTo>
                  <a:pt x="38290" y="55789"/>
                  <a:pt x="42959" y="53786"/>
                  <a:pt x="46427" y="49783"/>
                </a:cubicBezTo>
                <a:cubicBezTo>
                  <a:pt x="49896" y="45779"/>
                  <a:pt x="51631" y="40173"/>
                  <a:pt x="51631" y="33100"/>
                </a:cubicBezTo>
                <a:cubicBezTo>
                  <a:pt x="51631" y="26159"/>
                  <a:pt x="49896" y="20553"/>
                  <a:pt x="46427" y="16551"/>
                </a:cubicBezTo>
                <a:cubicBezTo>
                  <a:pt x="42959" y="12546"/>
                  <a:pt x="38290" y="10410"/>
                  <a:pt x="32418" y="10410"/>
                </a:cubicBezTo>
                <a:cubicBezTo>
                  <a:pt x="26549" y="10410"/>
                  <a:pt x="21880" y="12546"/>
                  <a:pt x="18410" y="16551"/>
                </a:cubicBezTo>
                <a:cubicBezTo>
                  <a:pt x="14942" y="20553"/>
                  <a:pt x="13208" y="26159"/>
                  <a:pt x="13208" y="33100"/>
                </a:cubicBezTo>
                <a:cubicBezTo>
                  <a:pt x="13208" y="40173"/>
                  <a:pt x="14942" y="45779"/>
                  <a:pt x="18410" y="49783"/>
                </a:cubicBezTo>
                <a:cubicBezTo>
                  <a:pt x="21880" y="53786"/>
                  <a:pt x="26549" y="55789"/>
                  <a:pt x="32418" y="55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7D228-F63C-4F19-8DE6-1D93C046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934028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1" y="34301"/>
                  <a:pt x="20011" y="33766"/>
                  <a:pt x="21880" y="33500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1" y="55922"/>
                  <a:pt x="62971" y="66065"/>
                </a:cubicBezTo>
                <a:cubicBezTo>
                  <a:pt x="62971" y="76608"/>
                  <a:pt x="59635" y="84750"/>
                  <a:pt x="53099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5" y="98095"/>
                </a:cubicBezTo>
                <a:cubicBezTo>
                  <a:pt x="8805" y="97429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6" y="82214"/>
                </a:cubicBezTo>
                <a:cubicBezTo>
                  <a:pt x="47495" y="78209"/>
                  <a:pt x="49764" y="72871"/>
                  <a:pt x="49764" y="66065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8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823B0-079A-4D5F-A10A-FC6550F3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376638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4545E-78BC-4F08-B0FF-F1743475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376638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4B561-7263-4332-A525-9C601970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44" y="328283"/>
            <a:ext cx="67107" cy="100764"/>
          </a:xfrm>
          <a:custGeom xmlns:a="http://schemas.openxmlformats.org/drawingml/2006/main">
            <a:pathLst>
              <a:path w="67107" h="100764">
                <a:moveTo>
                  <a:pt x="34689" y="45110"/>
                </a:moveTo>
                <a:cubicBezTo>
                  <a:pt x="28817" y="45110"/>
                  <a:pt x="24148" y="47246"/>
                  <a:pt x="20680" y="51250"/>
                </a:cubicBezTo>
                <a:cubicBezTo>
                  <a:pt x="17211" y="55253"/>
                  <a:pt x="15477" y="60858"/>
                  <a:pt x="15477" y="67799"/>
                </a:cubicBezTo>
                <a:cubicBezTo>
                  <a:pt x="15477" y="74873"/>
                  <a:pt x="17211" y="80478"/>
                  <a:pt x="20680" y="84482"/>
                </a:cubicBezTo>
                <a:cubicBezTo>
                  <a:pt x="24148" y="88485"/>
                  <a:pt x="28817" y="90488"/>
                  <a:pt x="34689" y="90488"/>
                </a:cubicBezTo>
                <a:cubicBezTo>
                  <a:pt x="40559" y="90488"/>
                  <a:pt x="45227" y="88485"/>
                  <a:pt x="48696" y="84482"/>
                </a:cubicBezTo>
                <a:cubicBezTo>
                  <a:pt x="52165" y="80478"/>
                  <a:pt x="53899" y="74873"/>
                  <a:pt x="53899" y="67799"/>
                </a:cubicBezTo>
                <a:cubicBezTo>
                  <a:pt x="53899" y="60858"/>
                  <a:pt x="52165" y="55253"/>
                  <a:pt x="48696" y="51250"/>
                </a:cubicBezTo>
                <a:cubicBezTo>
                  <a:pt x="45227" y="47246"/>
                  <a:pt x="40559" y="45110"/>
                  <a:pt x="34689" y="45110"/>
                </a:cubicBezTo>
                <a:close/>
                <a:moveTo>
                  <a:pt x="60837" y="3870"/>
                </a:moveTo>
                <a:lnTo>
                  <a:pt x="60837" y="15881"/>
                </a:lnTo>
                <a:cubicBezTo>
                  <a:pt x="57502" y="14280"/>
                  <a:pt x="54167" y="13079"/>
                  <a:pt x="50831" y="12279"/>
                </a:cubicBezTo>
                <a:cubicBezTo>
                  <a:pt x="47362" y="11477"/>
                  <a:pt x="44027" y="11077"/>
                  <a:pt x="40824" y="11077"/>
                </a:cubicBezTo>
                <a:cubicBezTo>
                  <a:pt x="32020" y="11077"/>
                  <a:pt x="25349" y="14013"/>
                  <a:pt x="20813" y="19886"/>
                </a:cubicBezTo>
                <a:cubicBezTo>
                  <a:pt x="16277" y="25759"/>
                  <a:pt x="13608" y="34699"/>
                  <a:pt x="13075" y="46445"/>
                </a:cubicBezTo>
                <a:cubicBezTo>
                  <a:pt x="15610" y="42708"/>
                  <a:pt x="18812" y="39772"/>
                  <a:pt x="22680" y="37770"/>
                </a:cubicBezTo>
                <a:cubicBezTo>
                  <a:pt x="26550" y="35767"/>
                  <a:pt x="30819" y="34699"/>
                  <a:pt x="35488" y="34699"/>
                </a:cubicBezTo>
                <a:cubicBezTo>
                  <a:pt x="45227" y="34699"/>
                  <a:pt x="52966" y="37770"/>
                  <a:pt x="58568" y="43641"/>
                </a:cubicBezTo>
                <a:cubicBezTo>
                  <a:pt x="64172" y="49514"/>
                  <a:pt x="67107" y="57656"/>
                  <a:pt x="67107" y="67799"/>
                </a:cubicBezTo>
                <a:cubicBezTo>
                  <a:pt x="67107" y="77809"/>
                  <a:pt x="64039" y="85816"/>
                  <a:pt x="58168" y="91822"/>
                </a:cubicBezTo>
                <a:cubicBezTo>
                  <a:pt x="52298" y="97828"/>
                  <a:pt x="44427" y="100764"/>
                  <a:pt x="34689" y="100764"/>
                </a:cubicBezTo>
                <a:cubicBezTo>
                  <a:pt x="23481" y="100764"/>
                  <a:pt x="14809" y="96494"/>
                  <a:pt x="8939" y="87952"/>
                </a:cubicBezTo>
                <a:cubicBezTo>
                  <a:pt x="2936" y="79410"/>
                  <a:pt x="0" y="66864"/>
                  <a:pt x="0" y="50449"/>
                </a:cubicBezTo>
                <a:cubicBezTo>
                  <a:pt x="0" y="35101"/>
                  <a:pt x="3603" y="22822"/>
                  <a:pt x="10941" y="13746"/>
                </a:cubicBezTo>
                <a:cubicBezTo>
                  <a:pt x="18144" y="4670"/>
                  <a:pt x="28017" y="0"/>
                  <a:pt x="40291" y="0"/>
                </a:cubicBezTo>
                <a:cubicBezTo>
                  <a:pt x="43493" y="0"/>
                  <a:pt x="46829" y="400"/>
                  <a:pt x="50297" y="933"/>
                </a:cubicBezTo>
                <a:cubicBezTo>
                  <a:pt x="53632" y="1601"/>
                  <a:pt x="57102" y="2535"/>
                  <a:pt x="60837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1FA08-1B6C-43E2-A36A-80990D4C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431" y="410762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F6B5E-BDB4-4823-9B37-C7356065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387" y="328283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19" y="10410"/>
                </a:moveTo>
                <a:cubicBezTo>
                  <a:pt x="26816" y="10410"/>
                  <a:pt x="21745" y="13746"/>
                  <a:pt x="18277" y="20419"/>
                </a:cubicBezTo>
                <a:cubicBezTo>
                  <a:pt x="14809" y="27092"/>
                  <a:pt x="13208" y="37102"/>
                  <a:pt x="13208" y="50449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5" y="87151"/>
                  <a:pt x="26816" y="90488"/>
                  <a:pt x="33619" y="90488"/>
                </a:cubicBezTo>
                <a:cubicBezTo>
                  <a:pt x="40424" y="90488"/>
                  <a:pt x="45493" y="87151"/>
                  <a:pt x="48961" y="80478"/>
                </a:cubicBezTo>
                <a:cubicBezTo>
                  <a:pt x="52297" y="73805"/>
                  <a:pt x="54032" y="63795"/>
                  <a:pt x="54032" y="50449"/>
                </a:cubicBezTo>
                <a:cubicBezTo>
                  <a:pt x="54032" y="37102"/>
                  <a:pt x="52297" y="27092"/>
                  <a:pt x="48961" y="20419"/>
                </a:cubicBezTo>
                <a:cubicBezTo>
                  <a:pt x="45493" y="13746"/>
                  <a:pt x="40424" y="10410"/>
                  <a:pt x="33619" y="10410"/>
                </a:cubicBezTo>
                <a:close/>
                <a:moveTo>
                  <a:pt x="33619" y="0"/>
                </a:moveTo>
                <a:cubicBezTo>
                  <a:pt x="44425" y="0"/>
                  <a:pt x="52697" y="4403"/>
                  <a:pt x="58568" y="12945"/>
                </a:cubicBezTo>
                <a:cubicBezTo>
                  <a:pt x="64305" y="21620"/>
                  <a:pt x="67240" y="34166"/>
                  <a:pt x="67240" y="50449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7" y="96494"/>
                  <a:pt x="44425" y="100764"/>
                  <a:pt x="33486" y="100764"/>
                </a:cubicBezTo>
                <a:cubicBezTo>
                  <a:pt x="22546" y="100764"/>
                  <a:pt x="14274" y="96494"/>
                  <a:pt x="8537" y="87952"/>
                </a:cubicBezTo>
                <a:cubicBezTo>
                  <a:pt x="2800" y="79410"/>
                  <a:pt x="0" y="66864"/>
                  <a:pt x="0" y="50449"/>
                </a:cubicBezTo>
                <a:cubicBezTo>
                  <a:pt x="0" y="34166"/>
                  <a:pt x="2800" y="21620"/>
                  <a:pt x="8537" y="12945"/>
                </a:cubicBezTo>
                <a:cubicBezTo>
                  <a:pt x="14274" y="4403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01D94-DF55-4B6C-B62F-B41F2C5A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330017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1" y="34301"/>
                  <a:pt x="20011" y="33767"/>
                  <a:pt x="21880" y="33500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6"/>
                  <a:pt x="53365" y="41907"/>
                </a:cubicBezTo>
                <a:cubicBezTo>
                  <a:pt x="59769" y="47913"/>
                  <a:pt x="62971" y="55922"/>
                  <a:pt x="62971" y="66065"/>
                </a:cubicBezTo>
                <a:cubicBezTo>
                  <a:pt x="62971" y="76608"/>
                  <a:pt x="59635" y="84750"/>
                  <a:pt x="53099" y="90488"/>
                </a:cubicBezTo>
                <a:cubicBezTo>
                  <a:pt x="46561" y="96228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5" y="98097"/>
                </a:cubicBezTo>
                <a:cubicBezTo>
                  <a:pt x="8805" y="97429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9"/>
                  <a:pt x="7871" y="85550"/>
                  <a:pt x="12140" y="86618"/>
                </a:cubicBezTo>
                <a:cubicBezTo>
                  <a:pt x="16276" y="87686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6" y="82214"/>
                </a:cubicBezTo>
                <a:cubicBezTo>
                  <a:pt x="47495" y="78209"/>
                  <a:pt x="49764" y="72871"/>
                  <a:pt x="49764" y="66065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8" y="47247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27E6F-989B-43E7-8FEF-BFD7A401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223" y="1474560"/>
            <a:ext cx="76445" cy="61660"/>
          </a:xfrm>
          <a:custGeom xmlns:a="http://schemas.openxmlformats.org/drawingml/2006/main">
            <a:pathLst>
              <a:path w="76445" h="61660">
                <a:moveTo>
                  <a:pt x="38022" y="23890"/>
                </a:moveTo>
                <a:cubicBezTo>
                  <a:pt x="38022" y="33633"/>
                  <a:pt x="39223" y="40306"/>
                  <a:pt x="41358" y="44043"/>
                </a:cubicBezTo>
                <a:cubicBezTo>
                  <a:pt x="43626" y="47780"/>
                  <a:pt x="47362" y="49649"/>
                  <a:pt x="52698" y="49649"/>
                </a:cubicBezTo>
                <a:cubicBezTo>
                  <a:pt x="56967" y="49649"/>
                  <a:pt x="60437" y="48313"/>
                  <a:pt x="62837" y="45511"/>
                </a:cubicBezTo>
                <a:cubicBezTo>
                  <a:pt x="65373" y="42708"/>
                  <a:pt x="66572" y="38838"/>
                  <a:pt x="66572" y="34033"/>
                </a:cubicBezTo>
                <a:cubicBezTo>
                  <a:pt x="66572" y="27360"/>
                  <a:pt x="64305" y="22022"/>
                  <a:pt x="59502" y="18017"/>
                </a:cubicBezTo>
                <a:cubicBezTo>
                  <a:pt x="54833" y="14013"/>
                  <a:pt x="48563" y="12012"/>
                  <a:pt x="40691" y="12012"/>
                </a:cubicBezTo>
                <a:lnTo>
                  <a:pt x="38022" y="12012"/>
                </a:lnTo>
                <a:lnTo>
                  <a:pt x="38022" y="23890"/>
                </a:lnTo>
                <a:close/>
                <a:moveTo>
                  <a:pt x="33086" y="0"/>
                </a:moveTo>
                <a:lnTo>
                  <a:pt x="74711" y="0"/>
                </a:lnTo>
                <a:lnTo>
                  <a:pt x="74711" y="12012"/>
                </a:lnTo>
                <a:lnTo>
                  <a:pt x="63637" y="12012"/>
                </a:lnTo>
                <a:cubicBezTo>
                  <a:pt x="68174" y="14815"/>
                  <a:pt x="71376" y="18285"/>
                  <a:pt x="73377" y="22289"/>
                </a:cubicBezTo>
                <a:cubicBezTo>
                  <a:pt x="75379" y="26292"/>
                  <a:pt x="76445" y="31364"/>
                  <a:pt x="76445" y="37237"/>
                </a:cubicBezTo>
                <a:cubicBezTo>
                  <a:pt x="76445" y="44711"/>
                  <a:pt x="74445" y="50717"/>
                  <a:pt x="70308" y="55120"/>
                </a:cubicBezTo>
                <a:cubicBezTo>
                  <a:pt x="66172" y="59524"/>
                  <a:pt x="60570" y="61660"/>
                  <a:pt x="53499" y="61660"/>
                </a:cubicBezTo>
                <a:cubicBezTo>
                  <a:pt x="45360" y="61660"/>
                  <a:pt x="39223" y="58991"/>
                  <a:pt x="34955" y="53386"/>
                </a:cubicBezTo>
                <a:cubicBezTo>
                  <a:pt x="30819" y="47913"/>
                  <a:pt x="28684" y="39772"/>
                  <a:pt x="28684" y="28828"/>
                </a:cubicBezTo>
                <a:lnTo>
                  <a:pt x="28684" y="12012"/>
                </a:lnTo>
                <a:lnTo>
                  <a:pt x="27484" y="12012"/>
                </a:lnTo>
                <a:cubicBezTo>
                  <a:pt x="22013" y="12012"/>
                  <a:pt x="17744" y="13880"/>
                  <a:pt x="14676" y="17484"/>
                </a:cubicBezTo>
                <a:cubicBezTo>
                  <a:pt x="11741" y="21087"/>
                  <a:pt x="10140" y="26159"/>
                  <a:pt x="10140" y="32698"/>
                </a:cubicBezTo>
                <a:cubicBezTo>
                  <a:pt x="10140" y="36970"/>
                  <a:pt x="10673" y="40974"/>
                  <a:pt x="11741" y="44977"/>
                </a:cubicBezTo>
                <a:cubicBezTo>
                  <a:pt x="12808" y="48981"/>
                  <a:pt x="14276" y="52718"/>
                  <a:pt x="16143" y="56322"/>
                </a:cubicBezTo>
                <a:lnTo>
                  <a:pt x="5069" y="56322"/>
                </a:lnTo>
                <a:cubicBezTo>
                  <a:pt x="3468" y="52050"/>
                  <a:pt x="2134" y="47780"/>
                  <a:pt x="1334" y="43643"/>
                </a:cubicBezTo>
                <a:cubicBezTo>
                  <a:pt x="533" y="39506"/>
                  <a:pt x="0" y="35501"/>
                  <a:pt x="0" y="31497"/>
                </a:cubicBezTo>
                <a:cubicBezTo>
                  <a:pt x="0" y="20954"/>
                  <a:pt x="2802" y="13079"/>
                  <a:pt x="8272" y="7874"/>
                </a:cubicBezTo>
                <a:cubicBezTo>
                  <a:pt x="13741" y="2669"/>
                  <a:pt x="22013" y="0"/>
                  <a:pt x="330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50C50-830C-4B9C-A56B-EEE8ADE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957" y="1387408"/>
            <a:ext cx="72977" cy="71003"/>
          </a:xfrm>
          <a:custGeom xmlns:a="http://schemas.openxmlformats.org/drawingml/2006/main">
            <a:pathLst>
              <a:path w="72977" h="71003">
                <a:moveTo>
                  <a:pt x="0" y="71003"/>
                </a:moveTo>
                <a:lnTo>
                  <a:pt x="0" y="58324"/>
                </a:lnTo>
                <a:lnTo>
                  <a:pt x="61237" y="35501"/>
                </a:lnTo>
                <a:lnTo>
                  <a:pt x="0" y="12679"/>
                </a:lnTo>
                <a:lnTo>
                  <a:pt x="0" y="0"/>
                </a:lnTo>
                <a:lnTo>
                  <a:pt x="72977" y="27360"/>
                </a:lnTo>
                <a:lnTo>
                  <a:pt x="72977" y="43643"/>
                </a:lnTo>
                <a:lnTo>
                  <a:pt x="0" y="71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7D2FC-4CE0-4E79-8BD0-06E045A1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223" y="1310800"/>
            <a:ext cx="102328" cy="65264"/>
          </a:xfrm>
          <a:custGeom xmlns:a="http://schemas.openxmlformats.org/drawingml/2006/main">
            <a:pathLst>
              <a:path w="102328" h="65264">
                <a:moveTo>
                  <a:pt x="37356" y="12012"/>
                </a:moveTo>
                <a:cubicBezTo>
                  <a:pt x="28817" y="12012"/>
                  <a:pt x="22013" y="13880"/>
                  <a:pt x="17211" y="17351"/>
                </a:cubicBezTo>
                <a:cubicBezTo>
                  <a:pt x="12407" y="20954"/>
                  <a:pt x="10006" y="26026"/>
                  <a:pt x="10006" y="32432"/>
                </a:cubicBezTo>
                <a:cubicBezTo>
                  <a:pt x="10006" y="38838"/>
                  <a:pt x="12407" y="43910"/>
                  <a:pt x="17211" y="47513"/>
                </a:cubicBezTo>
                <a:cubicBezTo>
                  <a:pt x="22013" y="51117"/>
                  <a:pt x="28817" y="52851"/>
                  <a:pt x="37356" y="52851"/>
                </a:cubicBezTo>
                <a:cubicBezTo>
                  <a:pt x="46028" y="52851"/>
                  <a:pt x="52698" y="51117"/>
                  <a:pt x="57500" y="47513"/>
                </a:cubicBezTo>
                <a:cubicBezTo>
                  <a:pt x="62304" y="43910"/>
                  <a:pt x="64705" y="38838"/>
                  <a:pt x="64705" y="32432"/>
                </a:cubicBezTo>
                <a:cubicBezTo>
                  <a:pt x="64705" y="26026"/>
                  <a:pt x="62304" y="20954"/>
                  <a:pt x="57500" y="17351"/>
                </a:cubicBezTo>
                <a:cubicBezTo>
                  <a:pt x="52698" y="13880"/>
                  <a:pt x="46028" y="12012"/>
                  <a:pt x="37356" y="12012"/>
                </a:cubicBezTo>
                <a:close/>
                <a:moveTo>
                  <a:pt x="65639" y="0"/>
                </a:moveTo>
                <a:cubicBezTo>
                  <a:pt x="77913" y="0"/>
                  <a:pt x="87118" y="2803"/>
                  <a:pt x="93255" y="8275"/>
                </a:cubicBezTo>
                <a:cubicBezTo>
                  <a:pt x="99260" y="13880"/>
                  <a:pt x="102328" y="22289"/>
                  <a:pt x="102328" y="33633"/>
                </a:cubicBezTo>
                <a:cubicBezTo>
                  <a:pt x="102328" y="37903"/>
                  <a:pt x="101927" y="41774"/>
                  <a:pt x="101394" y="45511"/>
                </a:cubicBezTo>
                <a:cubicBezTo>
                  <a:pt x="100726" y="49248"/>
                  <a:pt x="99793" y="52985"/>
                  <a:pt x="98459" y="56455"/>
                </a:cubicBezTo>
                <a:lnTo>
                  <a:pt x="86852" y="56455"/>
                </a:lnTo>
                <a:cubicBezTo>
                  <a:pt x="88719" y="52985"/>
                  <a:pt x="90053" y="49516"/>
                  <a:pt x="90988" y="46045"/>
                </a:cubicBezTo>
                <a:cubicBezTo>
                  <a:pt x="91922" y="42575"/>
                  <a:pt x="92455" y="39105"/>
                  <a:pt x="92455" y="35501"/>
                </a:cubicBezTo>
                <a:cubicBezTo>
                  <a:pt x="92455" y="27760"/>
                  <a:pt x="90321" y="21889"/>
                  <a:pt x="86318" y="17884"/>
                </a:cubicBezTo>
                <a:cubicBezTo>
                  <a:pt x="82182" y="14014"/>
                  <a:pt x="76045" y="12012"/>
                  <a:pt x="67773" y="12012"/>
                </a:cubicBezTo>
                <a:lnTo>
                  <a:pt x="61903" y="12012"/>
                </a:lnTo>
                <a:cubicBezTo>
                  <a:pt x="66172" y="14548"/>
                  <a:pt x="69374" y="17751"/>
                  <a:pt x="71509" y="21621"/>
                </a:cubicBezTo>
                <a:cubicBezTo>
                  <a:pt x="73645" y="25491"/>
                  <a:pt x="74711" y="30029"/>
                  <a:pt x="74711" y="35368"/>
                </a:cubicBezTo>
                <a:cubicBezTo>
                  <a:pt x="74711" y="44444"/>
                  <a:pt x="71376" y="51650"/>
                  <a:pt x="64572" y="57123"/>
                </a:cubicBezTo>
                <a:cubicBezTo>
                  <a:pt x="57768" y="62595"/>
                  <a:pt x="48696" y="65264"/>
                  <a:pt x="37356" y="65264"/>
                </a:cubicBezTo>
                <a:cubicBezTo>
                  <a:pt x="26148" y="65264"/>
                  <a:pt x="17076" y="62595"/>
                  <a:pt x="10273" y="57123"/>
                </a:cubicBezTo>
                <a:cubicBezTo>
                  <a:pt x="3468" y="51650"/>
                  <a:pt x="0" y="44444"/>
                  <a:pt x="0" y="35368"/>
                </a:cubicBezTo>
                <a:cubicBezTo>
                  <a:pt x="0" y="30029"/>
                  <a:pt x="1068" y="25491"/>
                  <a:pt x="3202" y="21621"/>
                </a:cubicBezTo>
                <a:cubicBezTo>
                  <a:pt x="5337" y="17751"/>
                  <a:pt x="8539" y="14548"/>
                  <a:pt x="12808" y="12012"/>
                </a:cubicBezTo>
                <a:lnTo>
                  <a:pt x="1734" y="12012"/>
                </a:lnTo>
                <a:lnTo>
                  <a:pt x="1734" y="0"/>
                </a:lnTo>
                <a:lnTo>
                  <a:pt x="6563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12BD3-2930-45FC-AC9E-46E2278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1180273"/>
            <a:ext cx="97258" cy="62861"/>
          </a:xfrm>
          <a:custGeom xmlns:a="http://schemas.openxmlformats.org/drawingml/2006/main">
            <a:pathLst>
              <a:path w="97258" h="62861">
                <a:moveTo>
                  <a:pt x="10808" y="49649"/>
                </a:moveTo>
                <a:lnTo>
                  <a:pt x="47362" y="49649"/>
                </a:lnTo>
                <a:lnTo>
                  <a:pt x="47362" y="33100"/>
                </a:lnTo>
                <a:cubicBezTo>
                  <a:pt x="47362" y="26959"/>
                  <a:pt x="45895" y="22289"/>
                  <a:pt x="42693" y="18952"/>
                </a:cubicBezTo>
                <a:cubicBezTo>
                  <a:pt x="39491" y="15616"/>
                  <a:pt x="34955" y="13880"/>
                  <a:pt x="29085" y="13880"/>
                </a:cubicBezTo>
                <a:cubicBezTo>
                  <a:pt x="23215" y="13880"/>
                  <a:pt x="18812" y="15616"/>
                  <a:pt x="15610" y="18952"/>
                </a:cubicBezTo>
                <a:cubicBezTo>
                  <a:pt x="12407" y="22289"/>
                  <a:pt x="10808" y="26959"/>
                  <a:pt x="10808" y="33100"/>
                </a:cubicBezTo>
                <a:lnTo>
                  <a:pt x="10808" y="49649"/>
                </a:lnTo>
                <a:close/>
                <a:moveTo>
                  <a:pt x="0" y="62861"/>
                </a:moveTo>
                <a:lnTo>
                  <a:pt x="0" y="33100"/>
                </a:lnTo>
                <a:cubicBezTo>
                  <a:pt x="0" y="22289"/>
                  <a:pt x="2536" y="14014"/>
                  <a:pt x="7471" y="8409"/>
                </a:cubicBezTo>
                <a:cubicBezTo>
                  <a:pt x="12407" y="2803"/>
                  <a:pt x="19612" y="0"/>
                  <a:pt x="29085" y="0"/>
                </a:cubicBezTo>
                <a:cubicBezTo>
                  <a:pt x="38690" y="0"/>
                  <a:pt x="46028" y="2803"/>
                  <a:pt x="50831" y="8409"/>
                </a:cubicBezTo>
                <a:cubicBezTo>
                  <a:pt x="55768" y="14014"/>
                  <a:pt x="58168" y="22289"/>
                  <a:pt x="58168" y="33100"/>
                </a:cubicBezTo>
                <a:lnTo>
                  <a:pt x="58168" y="49649"/>
                </a:lnTo>
                <a:lnTo>
                  <a:pt x="97258" y="49649"/>
                </a:lnTo>
                <a:lnTo>
                  <a:pt x="97258" y="62861"/>
                </a:lnTo>
                <a:lnTo>
                  <a:pt x="0" y="628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F8088-B2EB-4FE7-8A34-ED9F319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1099795"/>
            <a:ext cx="97258" cy="62861"/>
          </a:xfrm>
          <a:custGeom xmlns:a="http://schemas.openxmlformats.org/drawingml/2006/main">
            <a:pathLst>
              <a:path w="97258" h="62861">
                <a:moveTo>
                  <a:pt x="10808" y="49649"/>
                </a:moveTo>
                <a:lnTo>
                  <a:pt x="47362" y="49649"/>
                </a:lnTo>
                <a:lnTo>
                  <a:pt x="47362" y="33098"/>
                </a:lnTo>
                <a:cubicBezTo>
                  <a:pt x="47362" y="26959"/>
                  <a:pt x="45895" y="22289"/>
                  <a:pt x="42693" y="18952"/>
                </a:cubicBezTo>
                <a:cubicBezTo>
                  <a:pt x="39491" y="15616"/>
                  <a:pt x="34955" y="13880"/>
                  <a:pt x="29085" y="13880"/>
                </a:cubicBezTo>
                <a:cubicBezTo>
                  <a:pt x="23215" y="13880"/>
                  <a:pt x="18812" y="15616"/>
                  <a:pt x="15610" y="18952"/>
                </a:cubicBezTo>
                <a:cubicBezTo>
                  <a:pt x="12407" y="22289"/>
                  <a:pt x="10808" y="26959"/>
                  <a:pt x="10808" y="33098"/>
                </a:cubicBezTo>
                <a:lnTo>
                  <a:pt x="10808" y="49649"/>
                </a:lnTo>
                <a:close/>
                <a:moveTo>
                  <a:pt x="0" y="62861"/>
                </a:moveTo>
                <a:lnTo>
                  <a:pt x="0" y="33098"/>
                </a:lnTo>
                <a:cubicBezTo>
                  <a:pt x="0" y="22289"/>
                  <a:pt x="2536" y="14013"/>
                  <a:pt x="7471" y="8407"/>
                </a:cubicBezTo>
                <a:cubicBezTo>
                  <a:pt x="12407" y="2802"/>
                  <a:pt x="19612" y="0"/>
                  <a:pt x="29085" y="0"/>
                </a:cubicBezTo>
                <a:cubicBezTo>
                  <a:pt x="38690" y="0"/>
                  <a:pt x="46028" y="2802"/>
                  <a:pt x="50831" y="8407"/>
                </a:cubicBezTo>
                <a:cubicBezTo>
                  <a:pt x="55768" y="14013"/>
                  <a:pt x="58168" y="22289"/>
                  <a:pt x="58168" y="33098"/>
                </a:cubicBezTo>
                <a:lnTo>
                  <a:pt x="58168" y="49649"/>
                </a:lnTo>
                <a:lnTo>
                  <a:pt x="97258" y="49649"/>
                </a:lnTo>
                <a:lnTo>
                  <a:pt x="97258" y="62861"/>
                </a:lnTo>
                <a:lnTo>
                  <a:pt x="0" y="628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D2C36-1983-4962-A8DD-FBCEF61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1021586"/>
            <a:ext cx="97258" cy="60592"/>
          </a:xfrm>
          <a:custGeom xmlns:a="http://schemas.openxmlformats.org/drawingml/2006/main">
            <a:pathLst>
              <a:path w="97258" h="60592">
                <a:moveTo>
                  <a:pt x="0" y="60592"/>
                </a:moveTo>
                <a:lnTo>
                  <a:pt x="0" y="47380"/>
                </a:lnTo>
                <a:lnTo>
                  <a:pt x="86185" y="47380"/>
                </a:lnTo>
                <a:lnTo>
                  <a:pt x="86185" y="0"/>
                </a:lnTo>
                <a:lnTo>
                  <a:pt x="97258" y="0"/>
                </a:lnTo>
                <a:lnTo>
                  <a:pt x="97258" y="60592"/>
                </a:lnTo>
                <a:lnTo>
                  <a:pt x="0" y="60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03F5C-5261-44CF-83A4-9098F64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521600"/>
            <a:ext cx="3766866" cy="10"/>
          </a:xfrm>
          <a:custGeom xmlns:a="http://schemas.openxmlformats.org/drawingml/2006/main">
            <a:pathLst>
              <a:path w="3766866" h="1" fill="none">
                <a:moveTo>
                  <a:pt x="0" y="0"/>
                </a:moveTo>
                <a:lnTo>
                  <a:pt x="3766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44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9EC43-16D7-455E-AD87-BA88066E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74633"/>
            <a:ext cx="10" cy="2416042"/>
          </a:xfrm>
          <a:custGeom xmlns:a="http://schemas.openxmlformats.org/drawingml/2006/main">
            <a:pathLst>
              <a:path w="1" h="2416042" fill="none">
                <a:moveTo>
                  <a:pt x="0" y="24160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48824-35D3-49B7-941E-FDDD2F4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553" y="74633"/>
            <a:ext cx="10" cy="2416042"/>
          </a:xfrm>
          <a:custGeom xmlns:a="http://schemas.openxmlformats.org/drawingml/2006/main">
            <a:pathLst>
              <a:path w="1" h="2416042" fill="none">
                <a:moveTo>
                  <a:pt x="0" y="24160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20144-8DD0-4A1F-9E21-6E95ED8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2490675"/>
            <a:ext cx="3766866" cy="10"/>
          </a:xfrm>
          <a:custGeom xmlns:a="http://schemas.openxmlformats.org/drawingml/2006/main">
            <a:pathLst>
              <a:path w="3766866" h="1" fill="none">
                <a:moveTo>
                  <a:pt x="0" y="0"/>
                </a:moveTo>
                <a:lnTo>
                  <a:pt x="3766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39A01-AA1F-4506-A4EB-14FEF75C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755" y="1252202"/>
            <a:ext cx="35087" cy="10677"/>
          </a:xfrm>
          <a:custGeom xmlns:a="http://schemas.openxmlformats.org/drawingml/2006/main">
            <a:pathLst>
              <a:path w="35087" h="10677">
                <a:moveTo>
                  <a:pt x="0" y="10677"/>
                </a:moveTo>
                <a:lnTo>
                  <a:pt x="35087" y="10677"/>
                </a:lnTo>
                <a:lnTo>
                  <a:pt x="35087" y="0"/>
                </a:lnTo>
                <a:lnTo>
                  <a:pt x="0" y="0"/>
                </a:lnTo>
                <a:lnTo>
                  <a:pt x="0" y="10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C4DA2-7020-4836-8D36-974BE8F2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184" y="1195079"/>
            <a:ext cx="67240" cy="100766"/>
          </a:xfrm>
          <a:custGeom xmlns:a="http://schemas.openxmlformats.org/drawingml/2006/main">
            <a:pathLst>
              <a:path w="67240" h="100766">
                <a:moveTo>
                  <a:pt x="33621" y="10410"/>
                </a:moveTo>
                <a:cubicBezTo>
                  <a:pt x="26816" y="10410"/>
                  <a:pt x="21747" y="13747"/>
                  <a:pt x="18277" y="20420"/>
                </a:cubicBezTo>
                <a:cubicBezTo>
                  <a:pt x="14809" y="27094"/>
                  <a:pt x="13208" y="37104"/>
                  <a:pt x="13208" y="50449"/>
                </a:cubicBezTo>
                <a:cubicBezTo>
                  <a:pt x="13208" y="63796"/>
                  <a:pt x="14809" y="73806"/>
                  <a:pt x="18277" y="80480"/>
                </a:cubicBezTo>
                <a:cubicBezTo>
                  <a:pt x="21747" y="87151"/>
                  <a:pt x="26816" y="90488"/>
                  <a:pt x="33621" y="90488"/>
                </a:cubicBezTo>
                <a:cubicBezTo>
                  <a:pt x="40424" y="90488"/>
                  <a:pt x="45493" y="87151"/>
                  <a:pt x="48963" y="80480"/>
                </a:cubicBezTo>
                <a:cubicBezTo>
                  <a:pt x="52298" y="73806"/>
                  <a:pt x="54032" y="63796"/>
                  <a:pt x="54032" y="50449"/>
                </a:cubicBezTo>
                <a:cubicBezTo>
                  <a:pt x="54032" y="37104"/>
                  <a:pt x="52298" y="27094"/>
                  <a:pt x="48963" y="20420"/>
                </a:cubicBezTo>
                <a:cubicBezTo>
                  <a:pt x="45493" y="13747"/>
                  <a:pt x="40424" y="10410"/>
                  <a:pt x="33621" y="10410"/>
                </a:cubicBezTo>
                <a:close/>
                <a:moveTo>
                  <a:pt x="33621" y="0"/>
                </a:moveTo>
                <a:cubicBezTo>
                  <a:pt x="44427" y="0"/>
                  <a:pt x="52698" y="4405"/>
                  <a:pt x="58568" y="12947"/>
                </a:cubicBezTo>
                <a:cubicBezTo>
                  <a:pt x="64305" y="21621"/>
                  <a:pt x="67240" y="34168"/>
                  <a:pt x="67240" y="50449"/>
                </a:cubicBezTo>
                <a:cubicBezTo>
                  <a:pt x="67240" y="66865"/>
                  <a:pt x="64305" y="79412"/>
                  <a:pt x="58568" y="87954"/>
                </a:cubicBezTo>
                <a:cubicBezTo>
                  <a:pt x="52698" y="96494"/>
                  <a:pt x="44427" y="100766"/>
                  <a:pt x="33486" y="100766"/>
                </a:cubicBezTo>
                <a:cubicBezTo>
                  <a:pt x="22547" y="100766"/>
                  <a:pt x="14276" y="96494"/>
                  <a:pt x="8539" y="87954"/>
                </a:cubicBezTo>
                <a:cubicBezTo>
                  <a:pt x="2802" y="79412"/>
                  <a:pt x="0" y="66865"/>
                  <a:pt x="0" y="50449"/>
                </a:cubicBezTo>
                <a:cubicBezTo>
                  <a:pt x="0" y="34168"/>
                  <a:pt x="2802" y="21621"/>
                  <a:pt x="8539" y="12947"/>
                </a:cubicBezTo>
                <a:cubicBezTo>
                  <a:pt x="14276" y="4405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F512F-0320-4056-B4FC-31404911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505" y="1277560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46D72-0B49-471B-84C9-245DDD11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394" y="1195079"/>
            <a:ext cx="61771" cy="99030"/>
          </a:xfrm>
          <a:custGeom xmlns:a="http://schemas.openxmlformats.org/drawingml/2006/main">
            <a:pathLst>
              <a:path w="61771" h="99030">
                <a:moveTo>
                  <a:pt x="15875" y="87954"/>
                </a:moveTo>
                <a:lnTo>
                  <a:pt x="61771" y="87954"/>
                </a:lnTo>
                <a:lnTo>
                  <a:pt x="61771" y="99030"/>
                </a:lnTo>
                <a:lnTo>
                  <a:pt x="0" y="99030"/>
                </a:lnTo>
                <a:lnTo>
                  <a:pt x="0" y="87954"/>
                </a:lnTo>
                <a:cubicBezTo>
                  <a:pt x="4936" y="82881"/>
                  <a:pt x="11740" y="75941"/>
                  <a:pt x="20411" y="67133"/>
                </a:cubicBezTo>
                <a:cubicBezTo>
                  <a:pt x="28950" y="58458"/>
                  <a:pt x="34420" y="52853"/>
                  <a:pt x="36689" y="50316"/>
                </a:cubicBezTo>
                <a:cubicBezTo>
                  <a:pt x="40957" y="45644"/>
                  <a:pt x="43892" y="41642"/>
                  <a:pt x="45493" y="38305"/>
                </a:cubicBezTo>
                <a:cubicBezTo>
                  <a:pt x="47094" y="35101"/>
                  <a:pt x="48028" y="31764"/>
                  <a:pt x="48028" y="28562"/>
                </a:cubicBezTo>
                <a:cubicBezTo>
                  <a:pt x="48028" y="23490"/>
                  <a:pt x="46161" y="19220"/>
                  <a:pt x="42558" y="16016"/>
                </a:cubicBezTo>
                <a:cubicBezTo>
                  <a:pt x="38956" y="12814"/>
                  <a:pt x="34287" y="11078"/>
                  <a:pt x="28417" y="11078"/>
                </a:cubicBezTo>
                <a:cubicBezTo>
                  <a:pt x="24281" y="11078"/>
                  <a:pt x="19878" y="11879"/>
                  <a:pt x="15342" y="13214"/>
                </a:cubicBezTo>
                <a:cubicBezTo>
                  <a:pt x="10806" y="14682"/>
                  <a:pt x="5870" y="16816"/>
                  <a:pt x="668" y="19753"/>
                </a:cubicBezTo>
                <a:lnTo>
                  <a:pt x="668" y="6406"/>
                </a:lnTo>
                <a:cubicBezTo>
                  <a:pt x="6004" y="4272"/>
                  <a:pt x="10941" y="2671"/>
                  <a:pt x="15477" y="1603"/>
                </a:cubicBezTo>
                <a:cubicBezTo>
                  <a:pt x="20013" y="535"/>
                  <a:pt x="24281" y="0"/>
                  <a:pt x="28150" y="0"/>
                </a:cubicBezTo>
                <a:cubicBezTo>
                  <a:pt x="38155" y="0"/>
                  <a:pt x="46161" y="2536"/>
                  <a:pt x="52164" y="7608"/>
                </a:cubicBezTo>
                <a:cubicBezTo>
                  <a:pt x="58168" y="12679"/>
                  <a:pt x="61236" y="19353"/>
                  <a:pt x="61236" y="27762"/>
                </a:cubicBezTo>
                <a:cubicBezTo>
                  <a:pt x="61236" y="31764"/>
                  <a:pt x="60435" y="35636"/>
                  <a:pt x="58969" y="39105"/>
                </a:cubicBezTo>
                <a:cubicBezTo>
                  <a:pt x="57500" y="42709"/>
                  <a:pt x="54833" y="46980"/>
                  <a:pt x="50830" y="51785"/>
                </a:cubicBezTo>
                <a:cubicBezTo>
                  <a:pt x="49764" y="53118"/>
                  <a:pt x="46294" y="56722"/>
                  <a:pt x="40424" y="62728"/>
                </a:cubicBezTo>
                <a:cubicBezTo>
                  <a:pt x="34554" y="68734"/>
                  <a:pt x="26416" y="77143"/>
                  <a:pt x="15875" y="879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944B6-892E-4B3C-82DD-E373BA3F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45" y="1195079"/>
            <a:ext cx="67106" cy="100766"/>
          </a:xfrm>
          <a:custGeom xmlns:a="http://schemas.openxmlformats.org/drawingml/2006/main">
            <a:pathLst>
              <a:path w="67106" h="100766">
                <a:moveTo>
                  <a:pt x="34687" y="45111"/>
                </a:moveTo>
                <a:cubicBezTo>
                  <a:pt x="28817" y="45111"/>
                  <a:pt x="24147" y="47247"/>
                  <a:pt x="20679" y="51250"/>
                </a:cubicBezTo>
                <a:cubicBezTo>
                  <a:pt x="17209" y="55254"/>
                  <a:pt x="15475" y="60860"/>
                  <a:pt x="15475" y="67800"/>
                </a:cubicBezTo>
                <a:cubicBezTo>
                  <a:pt x="15475" y="74874"/>
                  <a:pt x="17209" y="80480"/>
                  <a:pt x="20679" y="84482"/>
                </a:cubicBezTo>
                <a:cubicBezTo>
                  <a:pt x="24147" y="88487"/>
                  <a:pt x="28817" y="90488"/>
                  <a:pt x="34687" y="90488"/>
                </a:cubicBezTo>
                <a:cubicBezTo>
                  <a:pt x="40557" y="90488"/>
                  <a:pt x="45226" y="88487"/>
                  <a:pt x="48696" y="84482"/>
                </a:cubicBezTo>
                <a:cubicBezTo>
                  <a:pt x="52164" y="80480"/>
                  <a:pt x="53898" y="74874"/>
                  <a:pt x="53898" y="67800"/>
                </a:cubicBezTo>
                <a:cubicBezTo>
                  <a:pt x="53898" y="60860"/>
                  <a:pt x="52164" y="55254"/>
                  <a:pt x="48696" y="51250"/>
                </a:cubicBezTo>
                <a:cubicBezTo>
                  <a:pt x="45226" y="47247"/>
                  <a:pt x="40557" y="45111"/>
                  <a:pt x="34687" y="45111"/>
                </a:cubicBezTo>
                <a:close/>
                <a:moveTo>
                  <a:pt x="60836" y="3871"/>
                </a:moveTo>
                <a:lnTo>
                  <a:pt x="60836" y="15883"/>
                </a:lnTo>
                <a:cubicBezTo>
                  <a:pt x="57500" y="14282"/>
                  <a:pt x="54165" y="13079"/>
                  <a:pt x="50830" y="12279"/>
                </a:cubicBezTo>
                <a:cubicBezTo>
                  <a:pt x="47362" y="11478"/>
                  <a:pt x="44025" y="11078"/>
                  <a:pt x="40824" y="11078"/>
                </a:cubicBezTo>
                <a:cubicBezTo>
                  <a:pt x="32018" y="11078"/>
                  <a:pt x="25348" y="14014"/>
                  <a:pt x="20812" y="19887"/>
                </a:cubicBezTo>
                <a:cubicBezTo>
                  <a:pt x="16276" y="25759"/>
                  <a:pt x="13608" y="34701"/>
                  <a:pt x="13073" y="46446"/>
                </a:cubicBezTo>
                <a:cubicBezTo>
                  <a:pt x="15610" y="42709"/>
                  <a:pt x="18810" y="39773"/>
                  <a:pt x="22680" y="37770"/>
                </a:cubicBezTo>
                <a:cubicBezTo>
                  <a:pt x="26549" y="35769"/>
                  <a:pt x="30817" y="34701"/>
                  <a:pt x="35488" y="34701"/>
                </a:cubicBezTo>
                <a:cubicBezTo>
                  <a:pt x="45226" y="34701"/>
                  <a:pt x="52964" y="37770"/>
                  <a:pt x="58568" y="43643"/>
                </a:cubicBezTo>
                <a:cubicBezTo>
                  <a:pt x="64171" y="49516"/>
                  <a:pt x="67106" y="57657"/>
                  <a:pt x="67106" y="67800"/>
                </a:cubicBezTo>
                <a:cubicBezTo>
                  <a:pt x="67106" y="77809"/>
                  <a:pt x="64038" y="85818"/>
                  <a:pt x="58168" y="91823"/>
                </a:cubicBezTo>
                <a:cubicBezTo>
                  <a:pt x="52297" y="97829"/>
                  <a:pt x="44425" y="100766"/>
                  <a:pt x="34687" y="100766"/>
                </a:cubicBezTo>
                <a:cubicBezTo>
                  <a:pt x="23481" y="100766"/>
                  <a:pt x="14809" y="96494"/>
                  <a:pt x="8938" y="87954"/>
                </a:cubicBezTo>
                <a:cubicBezTo>
                  <a:pt x="2935" y="79412"/>
                  <a:pt x="0" y="66865"/>
                  <a:pt x="0" y="50449"/>
                </a:cubicBezTo>
                <a:cubicBezTo>
                  <a:pt x="0" y="35101"/>
                  <a:pt x="3601" y="22822"/>
                  <a:pt x="10939" y="13747"/>
                </a:cubicBezTo>
                <a:cubicBezTo>
                  <a:pt x="18144" y="4672"/>
                  <a:pt x="28017" y="0"/>
                  <a:pt x="40290" y="0"/>
                </a:cubicBezTo>
                <a:cubicBezTo>
                  <a:pt x="43492" y="0"/>
                  <a:pt x="46827" y="400"/>
                  <a:pt x="50297" y="935"/>
                </a:cubicBezTo>
                <a:cubicBezTo>
                  <a:pt x="53632" y="1603"/>
                  <a:pt x="57100" y="2536"/>
                  <a:pt x="60836" y="3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D8620-FEB6-4FB6-B1B7-B2F41F86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630" y="1196815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0" y="34301"/>
                  <a:pt x="20011" y="33766"/>
                  <a:pt x="21880" y="33500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0" y="55922"/>
                  <a:pt x="62970" y="66065"/>
                </a:cubicBezTo>
                <a:cubicBezTo>
                  <a:pt x="62970" y="76608"/>
                  <a:pt x="59635" y="84750"/>
                  <a:pt x="53097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3" y="98095"/>
                </a:cubicBezTo>
                <a:cubicBezTo>
                  <a:pt x="8805" y="97429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5" y="82214"/>
                </a:cubicBezTo>
                <a:cubicBezTo>
                  <a:pt x="47495" y="78209"/>
                  <a:pt x="49762" y="72871"/>
                  <a:pt x="49762" y="66065"/>
                </a:cubicBezTo>
                <a:cubicBezTo>
                  <a:pt x="49762" y="59391"/>
                  <a:pt x="47495" y="54053"/>
                  <a:pt x="43225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7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6C8BA-1784-4A37-8B67-1D99E61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76" y="1074019"/>
            <a:ext cx="35087" cy="10677"/>
          </a:xfrm>
          <a:custGeom xmlns:a="http://schemas.openxmlformats.org/drawingml/2006/main">
            <a:pathLst>
              <a:path w="35087" h="10677">
                <a:moveTo>
                  <a:pt x="0" y="10677"/>
                </a:moveTo>
                <a:lnTo>
                  <a:pt x="35087" y="10677"/>
                </a:lnTo>
                <a:lnTo>
                  <a:pt x="35087" y="0"/>
                </a:lnTo>
                <a:lnTo>
                  <a:pt x="0" y="0"/>
                </a:lnTo>
                <a:lnTo>
                  <a:pt x="0" y="10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B40EF-3DD8-456D-9FA1-A36A4C5A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606" y="1016897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21" y="10409"/>
                </a:moveTo>
                <a:cubicBezTo>
                  <a:pt x="26816" y="10409"/>
                  <a:pt x="21747" y="13746"/>
                  <a:pt x="18279" y="20419"/>
                </a:cubicBezTo>
                <a:cubicBezTo>
                  <a:pt x="14809" y="27092"/>
                  <a:pt x="13208" y="37102"/>
                  <a:pt x="13208" y="50449"/>
                </a:cubicBezTo>
                <a:cubicBezTo>
                  <a:pt x="13208" y="63795"/>
                  <a:pt x="14809" y="73805"/>
                  <a:pt x="18279" y="80478"/>
                </a:cubicBezTo>
                <a:cubicBezTo>
                  <a:pt x="21747" y="87151"/>
                  <a:pt x="26816" y="90488"/>
                  <a:pt x="33621" y="90488"/>
                </a:cubicBezTo>
                <a:cubicBezTo>
                  <a:pt x="40424" y="90488"/>
                  <a:pt x="45495" y="87151"/>
                  <a:pt x="48963" y="80478"/>
                </a:cubicBezTo>
                <a:cubicBezTo>
                  <a:pt x="52298" y="73805"/>
                  <a:pt x="54032" y="63795"/>
                  <a:pt x="54032" y="50449"/>
                </a:cubicBezTo>
                <a:cubicBezTo>
                  <a:pt x="54032" y="37102"/>
                  <a:pt x="52298" y="27092"/>
                  <a:pt x="48963" y="20419"/>
                </a:cubicBezTo>
                <a:cubicBezTo>
                  <a:pt x="45495" y="13746"/>
                  <a:pt x="40424" y="10409"/>
                  <a:pt x="33621" y="10409"/>
                </a:cubicBezTo>
                <a:close/>
                <a:moveTo>
                  <a:pt x="33621" y="0"/>
                </a:moveTo>
                <a:cubicBezTo>
                  <a:pt x="44427" y="0"/>
                  <a:pt x="52698" y="4403"/>
                  <a:pt x="58568" y="12945"/>
                </a:cubicBezTo>
                <a:cubicBezTo>
                  <a:pt x="64305" y="21620"/>
                  <a:pt x="67240" y="34166"/>
                  <a:pt x="67240" y="50449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8" y="96494"/>
                  <a:pt x="44427" y="100764"/>
                  <a:pt x="33488" y="100764"/>
                </a:cubicBezTo>
                <a:cubicBezTo>
                  <a:pt x="22547" y="100764"/>
                  <a:pt x="14276" y="96494"/>
                  <a:pt x="8539" y="87952"/>
                </a:cubicBezTo>
                <a:cubicBezTo>
                  <a:pt x="2802" y="79410"/>
                  <a:pt x="0" y="66864"/>
                  <a:pt x="0" y="50449"/>
                </a:cubicBezTo>
                <a:cubicBezTo>
                  <a:pt x="0" y="34166"/>
                  <a:pt x="2802" y="21620"/>
                  <a:pt x="8539" y="12945"/>
                </a:cubicBezTo>
                <a:cubicBezTo>
                  <a:pt x="14276" y="4403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F36D5-5153-4F8C-A7C3-1BAB3196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926" y="1099377"/>
            <a:ext cx="13741" cy="16549"/>
          </a:xfrm>
          <a:custGeom xmlns:a="http://schemas.openxmlformats.org/drawingml/2006/main">
            <a:pathLst>
              <a:path w="13741" h="16549">
                <a:moveTo>
                  <a:pt x="0" y="16549"/>
                </a:moveTo>
                <a:lnTo>
                  <a:pt x="13741" y="16549"/>
                </a:lnTo>
                <a:lnTo>
                  <a:pt x="13741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77131-AE9A-4061-8E6F-28DF99B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816" y="1016897"/>
            <a:ext cx="61771" cy="99029"/>
          </a:xfrm>
          <a:custGeom xmlns:a="http://schemas.openxmlformats.org/drawingml/2006/main">
            <a:pathLst>
              <a:path w="61771" h="99029">
                <a:moveTo>
                  <a:pt x="15877" y="87952"/>
                </a:moveTo>
                <a:lnTo>
                  <a:pt x="61771" y="87952"/>
                </a:lnTo>
                <a:lnTo>
                  <a:pt x="61771" y="99029"/>
                </a:lnTo>
                <a:lnTo>
                  <a:pt x="0" y="99029"/>
                </a:lnTo>
                <a:lnTo>
                  <a:pt x="0" y="87952"/>
                </a:lnTo>
                <a:cubicBezTo>
                  <a:pt x="4936" y="82880"/>
                  <a:pt x="11741" y="75941"/>
                  <a:pt x="20413" y="67131"/>
                </a:cubicBezTo>
                <a:cubicBezTo>
                  <a:pt x="28950" y="58456"/>
                  <a:pt x="34421" y="52851"/>
                  <a:pt x="36689" y="50315"/>
                </a:cubicBezTo>
                <a:cubicBezTo>
                  <a:pt x="40959" y="45644"/>
                  <a:pt x="43894" y="41640"/>
                  <a:pt x="45493" y="38303"/>
                </a:cubicBezTo>
                <a:cubicBezTo>
                  <a:pt x="47094" y="35100"/>
                  <a:pt x="48029" y="31764"/>
                  <a:pt x="48029" y="28561"/>
                </a:cubicBezTo>
                <a:cubicBezTo>
                  <a:pt x="48029" y="23488"/>
                  <a:pt x="46161" y="19218"/>
                  <a:pt x="42558" y="16014"/>
                </a:cubicBezTo>
                <a:cubicBezTo>
                  <a:pt x="38957" y="12812"/>
                  <a:pt x="34287" y="11077"/>
                  <a:pt x="28417" y="11077"/>
                </a:cubicBezTo>
                <a:cubicBezTo>
                  <a:pt x="24281" y="11077"/>
                  <a:pt x="19878" y="11877"/>
                  <a:pt x="15342" y="13212"/>
                </a:cubicBezTo>
                <a:cubicBezTo>
                  <a:pt x="10806" y="14681"/>
                  <a:pt x="5870" y="16816"/>
                  <a:pt x="668" y="19751"/>
                </a:cubicBezTo>
                <a:lnTo>
                  <a:pt x="668" y="6406"/>
                </a:lnTo>
                <a:cubicBezTo>
                  <a:pt x="6004" y="4270"/>
                  <a:pt x="10941" y="2669"/>
                  <a:pt x="15477" y="1601"/>
                </a:cubicBezTo>
                <a:cubicBezTo>
                  <a:pt x="20013" y="533"/>
                  <a:pt x="24281" y="0"/>
                  <a:pt x="28150" y="0"/>
                </a:cubicBezTo>
                <a:cubicBezTo>
                  <a:pt x="38157" y="0"/>
                  <a:pt x="46161" y="2535"/>
                  <a:pt x="52165" y="7607"/>
                </a:cubicBezTo>
                <a:cubicBezTo>
                  <a:pt x="58168" y="12679"/>
                  <a:pt x="61237" y="19351"/>
                  <a:pt x="61237" y="27760"/>
                </a:cubicBezTo>
                <a:cubicBezTo>
                  <a:pt x="61237" y="31764"/>
                  <a:pt x="60437" y="35634"/>
                  <a:pt x="58969" y="39104"/>
                </a:cubicBezTo>
                <a:cubicBezTo>
                  <a:pt x="57502" y="42708"/>
                  <a:pt x="54833" y="46978"/>
                  <a:pt x="50830" y="51783"/>
                </a:cubicBezTo>
                <a:cubicBezTo>
                  <a:pt x="49764" y="53118"/>
                  <a:pt x="46294" y="56721"/>
                  <a:pt x="40424" y="62727"/>
                </a:cubicBezTo>
                <a:cubicBezTo>
                  <a:pt x="34554" y="68732"/>
                  <a:pt x="26416" y="77141"/>
                  <a:pt x="15877" y="879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A4C0B-7774-4E7F-98B4-D8EB6D3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733" y="1016897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19" y="10409"/>
                </a:moveTo>
                <a:cubicBezTo>
                  <a:pt x="26816" y="10409"/>
                  <a:pt x="21745" y="13746"/>
                  <a:pt x="18277" y="20419"/>
                </a:cubicBezTo>
                <a:cubicBezTo>
                  <a:pt x="14809" y="27092"/>
                  <a:pt x="13208" y="37102"/>
                  <a:pt x="13208" y="50449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5" y="87151"/>
                  <a:pt x="26816" y="90488"/>
                  <a:pt x="33619" y="90488"/>
                </a:cubicBezTo>
                <a:cubicBezTo>
                  <a:pt x="40424" y="90488"/>
                  <a:pt x="45493" y="87151"/>
                  <a:pt x="48961" y="80478"/>
                </a:cubicBezTo>
                <a:cubicBezTo>
                  <a:pt x="52297" y="73805"/>
                  <a:pt x="54032" y="63795"/>
                  <a:pt x="54032" y="50449"/>
                </a:cubicBezTo>
                <a:cubicBezTo>
                  <a:pt x="54032" y="37102"/>
                  <a:pt x="52297" y="27092"/>
                  <a:pt x="48961" y="20419"/>
                </a:cubicBezTo>
                <a:cubicBezTo>
                  <a:pt x="45493" y="13746"/>
                  <a:pt x="40424" y="10409"/>
                  <a:pt x="33619" y="10409"/>
                </a:cubicBezTo>
                <a:close/>
                <a:moveTo>
                  <a:pt x="33619" y="0"/>
                </a:moveTo>
                <a:cubicBezTo>
                  <a:pt x="44425" y="0"/>
                  <a:pt x="52697" y="4403"/>
                  <a:pt x="58568" y="12945"/>
                </a:cubicBezTo>
                <a:cubicBezTo>
                  <a:pt x="64305" y="21620"/>
                  <a:pt x="67240" y="34166"/>
                  <a:pt x="67240" y="50449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7" y="96494"/>
                  <a:pt x="44425" y="100764"/>
                  <a:pt x="33486" y="100764"/>
                </a:cubicBezTo>
                <a:cubicBezTo>
                  <a:pt x="22546" y="100764"/>
                  <a:pt x="14274" y="96494"/>
                  <a:pt x="8537" y="87952"/>
                </a:cubicBezTo>
                <a:cubicBezTo>
                  <a:pt x="2800" y="79410"/>
                  <a:pt x="0" y="66864"/>
                  <a:pt x="0" y="50449"/>
                </a:cubicBezTo>
                <a:cubicBezTo>
                  <a:pt x="0" y="34166"/>
                  <a:pt x="2800" y="21620"/>
                  <a:pt x="8537" y="12945"/>
                </a:cubicBezTo>
                <a:cubicBezTo>
                  <a:pt x="14274" y="4403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385B8-5DD2-47C6-B458-7BE3033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117" y="1016897"/>
            <a:ext cx="67106" cy="100764"/>
          </a:xfrm>
          <a:custGeom xmlns:a="http://schemas.openxmlformats.org/drawingml/2006/main">
            <a:pathLst>
              <a:path w="67106" h="100764">
                <a:moveTo>
                  <a:pt x="34687" y="45110"/>
                </a:moveTo>
                <a:cubicBezTo>
                  <a:pt x="28816" y="45110"/>
                  <a:pt x="24147" y="47246"/>
                  <a:pt x="20679" y="51250"/>
                </a:cubicBezTo>
                <a:cubicBezTo>
                  <a:pt x="17209" y="55253"/>
                  <a:pt x="15475" y="60858"/>
                  <a:pt x="15475" y="67799"/>
                </a:cubicBezTo>
                <a:cubicBezTo>
                  <a:pt x="15475" y="74873"/>
                  <a:pt x="17209" y="80478"/>
                  <a:pt x="20679" y="84482"/>
                </a:cubicBezTo>
                <a:cubicBezTo>
                  <a:pt x="24147" y="88485"/>
                  <a:pt x="28816" y="90488"/>
                  <a:pt x="34687" y="90488"/>
                </a:cubicBezTo>
                <a:cubicBezTo>
                  <a:pt x="40557" y="90488"/>
                  <a:pt x="45226" y="88485"/>
                  <a:pt x="48696" y="84482"/>
                </a:cubicBezTo>
                <a:cubicBezTo>
                  <a:pt x="52164" y="80478"/>
                  <a:pt x="53898" y="74873"/>
                  <a:pt x="53898" y="67799"/>
                </a:cubicBezTo>
                <a:cubicBezTo>
                  <a:pt x="53898" y="60858"/>
                  <a:pt x="52164" y="55253"/>
                  <a:pt x="48696" y="51250"/>
                </a:cubicBezTo>
                <a:cubicBezTo>
                  <a:pt x="45226" y="47246"/>
                  <a:pt x="40557" y="45110"/>
                  <a:pt x="34687" y="45110"/>
                </a:cubicBezTo>
                <a:close/>
                <a:moveTo>
                  <a:pt x="60836" y="3870"/>
                </a:moveTo>
                <a:lnTo>
                  <a:pt x="60836" y="15881"/>
                </a:lnTo>
                <a:cubicBezTo>
                  <a:pt x="57500" y="14280"/>
                  <a:pt x="54165" y="13079"/>
                  <a:pt x="50830" y="12277"/>
                </a:cubicBezTo>
                <a:cubicBezTo>
                  <a:pt x="47360" y="11477"/>
                  <a:pt x="44025" y="11077"/>
                  <a:pt x="40824" y="11077"/>
                </a:cubicBezTo>
                <a:cubicBezTo>
                  <a:pt x="32018" y="11077"/>
                  <a:pt x="25348" y="14013"/>
                  <a:pt x="20812" y="19886"/>
                </a:cubicBezTo>
                <a:cubicBezTo>
                  <a:pt x="16276" y="25757"/>
                  <a:pt x="13608" y="34699"/>
                  <a:pt x="13073" y="46445"/>
                </a:cubicBezTo>
                <a:cubicBezTo>
                  <a:pt x="15608" y="42708"/>
                  <a:pt x="18810" y="39772"/>
                  <a:pt x="22680" y="37770"/>
                </a:cubicBezTo>
                <a:cubicBezTo>
                  <a:pt x="26549" y="35767"/>
                  <a:pt x="30817" y="34699"/>
                  <a:pt x="35488" y="34699"/>
                </a:cubicBezTo>
                <a:cubicBezTo>
                  <a:pt x="45226" y="34699"/>
                  <a:pt x="52964" y="37770"/>
                  <a:pt x="58568" y="43641"/>
                </a:cubicBezTo>
                <a:cubicBezTo>
                  <a:pt x="64171" y="49514"/>
                  <a:pt x="67106" y="57656"/>
                  <a:pt x="67106" y="67799"/>
                </a:cubicBezTo>
                <a:cubicBezTo>
                  <a:pt x="67106" y="77809"/>
                  <a:pt x="64038" y="85816"/>
                  <a:pt x="58168" y="91822"/>
                </a:cubicBezTo>
                <a:cubicBezTo>
                  <a:pt x="52297" y="97828"/>
                  <a:pt x="44425" y="100764"/>
                  <a:pt x="34687" y="100764"/>
                </a:cubicBezTo>
                <a:cubicBezTo>
                  <a:pt x="23481" y="100764"/>
                  <a:pt x="14809" y="96494"/>
                  <a:pt x="8938" y="87952"/>
                </a:cubicBezTo>
                <a:cubicBezTo>
                  <a:pt x="2935" y="79410"/>
                  <a:pt x="0" y="66864"/>
                  <a:pt x="0" y="50449"/>
                </a:cubicBezTo>
                <a:cubicBezTo>
                  <a:pt x="0" y="35100"/>
                  <a:pt x="3601" y="22822"/>
                  <a:pt x="10939" y="13746"/>
                </a:cubicBezTo>
                <a:cubicBezTo>
                  <a:pt x="18144" y="4670"/>
                  <a:pt x="28017" y="0"/>
                  <a:pt x="40290" y="0"/>
                </a:cubicBezTo>
                <a:cubicBezTo>
                  <a:pt x="43492" y="0"/>
                  <a:pt x="46827" y="400"/>
                  <a:pt x="50297" y="933"/>
                </a:cubicBezTo>
                <a:cubicBezTo>
                  <a:pt x="53632" y="1601"/>
                  <a:pt x="57100" y="2535"/>
                  <a:pt x="60836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F0307-82B2-4248-B302-026BEDB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020" y="678393"/>
            <a:ext cx="35087" cy="10677"/>
          </a:xfrm>
          <a:custGeom xmlns:a="http://schemas.openxmlformats.org/drawingml/2006/main">
            <a:pathLst>
              <a:path w="35087" h="10677">
                <a:moveTo>
                  <a:pt x="0" y="10677"/>
                </a:moveTo>
                <a:lnTo>
                  <a:pt x="35087" y="10677"/>
                </a:lnTo>
                <a:lnTo>
                  <a:pt x="35087" y="0"/>
                </a:lnTo>
                <a:lnTo>
                  <a:pt x="0" y="0"/>
                </a:lnTo>
                <a:lnTo>
                  <a:pt x="0" y="10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3327F-754F-41DF-962B-0F278FB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449" y="621269"/>
            <a:ext cx="67240" cy="100766"/>
          </a:xfrm>
          <a:custGeom xmlns:a="http://schemas.openxmlformats.org/drawingml/2006/main">
            <a:pathLst>
              <a:path w="67240" h="100766">
                <a:moveTo>
                  <a:pt x="33619" y="10410"/>
                </a:moveTo>
                <a:cubicBezTo>
                  <a:pt x="26816" y="10410"/>
                  <a:pt x="21747" y="13747"/>
                  <a:pt x="18277" y="20420"/>
                </a:cubicBezTo>
                <a:cubicBezTo>
                  <a:pt x="14809" y="27094"/>
                  <a:pt x="13208" y="37104"/>
                  <a:pt x="13208" y="50449"/>
                </a:cubicBezTo>
                <a:cubicBezTo>
                  <a:pt x="13208" y="63796"/>
                  <a:pt x="14809" y="73806"/>
                  <a:pt x="18277" y="80480"/>
                </a:cubicBezTo>
                <a:cubicBezTo>
                  <a:pt x="21747" y="87151"/>
                  <a:pt x="26816" y="90488"/>
                  <a:pt x="33619" y="90488"/>
                </a:cubicBezTo>
                <a:cubicBezTo>
                  <a:pt x="40424" y="90488"/>
                  <a:pt x="45493" y="87151"/>
                  <a:pt x="48963" y="80480"/>
                </a:cubicBezTo>
                <a:cubicBezTo>
                  <a:pt x="52298" y="73806"/>
                  <a:pt x="54032" y="63796"/>
                  <a:pt x="54032" y="50449"/>
                </a:cubicBezTo>
                <a:cubicBezTo>
                  <a:pt x="54032" y="37104"/>
                  <a:pt x="52298" y="27094"/>
                  <a:pt x="48963" y="20420"/>
                </a:cubicBezTo>
                <a:cubicBezTo>
                  <a:pt x="45493" y="13747"/>
                  <a:pt x="40424" y="10410"/>
                  <a:pt x="33619" y="10410"/>
                </a:cubicBezTo>
                <a:close/>
                <a:moveTo>
                  <a:pt x="33619" y="0"/>
                </a:moveTo>
                <a:cubicBezTo>
                  <a:pt x="44427" y="0"/>
                  <a:pt x="52698" y="4405"/>
                  <a:pt x="58568" y="12947"/>
                </a:cubicBezTo>
                <a:cubicBezTo>
                  <a:pt x="64305" y="21621"/>
                  <a:pt x="67240" y="34168"/>
                  <a:pt x="67240" y="50449"/>
                </a:cubicBezTo>
                <a:cubicBezTo>
                  <a:pt x="67240" y="66865"/>
                  <a:pt x="64305" y="79412"/>
                  <a:pt x="58568" y="87954"/>
                </a:cubicBezTo>
                <a:cubicBezTo>
                  <a:pt x="52698" y="96494"/>
                  <a:pt x="44427" y="100766"/>
                  <a:pt x="33486" y="100766"/>
                </a:cubicBezTo>
                <a:cubicBezTo>
                  <a:pt x="22547" y="100766"/>
                  <a:pt x="14274" y="96494"/>
                  <a:pt x="8539" y="87954"/>
                </a:cubicBezTo>
                <a:cubicBezTo>
                  <a:pt x="2802" y="79412"/>
                  <a:pt x="0" y="66865"/>
                  <a:pt x="0" y="50449"/>
                </a:cubicBezTo>
                <a:cubicBezTo>
                  <a:pt x="0" y="34168"/>
                  <a:pt x="2802" y="21621"/>
                  <a:pt x="8539" y="12947"/>
                </a:cubicBezTo>
                <a:cubicBezTo>
                  <a:pt x="14274" y="4405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4FF6B-97FB-442D-BDC8-49EEEA0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70" y="703750"/>
            <a:ext cx="13741" cy="16550"/>
          </a:xfrm>
          <a:custGeom xmlns:a="http://schemas.openxmlformats.org/drawingml/2006/main">
            <a:pathLst>
              <a:path w="13741" h="16550">
                <a:moveTo>
                  <a:pt x="0" y="16550"/>
                </a:moveTo>
                <a:lnTo>
                  <a:pt x="13741" y="16550"/>
                </a:lnTo>
                <a:lnTo>
                  <a:pt x="13741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72926-3D10-4848-947D-6464A52C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724" y="621269"/>
            <a:ext cx="67240" cy="100766"/>
          </a:xfrm>
          <a:custGeom xmlns:a="http://schemas.openxmlformats.org/drawingml/2006/main">
            <a:pathLst>
              <a:path w="67240" h="100766">
                <a:moveTo>
                  <a:pt x="33621" y="10410"/>
                </a:moveTo>
                <a:cubicBezTo>
                  <a:pt x="26816" y="10410"/>
                  <a:pt x="21747" y="13747"/>
                  <a:pt x="18279" y="20420"/>
                </a:cubicBezTo>
                <a:cubicBezTo>
                  <a:pt x="14809" y="27094"/>
                  <a:pt x="13208" y="37104"/>
                  <a:pt x="13208" y="50449"/>
                </a:cubicBezTo>
                <a:cubicBezTo>
                  <a:pt x="13208" y="63796"/>
                  <a:pt x="14809" y="73806"/>
                  <a:pt x="18279" y="80480"/>
                </a:cubicBezTo>
                <a:cubicBezTo>
                  <a:pt x="21747" y="87151"/>
                  <a:pt x="26816" y="90488"/>
                  <a:pt x="33621" y="90488"/>
                </a:cubicBezTo>
                <a:cubicBezTo>
                  <a:pt x="40424" y="90488"/>
                  <a:pt x="45495" y="87151"/>
                  <a:pt x="48963" y="80480"/>
                </a:cubicBezTo>
                <a:cubicBezTo>
                  <a:pt x="52298" y="73806"/>
                  <a:pt x="54032" y="63796"/>
                  <a:pt x="54032" y="50449"/>
                </a:cubicBezTo>
                <a:cubicBezTo>
                  <a:pt x="54032" y="37104"/>
                  <a:pt x="52298" y="27094"/>
                  <a:pt x="48963" y="20420"/>
                </a:cubicBezTo>
                <a:cubicBezTo>
                  <a:pt x="45495" y="13747"/>
                  <a:pt x="40424" y="10410"/>
                  <a:pt x="33621" y="10410"/>
                </a:cubicBezTo>
                <a:close/>
                <a:moveTo>
                  <a:pt x="33621" y="0"/>
                </a:moveTo>
                <a:cubicBezTo>
                  <a:pt x="44427" y="0"/>
                  <a:pt x="52698" y="4405"/>
                  <a:pt x="58568" y="12947"/>
                </a:cubicBezTo>
                <a:cubicBezTo>
                  <a:pt x="64305" y="21621"/>
                  <a:pt x="67240" y="34168"/>
                  <a:pt x="67240" y="50449"/>
                </a:cubicBezTo>
                <a:cubicBezTo>
                  <a:pt x="67240" y="66865"/>
                  <a:pt x="64305" y="79412"/>
                  <a:pt x="58568" y="87954"/>
                </a:cubicBezTo>
                <a:cubicBezTo>
                  <a:pt x="52698" y="96494"/>
                  <a:pt x="44427" y="100766"/>
                  <a:pt x="33488" y="100766"/>
                </a:cubicBezTo>
                <a:cubicBezTo>
                  <a:pt x="22547" y="100766"/>
                  <a:pt x="14276" y="96494"/>
                  <a:pt x="8539" y="87954"/>
                </a:cubicBezTo>
                <a:cubicBezTo>
                  <a:pt x="2802" y="79412"/>
                  <a:pt x="0" y="66865"/>
                  <a:pt x="0" y="50449"/>
                </a:cubicBezTo>
                <a:cubicBezTo>
                  <a:pt x="0" y="34168"/>
                  <a:pt x="2802" y="21621"/>
                  <a:pt x="8539" y="12947"/>
                </a:cubicBezTo>
                <a:cubicBezTo>
                  <a:pt x="14276" y="4405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FE31C-D79D-467F-BA3D-3738E10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308" y="623005"/>
            <a:ext cx="70841" cy="97295"/>
          </a:xfrm>
          <a:custGeom xmlns:a="http://schemas.openxmlformats.org/drawingml/2006/main">
            <a:pathLst>
              <a:path w="70841" h="97295">
                <a:moveTo>
                  <a:pt x="43892" y="11478"/>
                </a:moveTo>
                <a:lnTo>
                  <a:pt x="10672" y="63394"/>
                </a:lnTo>
                <a:lnTo>
                  <a:pt x="43892" y="63394"/>
                </a:lnTo>
                <a:lnTo>
                  <a:pt x="43892" y="11478"/>
                </a:lnTo>
                <a:close/>
                <a:moveTo>
                  <a:pt x="40424" y="0"/>
                </a:moveTo>
                <a:lnTo>
                  <a:pt x="56967" y="0"/>
                </a:lnTo>
                <a:lnTo>
                  <a:pt x="56967" y="63394"/>
                </a:lnTo>
                <a:lnTo>
                  <a:pt x="70841" y="63394"/>
                </a:lnTo>
                <a:lnTo>
                  <a:pt x="70841" y="74339"/>
                </a:lnTo>
                <a:lnTo>
                  <a:pt x="56967" y="74339"/>
                </a:lnTo>
                <a:lnTo>
                  <a:pt x="56967" y="97295"/>
                </a:lnTo>
                <a:lnTo>
                  <a:pt x="43892" y="97295"/>
                </a:lnTo>
                <a:lnTo>
                  <a:pt x="43892" y="74339"/>
                </a:lnTo>
                <a:lnTo>
                  <a:pt x="0" y="74339"/>
                </a:lnTo>
                <a:lnTo>
                  <a:pt x="0" y="61660"/>
                </a:lnTo>
                <a:lnTo>
                  <a:pt x="4042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AE291-154B-4659-840E-C6F59E7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893" y="623005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8" y="0"/>
                </a:lnTo>
                <a:lnTo>
                  <a:pt x="55768" y="11078"/>
                </a:lnTo>
                <a:lnTo>
                  <a:pt x="16143" y="11078"/>
                </a:lnTo>
                <a:lnTo>
                  <a:pt x="16143" y="34967"/>
                </a:lnTo>
                <a:cubicBezTo>
                  <a:pt x="18011" y="34301"/>
                  <a:pt x="20013" y="33766"/>
                  <a:pt x="21880" y="33500"/>
                </a:cubicBezTo>
                <a:cubicBezTo>
                  <a:pt x="23748" y="33233"/>
                  <a:pt x="25750" y="32965"/>
                  <a:pt x="27617" y="32965"/>
                </a:cubicBezTo>
                <a:cubicBezTo>
                  <a:pt x="38423" y="32965"/>
                  <a:pt x="46962" y="36035"/>
                  <a:pt x="53366" y="41907"/>
                </a:cubicBezTo>
                <a:cubicBezTo>
                  <a:pt x="59769" y="47913"/>
                  <a:pt x="62971" y="55920"/>
                  <a:pt x="62971" y="66065"/>
                </a:cubicBezTo>
                <a:cubicBezTo>
                  <a:pt x="62971" y="76608"/>
                  <a:pt x="59636" y="84750"/>
                  <a:pt x="53099" y="90488"/>
                </a:cubicBezTo>
                <a:cubicBezTo>
                  <a:pt x="46561" y="96227"/>
                  <a:pt x="37356" y="99030"/>
                  <a:pt x="25615" y="99030"/>
                </a:cubicBezTo>
                <a:cubicBezTo>
                  <a:pt x="21479" y="99030"/>
                  <a:pt x="17344" y="98630"/>
                  <a:pt x="13075" y="98095"/>
                </a:cubicBezTo>
                <a:cubicBezTo>
                  <a:pt x="8806" y="97427"/>
                  <a:pt x="4536" y="96494"/>
                  <a:pt x="0" y="95026"/>
                </a:cubicBezTo>
                <a:lnTo>
                  <a:pt x="0" y="81813"/>
                </a:lnTo>
                <a:cubicBezTo>
                  <a:pt x="3870" y="83948"/>
                  <a:pt x="7871" y="85550"/>
                  <a:pt x="12141" y="86618"/>
                </a:cubicBezTo>
                <a:cubicBezTo>
                  <a:pt x="16277" y="87685"/>
                  <a:pt x="20679" y="88086"/>
                  <a:pt x="25349" y="88086"/>
                </a:cubicBezTo>
                <a:cubicBezTo>
                  <a:pt x="32820" y="88086"/>
                  <a:pt x="38823" y="86218"/>
                  <a:pt x="43226" y="82214"/>
                </a:cubicBezTo>
                <a:cubicBezTo>
                  <a:pt x="47495" y="78209"/>
                  <a:pt x="49764" y="72871"/>
                  <a:pt x="49764" y="66065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5"/>
                  <a:pt x="32820" y="44043"/>
                  <a:pt x="25349" y="44043"/>
                </a:cubicBezTo>
                <a:cubicBezTo>
                  <a:pt x="21880" y="44043"/>
                  <a:pt x="18279" y="44444"/>
                  <a:pt x="14809" y="45244"/>
                </a:cubicBezTo>
                <a:cubicBezTo>
                  <a:pt x="11341" y="46045"/>
                  <a:pt x="7738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AB55A-7DB3-4FDD-A905-9E9597B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862" y="1169249"/>
            <a:ext cx="1093985" cy="1254694"/>
          </a:xfrm>
          <a:custGeom xmlns:a="http://schemas.openxmlformats.org/drawingml/2006/main">
            <a:pathLst>
              <a:path w="1093985" h="1254694">
                <a:moveTo>
                  <a:pt x="26683" y="1254694"/>
                </a:moveTo>
                <a:lnTo>
                  <a:pt x="1067302" y="1254694"/>
                </a:lnTo>
                <a:cubicBezTo>
                  <a:pt x="1085091" y="1254694"/>
                  <a:pt x="1093985" y="1245796"/>
                  <a:pt x="1093985" y="1228001"/>
                </a:cubicBezTo>
                <a:lnTo>
                  <a:pt x="1093985" y="26692"/>
                </a:lnTo>
                <a:cubicBezTo>
                  <a:pt x="1093985" y="8898"/>
                  <a:pt x="1085091" y="0"/>
                  <a:pt x="1067302" y="0"/>
                </a:cubicBezTo>
                <a:lnTo>
                  <a:pt x="26683" y="0"/>
                </a:lnTo>
                <a:cubicBezTo>
                  <a:pt x="8894" y="0"/>
                  <a:pt x="0" y="8898"/>
                  <a:pt x="0" y="26692"/>
                </a:cubicBezTo>
                <a:lnTo>
                  <a:pt x="0" y="1228001"/>
                </a:lnTo>
                <a:cubicBezTo>
                  <a:pt x="0" y="1245796"/>
                  <a:pt x="8894" y="1254694"/>
                  <a:pt x="26683" y="125469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1DBCA-B20C-498C-A813-A41AE9CE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862" y="1169249"/>
            <a:ext cx="1093985" cy="1254694"/>
          </a:xfrm>
          <a:custGeom xmlns:a="http://schemas.openxmlformats.org/drawingml/2006/main">
            <a:pathLst>
              <a:path w="1093985" h="1254694" fill="none">
                <a:moveTo>
                  <a:pt x="26683" y="1254694"/>
                </a:moveTo>
                <a:lnTo>
                  <a:pt x="1067302" y="1254694"/>
                </a:lnTo>
                <a:cubicBezTo>
                  <a:pt x="1085091" y="1254694"/>
                  <a:pt x="1093985" y="1245796"/>
                  <a:pt x="1093985" y="1228001"/>
                </a:cubicBezTo>
                <a:lnTo>
                  <a:pt x="1093985" y="26692"/>
                </a:lnTo>
                <a:cubicBezTo>
                  <a:pt x="1093985" y="8898"/>
                  <a:pt x="1085091" y="0"/>
                  <a:pt x="1067302" y="0"/>
                </a:cubicBezTo>
                <a:lnTo>
                  <a:pt x="26683" y="0"/>
                </a:lnTo>
                <a:cubicBezTo>
                  <a:pt x="8894" y="0"/>
                  <a:pt x="0" y="8898"/>
                  <a:pt x="0" y="26692"/>
                </a:cubicBezTo>
                <a:lnTo>
                  <a:pt x="0" y="1228001"/>
                </a:lnTo>
                <a:cubicBezTo>
                  <a:pt x="0" y="1245796"/>
                  <a:pt x="8894" y="1254694"/>
                  <a:pt x="26683" y="12546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896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7CD5C-5DCF-4401-9B7D-82031CEE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27" y="1277271"/>
            <a:ext cx="266826" cy="10"/>
          </a:xfrm>
          <a:custGeom xmlns:a="http://schemas.openxmlformats.org/drawingml/2006/main">
            <a:pathLst>
              <a:path w="266826" h="1" fill="none">
                <a:moveTo>
                  <a:pt x="0" y="0"/>
                </a:moveTo>
                <a:lnTo>
                  <a:pt x="133413" y="0"/>
                </a:lnTo>
                <a:lnTo>
                  <a:pt x="2668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44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3480A-980C-4BF7-8272-8DAFE05B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922" y="1222551"/>
            <a:ext cx="65239" cy="103167"/>
          </a:xfrm>
          <a:custGeom xmlns:a="http://schemas.openxmlformats.org/drawingml/2006/main">
            <a:pathLst>
              <a:path w="65239" h="103167">
                <a:moveTo>
                  <a:pt x="52831" y="64997"/>
                </a:moveTo>
                <a:cubicBezTo>
                  <a:pt x="52831" y="56188"/>
                  <a:pt x="50963" y="49381"/>
                  <a:pt x="47362" y="44309"/>
                </a:cubicBezTo>
                <a:cubicBezTo>
                  <a:pt x="43626" y="39238"/>
                  <a:pt x="38690" y="36702"/>
                  <a:pt x="32418" y="36702"/>
                </a:cubicBezTo>
                <a:cubicBezTo>
                  <a:pt x="26015" y="36702"/>
                  <a:pt x="21079" y="39238"/>
                  <a:pt x="17477" y="44309"/>
                </a:cubicBezTo>
                <a:cubicBezTo>
                  <a:pt x="13741" y="49381"/>
                  <a:pt x="12007" y="56188"/>
                  <a:pt x="12007" y="64997"/>
                </a:cubicBezTo>
                <a:cubicBezTo>
                  <a:pt x="12007" y="73805"/>
                  <a:pt x="13741" y="80745"/>
                  <a:pt x="17477" y="85816"/>
                </a:cubicBezTo>
                <a:cubicBezTo>
                  <a:pt x="21079" y="90888"/>
                  <a:pt x="26015" y="93290"/>
                  <a:pt x="32418" y="93290"/>
                </a:cubicBezTo>
                <a:cubicBezTo>
                  <a:pt x="38690" y="93290"/>
                  <a:pt x="43626" y="90888"/>
                  <a:pt x="47362" y="85816"/>
                </a:cubicBezTo>
                <a:cubicBezTo>
                  <a:pt x="50963" y="80745"/>
                  <a:pt x="52831" y="73805"/>
                  <a:pt x="52831" y="64997"/>
                </a:cubicBezTo>
                <a:close/>
                <a:moveTo>
                  <a:pt x="12007" y="39506"/>
                </a:moveTo>
                <a:cubicBezTo>
                  <a:pt x="14409" y="35234"/>
                  <a:pt x="17609" y="32032"/>
                  <a:pt x="21479" y="29896"/>
                </a:cubicBezTo>
                <a:cubicBezTo>
                  <a:pt x="25348" y="27760"/>
                  <a:pt x="30018" y="26692"/>
                  <a:pt x="35353" y="26692"/>
                </a:cubicBezTo>
                <a:cubicBezTo>
                  <a:pt x="44160" y="26692"/>
                  <a:pt x="51363" y="30296"/>
                  <a:pt x="56967" y="37237"/>
                </a:cubicBezTo>
                <a:cubicBezTo>
                  <a:pt x="62437" y="44309"/>
                  <a:pt x="65239" y="53519"/>
                  <a:pt x="65239" y="64997"/>
                </a:cubicBezTo>
                <a:cubicBezTo>
                  <a:pt x="65239" y="76474"/>
                  <a:pt x="62437" y="85816"/>
                  <a:pt x="56967" y="92757"/>
                </a:cubicBezTo>
                <a:cubicBezTo>
                  <a:pt x="51363" y="99698"/>
                  <a:pt x="44160" y="103167"/>
                  <a:pt x="35353" y="103167"/>
                </a:cubicBezTo>
                <a:cubicBezTo>
                  <a:pt x="30018" y="103167"/>
                  <a:pt x="25348" y="102099"/>
                  <a:pt x="21479" y="100098"/>
                </a:cubicBezTo>
                <a:cubicBezTo>
                  <a:pt x="17609" y="98095"/>
                  <a:pt x="14409" y="94893"/>
                  <a:pt x="12007" y="90488"/>
                </a:cubicBezTo>
                <a:lnTo>
                  <a:pt x="12007" y="101432"/>
                </a:lnTo>
                <a:lnTo>
                  <a:pt x="0" y="101432"/>
                </a:lnTo>
                <a:lnTo>
                  <a:pt x="0" y="0"/>
                </a:lnTo>
                <a:lnTo>
                  <a:pt x="12007" y="0"/>
                </a:lnTo>
                <a:lnTo>
                  <a:pt x="12007" y="395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3081B-8A78-4133-A1C7-A2A6101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503" y="1249243"/>
            <a:ext cx="61638" cy="76475"/>
          </a:xfrm>
          <a:custGeom xmlns:a="http://schemas.openxmlformats.org/drawingml/2006/main">
            <a:pathLst>
              <a:path w="61638" h="76475">
                <a:moveTo>
                  <a:pt x="37757" y="38037"/>
                </a:moveTo>
                <a:cubicBezTo>
                  <a:pt x="28017" y="38037"/>
                  <a:pt x="21346" y="39238"/>
                  <a:pt x="17611" y="41374"/>
                </a:cubicBezTo>
                <a:cubicBezTo>
                  <a:pt x="13875" y="43643"/>
                  <a:pt x="12007" y="47380"/>
                  <a:pt x="12007" y="52718"/>
                </a:cubicBezTo>
                <a:cubicBezTo>
                  <a:pt x="12007" y="56990"/>
                  <a:pt x="13341" y="60459"/>
                  <a:pt x="16143" y="62861"/>
                </a:cubicBezTo>
                <a:cubicBezTo>
                  <a:pt x="18945" y="65397"/>
                  <a:pt x="22813" y="66598"/>
                  <a:pt x="27617" y="66598"/>
                </a:cubicBezTo>
                <a:cubicBezTo>
                  <a:pt x="34287" y="66598"/>
                  <a:pt x="39624" y="64329"/>
                  <a:pt x="43626" y="59526"/>
                </a:cubicBezTo>
                <a:cubicBezTo>
                  <a:pt x="47629" y="54854"/>
                  <a:pt x="49629" y="48581"/>
                  <a:pt x="49629" y="40707"/>
                </a:cubicBezTo>
                <a:lnTo>
                  <a:pt x="49629" y="38037"/>
                </a:lnTo>
                <a:lnTo>
                  <a:pt x="37757" y="38037"/>
                </a:lnTo>
                <a:close/>
                <a:moveTo>
                  <a:pt x="61638" y="33100"/>
                </a:moveTo>
                <a:lnTo>
                  <a:pt x="61638" y="74740"/>
                </a:lnTo>
                <a:lnTo>
                  <a:pt x="49629" y="74740"/>
                </a:lnTo>
                <a:lnTo>
                  <a:pt x="49629" y="63663"/>
                </a:lnTo>
                <a:cubicBezTo>
                  <a:pt x="46829" y="68201"/>
                  <a:pt x="43359" y="71403"/>
                  <a:pt x="39358" y="73406"/>
                </a:cubicBezTo>
                <a:cubicBezTo>
                  <a:pt x="35355" y="75407"/>
                  <a:pt x="30286" y="76475"/>
                  <a:pt x="24414" y="76475"/>
                </a:cubicBezTo>
                <a:cubicBezTo>
                  <a:pt x="16943" y="76475"/>
                  <a:pt x="10941" y="74474"/>
                  <a:pt x="6537" y="70335"/>
                </a:cubicBezTo>
                <a:cubicBezTo>
                  <a:pt x="2134" y="66198"/>
                  <a:pt x="0" y="60592"/>
                  <a:pt x="0" y="53519"/>
                </a:cubicBezTo>
                <a:cubicBezTo>
                  <a:pt x="0" y="45379"/>
                  <a:pt x="2669" y="39238"/>
                  <a:pt x="8272" y="34968"/>
                </a:cubicBezTo>
                <a:cubicBezTo>
                  <a:pt x="13741" y="30831"/>
                  <a:pt x="21880" y="28695"/>
                  <a:pt x="32820" y="28695"/>
                </a:cubicBezTo>
                <a:lnTo>
                  <a:pt x="49629" y="28695"/>
                </a:lnTo>
                <a:lnTo>
                  <a:pt x="49629" y="27494"/>
                </a:lnTo>
                <a:cubicBezTo>
                  <a:pt x="49629" y="22022"/>
                  <a:pt x="47762" y="17751"/>
                  <a:pt x="44160" y="14682"/>
                </a:cubicBezTo>
                <a:cubicBezTo>
                  <a:pt x="40557" y="11746"/>
                  <a:pt x="35488" y="10143"/>
                  <a:pt x="28950" y="10143"/>
                </a:cubicBezTo>
                <a:cubicBezTo>
                  <a:pt x="24682" y="10143"/>
                  <a:pt x="20679" y="10678"/>
                  <a:pt x="16677" y="11746"/>
                </a:cubicBezTo>
                <a:cubicBezTo>
                  <a:pt x="12675" y="12814"/>
                  <a:pt x="8939" y="14282"/>
                  <a:pt x="5337" y="16150"/>
                </a:cubicBezTo>
                <a:lnTo>
                  <a:pt x="5337" y="5072"/>
                </a:lnTo>
                <a:cubicBezTo>
                  <a:pt x="9605" y="3471"/>
                  <a:pt x="13875" y="2136"/>
                  <a:pt x="18011" y="1335"/>
                </a:cubicBezTo>
                <a:cubicBezTo>
                  <a:pt x="22147" y="535"/>
                  <a:pt x="26148" y="0"/>
                  <a:pt x="30151" y="0"/>
                </a:cubicBezTo>
                <a:cubicBezTo>
                  <a:pt x="40691" y="0"/>
                  <a:pt x="48563" y="2803"/>
                  <a:pt x="53765" y="8276"/>
                </a:cubicBezTo>
                <a:cubicBezTo>
                  <a:pt x="58969" y="13747"/>
                  <a:pt x="61638" y="22022"/>
                  <a:pt x="61638" y="331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E1592-8AC2-44C4-B941-F429B39A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484" y="1249243"/>
            <a:ext cx="55768" cy="76475"/>
          </a:xfrm>
          <a:custGeom xmlns:a="http://schemas.openxmlformats.org/drawingml/2006/main">
            <a:pathLst>
              <a:path w="55768" h="76475">
                <a:moveTo>
                  <a:pt x="51898" y="3871"/>
                </a:moveTo>
                <a:lnTo>
                  <a:pt x="51898" y="15215"/>
                </a:lnTo>
                <a:cubicBezTo>
                  <a:pt x="48430" y="13614"/>
                  <a:pt x="44960" y="12279"/>
                  <a:pt x="41359" y="11345"/>
                </a:cubicBezTo>
                <a:cubicBezTo>
                  <a:pt x="37624" y="10545"/>
                  <a:pt x="33888" y="10010"/>
                  <a:pt x="30018" y="10010"/>
                </a:cubicBezTo>
                <a:cubicBezTo>
                  <a:pt x="24015" y="10010"/>
                  <a:pt x="19479" y="10945"/>
                  <a:pt x="16545" y="12814"/>
                </a:cubicBezTo>
                <a:cubicBezTo>
                  <a:pt x="13608" y="14682"/>
                  <a:pt x="12141" y="17351"/>
                  <a:pt x="12141" y="20954"/>
                </a:cubicBezTo>
                <a:cubicBezTo>
                  <a:pt x="12141" y="23757"/>
                  <a:pt x="13208" y="25893"/>
                  <a:pt x="15344" y="27494"/>
                </a:cubicBezTo>
                <a:cubicBezTo>
                  <a:pt x="17478" y="29095"/>
                  <a:pt x="21747" y="30696"/>
                  <a:pt x="28151" y="32032"/>
                </a:cubicBezTo>
                <a:lnTo>
                  <a:pt x="32287" y="32967"/>
                </a:lnTo>
                <a:cubicBezTo>
                  <a:pt x="40824" y="34835"/>
                  <a:pt x="46829" y="37504"/>
                  <a:pt x="50431" y="40707"/>
                </a:cubicBezTo>
                <a:cubicBezTo>
                  <a:pt x="53899" y="44043"/>
                  <a:pt x="55768" y="48715"/>
                  <a:pt x="55768" y="54587"/>
                </a:cubicBezTo>
                <a:cubicBezTo>
                  <a:pt x="55768" y="61394"/>
                  <a:pt x="53099" y="66733"/>
                  <a:pt x="47762" y="70602"/>
                </a:cubicBezTo>
                <a:cubicBezTo>
                  <a:pt x="42425" y="74607"/>
                  <a:pt x="34955" y="76475"/>
                  <a:pt x="25617" y="76475"/>
                </a:cubicBezTo>
                <a:cubicBezTo>
                  <a:pt x="21614" y="76475"/>
                  <a:pt x="17611" y="76075"/>
                  <a:pt x="13342" y="75407"/>
                </a:cubicBezTo>
                <a:cubicBezTo>
                  <a:pt x="9072" y="74740"/>
                  <a:pt x="4670" y="73672"/>
                  <a:pt x="0" y="72071"/>
                </a:cubicBezTo>
                <a:lnTo>
                  <a:pt x="0" y="59659"/>
                </a:lnTo>
                <a:cubicBezTo>
                  <a:pt x="4403" y="62061"/>
                  <a:pt x="8806" y="63796"/>
                  <a:pt x="13075" y="64864"/>
                </a:cubicBezTo>
                <a:cubicBezTo>
                  <a:pt x="17344" y="66065"/>
                  <a:pt x="21614" y="66598"/>
                  <a:pt x="25882" y="66598"/>
                </a:cubicBezTo>
                <a:cubicBezTo>
                  <a:pt x="31486" y="66598"/>
                  <a:pt x="35888" y="65665"/>
                  <a:pt x="38957" y="63796"/>
                </a:cubicBezTo>
                <a:cubicBezTo>
                  <a:pt x="41892" y="61928"/>
                  <a:pt x="43493" y="59124"/>
                  <a:pt x="43493" y="55522"/>
                </a:cubicBezTo>
                <a:cubicBezTo>
                  <a:pt x="43493" y="52318"/>
                  <a:pt x="42293" y="49782"/>
                  <a:pt x="40158" y="48048"/>
                </a:cubicBezTo>
                <a:cubicBezTo>
                  <a:pt x="38024" y="46312"/>
                  <a:pt x="33220" y="44578"/>
                  <a:pt x="25750" y="42975"/>
                </a:cubicBezTo>
                <a:lnTo>
                  <a:pt x="21614" y="42042"/>
                </a:lnTo>
                <a:cubicBezTo>
                  <a:pt x="14143" y="40441"/>
                  <a:pt x="8672" y="38037"/>
                  <a:pt x="5471" y="34835"/>
                </a:cubicBezTo>
                <a:cubicBezTo>
                  <a:pt x="2136" y="31631"/>
                  <a:pt x="535" y="27227"/>
                  <a:pt x="535" y="21488"/>
                </a:cubicBezTo>
                <a:cubicBezTo>
                  <a:pt x="535" y="14682"/>
                  <a:pt x="2936" y="9342"/>
                  <a:pt x="7738" y="5605"/>
                </a:cubicBezTo>
                <a:cubicBezTo>
                  <a:pt x="12542" y="1868"/>
                  <a:pt x="19479" y="0"/>
                  <a:pt x="28552" y="0"/>
                </a:cubicBezTo>
                <a:cubicBezTo>
                  <a:pt x="32953" y="0"/>
                  <a:pt x="37089" y="400"/>
                  <a:pt x="41092" y="1068"/>
                </a:cubicBezTo>
                <a:cubicBezTo>
                  <a:pt x="44960" y="1736"/>
                  <a:pt x="48563" y="2671"/>
                  <a:pt x="51898" y="3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8EE56-FCD6-41BF-9F47-84516228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126" y="1249243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6"/>
                </a:moveTo>
                <a:lnTo>
                  <a:pt x="67640" y="41107"/>
                </a:lnTo>
                <a:lnTo>
                  <a:pt x="12542" y="41107"/>
                </a:lnTo>
                <a:cubicBezTo>
                  <a:pt x="13075" y="49381"/>
                  <a:pt x="15477" y="55789"/>
                  <a:pt x="20013" y="60059"/>
                </a:cubicBezTo>
                <a:cubicBezTo>
                  <a:pt x="24414" y="64329"/>
                  <a:pt x="30551" y="66465"/>
                  <a:pt x="38557" y="66465"/>
                </a:cubicBezTo>
                <a:cubicBezTo>
                  <a:pt x="43093" y="66465"/>
                  <a:pt x="47629" y="65932"/>
                  <a:pt x="51898" y="64864"/>
                </a:cubicBezTo>
                <a:cubicBezTo>
                  <a:pt x="56167" y="63796"/>
                  <a:pt x="60570" y="62061"/>
                  <a:pt x="64838" y="59659"/>
                </a:cubicBezTo>
                <a:lnTo>
                  <a:pt x="64838" y="71003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5"/>
                  <a:pt x="37889" y="76475"/>
                </a:cubicBezTo>
                <a:cubicBezTo>
                  <a:pt x="26150" y="76475"/>
                  <a:pt x="16943" y="73139"/>
                  <a:pt x="10140" y="66465"/>
                </a:cubicBezTo>
                <a:cubicBezTo>
                  <a:pt x="3335" y="59792"/>
                  <a:pt x="0" y="50584"/>
                  <a:pt x="0" y="38972"/>
                </a:cubicBezTo>
                <a:cubicBezTo>
                  <a:pt x="0" y="27094"/>
                  <a:pt x="3202" y="17617"/>
                  <a:pt x="9607" y="10545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6" y="3204"/>
                  <a:pt x="59103" y="9477"/>
                </a:cubicBezTo>
                <a:cubicBezTo>
                  <a:pt x="64705" y="15883"/>
                  <a:pt x="67640" y="24425"/>
                  <a:pt x="67640" y="35236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20"/>
                  <a:pt x="50164" y="16016"/>
                </a:cubicBezTo>
                <a:cubicBezTo>
                  <a:pt x="46561" y="12146"/>
                  <a:pt x="41758" y="10143"/>
                  <a:pt x="35888" y="10143"/>
                </a:cubicBezTo>
                <a:cubicBezTo>
                  <a:pt x="29218" y="10143"/>
                  <a:pt x="23881" y="12146"/>
                  <a:pt x="19878" y="15883"/>
                </a:cubicBezTo>
                <a:cubicBezTo>
                  <a:pt x="15877" y="19620"/>
                  <a:pt x="13475" y="24958"/>
                  <a:pt x="12942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C5349-A5C1-40F0-A257-C449680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379" y="1222550"/>
            <a:ext cx="12007" cy="101432"/>
          </a:xfrm>
          <a:custGeom xmlns:a="http://schemas.openxmlformats.org/drawingml/2006/main">
            <a:pathLst>
              <a:path w="12007" h="101432">
                <a:moveTo>
                  <a:pt x="0" y="101432"/>
                </a:moveTo>
                <a:lnTo>
                  <a:pt x="12007" y="101432"/>
                </a:lnTo>
                <a:lnTo>
                  <a:pt x="12007" y="0"/>
                </a:lnTo>
                <a:lnTo>
                  <a:pt x="0" y="0"/>
                </a:lnTo>
                <a:lnTo>
                  <a:pt x="0" y="101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81DE2-3156-40BD-9C41-05E0A40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468" y="1222551"/>
            <a:ext cx="12007" cy="101432"/>
          </a:xfrm>
          <a:custGeom xmlns:a="http://schemas.openxmlformats.org/drawingml/2006/main">
            <a:pathLst>
              <a:path w="12007" h="101432">
                <a:moveTo>
                  <a:pt x="0" y="28428"/>
                </a:moveTo>
                <a:lnTo>
                  <a:pt x="12007" y="28428"/>
                </a:lnTo>
                <a:lnTo>
                  <a:pt x="12007" y="101432"/>
                </a:lnTo>
                <a:lnTo>
                  <a:pt x="0" y="101432"/>
                </a:lnTo>
                <a:lnTo>
                  <a:pt x="0" y="28428"/>
                </a:lnTo>
                <a:close/>
                <a:moveTo>
                  <a:pt x="0" y="0"/>
                </a:moveTo>
                <a:lnTo>
                  <a:pt x="12007" y="0"/>
                </a:lnTo>
                <a:lnTo>
                  <a:pt x="12007" y="15215"/>
                </a:lnTo>
                <a:lnTo>
                  <a:pt x="0" y="152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2D89B-753D-4455-8D8F-0858317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156" y="1249243"/>
            <a:ext cx="61103" cy="74740"/>
          </a:xfrm>
          <a:custGeom xmlns:a="http://schemas.openxmlformats.org/drawingml/2006/main">
            <a:pathLst>
              <a:path w="61103" h="74740">
                <a:moveTo>
                  <a:pt x="61103" y="30696"/>
                </a:moveTo>
                <a:lnTo>
                  <a:pt x="61103" y="74740"/>
                </a:lnTo>
                <a:lnTo>
                  <a:pt x="49096" y="74740"/>
                </a:lnTo>
                <a:lnTo>
                  <a:pt x="49096" y="31098"/>
                </a:lnTo>
                <a:cubicBezTo>
                  <a:pt x="49096" y="24157"/>
                  <a:pt x="47628" y="19085"/>
                  <a:pt x="44960" y="15616"/>
                </a:cubicBezTo>
                <a:cubicBezTo>
                  <a:pt x="42291" y="12146"/>
                  <a:pt x="38288" y="10410"/>
                  <a:pt x="32952" y="10410"/>
                </a:cubicBezTo>
                <a:cubicBezTo>
                  <a:pt x="26416" y="10410"/>
                  <a:pt x="21345" y="12546"/>
                  <a:pt x="17609" y="16684"/>
                </a:cubicBezTo>
                <a:cubicBezTo>
                  <a:pt x="13874" y="20821"/>
                  <a:pt x="12007" y="26426"/>
                  <a:pt x="12007" y="33500"/>
                </a:cubicBezTo>
                <a:lnTo>
                  <a:pt x="12007" y="74740"/>
                </a:lnTo>
                <a:lnTo>
                  <a:pt x="0" y="74740"/>
                </a:lnTo>
                <a:lnTo>
                  <a:pt x="0" y="1736"/>
                </a:lnTo>
                <a:lnTo>
                  <a:pt x="12007" y="1736"/>
                </a:lnTo>
                <a:lnTo>
                  <a:pt x="12007" y="13079"/>
                </a:lnTo>
                <a:cubicBezTo>
                  <a:pt x="14809" y="8809"/>
                  <a:pt x="18144" y="5473"/>
                  <a:pt x="22145" y="3337"/>
                </a:cubicBezTo>
                <a:cubicBezTo>
                  <a:pt x="26015" y="1202"/>
                  <a:pt x="30551" y="0"/>
                  <a:pt x="35621" y="0"/>
                </a:cubicBezTo>
                <a:cubicBezTo>
                  <a:pt x="43892" y="0"/>
                  <a:pt x="50297" y="2671"/>
                  <a:pt x="54565" y="7874"/>
                </a:cubicBezTo>
                <a:cubicBezTo>
                  <a:pt x="58834" y="13079"/>
                  <a:pt x="61103" y="20688"/>
                  <a:pt x="61103" y="30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337D9-26D1-417F-9E6E-3459E8C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937" y="1249243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6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5" y="49381"/>
                  <a:pt x="15477" y="55789"/>
                  <a:pt x="20013" y="60059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2"/>
                  <a:pt x="51898" y="64864"/>
                </a:cubicBezTo>
                <a:cubicBezTo>
                  <a:pt x="56167" y="63796"/>
                  <a:pt x="60570" y="62061"/>
                  <a:pt x="64838" y="59659"/>
                </a:cubicBezTo>
                <a:lnTo>
                  <a:pt x="64838" y="71003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5"/>
                  <a:pt x="37889" y="76475"/>
                </a:cubicBezTo>
                <a:cubicBezTo>
                  <a:pt x="26148" y="76475"/>
                  <a:pt x="16943" y="73139"/>
                  <a:pt x="10140" y="66465"/>
                </a:cubicBezTo>
                <a:cubicBezTo>
                  <a:pt x="3335" y="59792"/>
                  <a:pt x="0" y="50584"/>
                  <a:pt x="0" y="38972"/>
                </a:cubicBezTo>
                <a:cubicBezTo>
                  <a:pt x="0" y="27094"/>
                  <a:pt x="3202" y="17617"/>
                  <a:pt x="9605" y="10545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5" y="3204"/>
                  <a:pt x="59101" y="9477"/>
                </a:cubicBezTo>
                <a:cubicBezTo>
                  <a:pt x="64705" y="15883"/>
                  <a:pt x="67640" y="24425"/>
                  <a:pt x="67640" y="35236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20"/>
                  <a:pt x="50164" y="16016"/>
                </a:cubicBezTo>
                <a:cubicBezTo>
                  <a:pt x="46561" y="12146"/>
                  <a:pt x="41758" y="10143"/>
                  <a:pt x="35888" y="10143"/>
                </a:cubicBezTo>
                <a:cubicBezTo>
                  <a:pt x="29218" y="10143"/>
                  <a:pt x="23881" y="12146"/>
                  <a:pt x="19878" y="15883"/>
                </a:cubicBezTo>
                <a:cubicBezTo>
                  <a:pt x="15875" y="19620"/>
                  <a:pt x="13475" y="24958"/>
                  <a:pt x="12940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971B2-8878-4921-84D8-72BE5E8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26" y="1430754"/>
            <a:ext cx="266825" cy="93424"/>
          </a:xfrm>
          <a:custGeom xmlns:a="http://schemas.openxmlformats.org/drawingml/2006/main">
            <a:pathLst>
              <a:path w="266825" h="93424">
                <a:moveTo>
                  <a:pt x="0" y="93424"/>
                </a:moveTo>
                <a:lnTo>
                  <a:pt x="266825" y="93424"/>
                </a:lnTo>
                <a:lnTo>
                  <a:pt x="266825" y="0"/>
                </a:lnTo>
                <a:lnTo>
                  <a:pt x="0" y="0"/>
                </a:lnTo>
                <a:lnTo>
                  <a:pt x="0" y="93424"/>
                </a:lnTo>
                <a:close/>
              </a:path>
            </a:pathLst>
          </a:custGeom>
          <a:solidFill xmlns:a="http://schemas.openxmlformats.org/drawingml/2006/main">
            <a:srgbClr val="4C72B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C0A86-B588-4170-8FE2-21F7D78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587" y="1417502"/>
            <a:ext cx="68441" cy="100764"/>
          </a:xfrm>
          <a:custGeom xmlns:a="http://schemas.openxmlformats.org/drawingml/2006/main">
            <a:pathLst>
              <a:path w="68441" h="100764">
                <a:moveTo>
                  <a:pt x="62570" y="4938"/>
                </a:moveTo>
                <a:lnTo>
                  <a:pt x="62570" y="17750"/>
                </a:lnTo>
                <a:cubicBezTo>
                  <a:pt x="57500" y="15348"/>
                  <a:pt x="52831" y="13613"/>
                  <a:pt x="48428" y="12412"/>
                </a:cubicBezTo>
                <a:cubicBezTo>
                  <a:pt x="43892" y="11344"/>
                  <a:pt x="39624" y="10676"/>
                  <a:pt x="35621" y="10676"/>
                </a:cubicBezTo>
                <a:cubicBezTo>
                  <a:pt x="28417" y="10676"/>
                  <a:pt x="22813" y="12144"/>
                  <a:pt x="18945" y="14814"/>
                </a:cubicBezTo>
                <a:cubicBezTo>
                  <a:pt x="15075" y="17617"/>
                  <a:pt x="13208" y="21620"/>
                  <a:pt x="13208" y="26692"/>
                </a:cubicBezTo>
                <a:cubicBezTo>
                  <a:pt x="13208" y="30962"/>
                  <a:pt x="14409" y="34299"/>
                  <a:pt x="17076" y="36435"/>
                </a:cubicBezTo>
                <a:cubicBezTo>
                  <a:pt x="19611" y="38704"/>
                  <a:pt x="24547" y="40439"/>
                  <a:pt x="31752" y="41773"/>
                </a:cubicBezTo>
                <a:lnTo>
                  <a:pt x="39756" y="43376"/>
                </a:lnTo>
                <a:cubicBezTo>
                  <a:pt x="49496" y="45244"/>
                  <a:pt x="56700" y="48581"/>
                  <a:pt x="61369" y="53251"/>
                </a:cubicBezTo>
                <a:cubicBezTo>
                  <a:pt x="66039" y="58056"/>
                  <a:pt x="68441" y="64329"/>
                  <a:pt x="68441" y="72204"/>
                </a:cubicBezTo>
                <a:cubicBezTo>
                  <a:pt x="68441" y="81679"/>
                  <a:pt x="65239" y="88753"/>
                  <a:pt x="58969" y="93558"/>
                </a:cubicBezTo>
                <a:cubicBezTo>
                  <a:pt x="52564" y="98362"/>
                  <a:pt x="43359" y="100764"/>
                  <a:pt x="31218" y="100764"/>
                </a:cubicBezTo>
                <a:cubicBezTo>
                  <a:pt x="26549" y="100764"/>
                  <a:pt x="21612" y="100231"/>
                  <a:pt x="16409" y="99296"/>
                </a:cubicBezTo>
                <a:cubicBezTo>
                  <a:pt x="11206" y="98362"/>
                  <a:pt x="5870" y="96894"/>
                  <a:pt x="400" y="94758"/>
                </a:cubicBezTo>
                <a:lnTo>
                  <a:pt x="400" y="81146"/>
                </a:lnTo>
                <a:cubicBezTo>
                  <a:pt x="5737" y="84215"/>
                  <a:pt x="10939" y="86484"/>
                  <a:pt x="16008" y="87952"/>
                </a:cubicBezTo>
                <a:cubicBezTo>
                  <a:pt x="21079" y="89553"/>
                  <a:pt x="26148" y="90221"/>
                  <a:pt x="31218" y="90221"/>
                </a:cubicBezTo>
                <a:cubicBezTo>
                  <a:pt x="38689" y="90221"/>
                  <a:pt x="44425" y="88753"/>
                  <a:pt x="48561" y="85816"/>
                </a:cubicBezTo>
                <a:cubicBezTo>
                  <a:pt x="52564" y="82880"/>
                  <a:pt x="54698" y="78743"/>
                  <a:pt x="54698" y="73137"/>
                </a:cubicBezTo>
                <a:cubicBezTo>
                  <a:pt x="54698" y="68332"/>
                  <a:pt x="53232" y="64595"/>
                  <a:pt x="50297" y="61926"/>
                </a:cubicBezTo>
                <a:cubicBezTo>
                  <a:pt x="47360" y="59257"/>
                  <a:pt x="42558" y="57256"/>
                  <a:pt x="35888" y="55920"/>
                </a:cubicBezTo>
                <a:lnTo>
                  <a:pt x="27882" y="54319"/>
                </a:lnTo>
                <a:cubicBezTo>
                  <a:pt x="18010" y="52451"/>
                  <a:pt x="10939" y="49381"/>
                  <a:pt x="6537" y="45110"/>
                </a:cubicBezTo>
                <a:cubicBezTo>
                  <a:pt x="2134" y="40972"/>
                  <a:pt x="0" y="35234"/>
                  <a:pt x="0" y="27760"/>
                </a:cubicBezTo>
                <a:cubicBezTo>
                  <a:pt x="0" y="19218"/>
                  <a:pt x="2935" y="12412"/>
                  <a:pt x="9072" y="7474"/>
                </a:cubicBezTo>
                <a:cubicBezTo>
                  <a:pt x="15075" y="2535"/>
                  <a:pt x="23481" y="0"/>
                  <a:pt x="34152" y="0"/>
                </a:cubicBezTo>
                <a:cubicBezTo>
                  <a:pt x="38689" y="0"/>
                  <a:pt x="43225" y="400"/>
                  <a:pt x="48028" y="1201"/>
                </a:cubicBezTo>
                <a:cubicBezTo>
                  <a:pt x="52697" y="2001"/>
                  <a:pt x="57500" y="3337"/>
                  <a:pt x="62570" y="49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2FF97-CC91-42F3-B165-0420394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542" y="1419236"/>
            <a:ext cx="81782" cy="97295"/>
          </a:xfrm>
          <a:custGeom xmlns:a="http://schemas.openxmlformats.org/drawingml/2006/main">
            <a:pathLst>
              <a:path w="81782" h="97295">
                <a:moveTo>
                  <a:pt x="13208" y="10811"/>
                </a:moveTo>
                <a:lnTo>
                  <a:pt x="13208" y="86484"/>
                </a:lnTo>
                <a:lnTo>
                  <a:pt x="29083" y="86484"/>
                </a:lnTo>
                <a:cubicBezTo>
                  <a:pt x="42425" y="86484"/>
                  <a:pt x="52297" y="83549"/>
                  <a:pt x="58568" y="77409"/>
                </a:cubicBezTo>
                <a:cubicBezTo>
                  <a:pt x="64705" y="71270"/>
                  <a:pt x="67906" y="61660"/>
                  <a:pt x="67906" y="48581"/>
                </a:cubicBezTo>
                <a:cubicBezTo>
                  <a:pt x="67906" y="35501"/>
                  <a:pt x="64705" y="26026"/>
                  <a:pt x="58568" y="19886"/>
                </a:cubicBezTo>
                <a:cubicBezTo>
                  <a:pt x="52297" y="13880"/>
                  <a:pt x="42425" y="10811"/>
                  <a:pt x="29083" y="10811"/>
                </a:cubicBezTo>
                <a:lnTo>
                  <a:pt x="13208" y="10811"/>
                </a:lnTo>
                <a:close/>
                <a:moveTo>
                  <a:pt x="0" y="0"/>
                </a:moveTo>
                <a:lnTo>
                  <a:pt x="27082" y="0"/>
                </a:lnTo>
                <a:cubicBezTo>
                  <a:pt x="45894" y="0"/>
                  <a:pt x="59769" y="4004"/>
                  <a:pt x="68574" y="11746"/>
                </a:cubicBezTo>
                <a:cubicBezTo>
                  <a:pt x="77379" y="19620"/>
                  <a:pt x="81782" y="31899"/>
                  <a:pt x="81782" y="48581"/>
                </a:cubicBezTo>
                <a:cubicBezTo>
                  <a:pt x="81782" y="65397"/>
                  <a:pt x="77246" y="77676"/>
                  <a:pt x="68441" y="85550"/>
                </a:cubicBezTo>
                <a:cubicBezTo>
                  <a:pt x="59635" y="93425"/>
                  <a:pt x="45761" y="97295"/>
                  <a:pt x="27082" y="97295"/>
                </a:cubicBezTo>
                <a:lnTo>
                  <a:pt x="0" y="97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8BE3B-73C3-4D33-A235-2E7FFD3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272" y="1419236"/>
            <a:ext cx="62838" cy="97295"/>
          </a:xfrm>
          <a:custGeom xmlns:a="http://schemas.openxmlformats.org/drawingml/2006/main">
            <a:pathLst>
              <a:path w="62838" h="97295">
                <a:moveTo>
                  <a:pt x="13208" y="10811"/>
                </a:moveTo>
                <a:lnTo>
                  <a:pt x="13208" y="47380"/>
                </a:lnTo>
                <a:lnTo>
                  <a:pt x="29752" y="47380"/>
                </a:lnTo>
                <a:cubicBezTo>
                  <a:pt x="35888" y="47380"/>
                  <a:pt x="40559" y="45912"/>
                  <a:pt x="43894" y="42708"/>
                </a:cubicBezTo>
                <a:cubicBezTo>
                  <a:pt x="47229" y="39506"/>
                  <a:pt x="48963" y="34968"/>
                  <a:pt x="48963" y="29095"/>
                </a:cubicBezTo>
                <a:cubicBezTo>
                  <a:pt x="48963" y="23222"/>
                  <a:pt x="47229" y="18819"/>
                  <a:pt x="43894" y="15616"/>
                </a:cubicBezTo>
                <a:cubicBezTo>
                  <a:pt x="40559" y="12412"/>
                  <a:pt x="35888" y="10811"/>
                  <a:pt x="29752" y="10811"/>
                </a:cubicBezTo>
                <a:lnTo>
                  <a:pt x="13208" y="10811"/>
                </a:lnTo>
                <a:close/>
                <a:moveTo>
                  <a:pt x="0" y="0"/>
                </a:moveTo>
                <a:lnTo>
                  <a:pt x="29752" y="0"/>
                </a:lnTo>
                <a:cubicBezTo>
                  <a:pt x="40559" y="0"/>
                  <a:pt x="48830" y="2536"/>
                  <a:pt x="54432" y="7474"/>
                </a:cubicBezTo>
                <a:cubicBezTo>
                  <a:pt x="60036" y="12412"/>
                  <a:pt x="62838" y="19620"/>
                  <a:pt x="62838" y="29095"/>
                </a:cubicBezTo>
                <a:cubicBezTo>
                  <a:pt x="62838" y="38705"/>
                  <a:pt x="60036" y="46045"/>
                  <a:pt x="54432" y="50850"/>
                </a:cubicBezTo>
                <a:cubicBezTo>
                  <a:pt x="48830" y="55787"/>
                  <a:pt x="40559" y="58191"/>
                  <a:pt x="29752" y="58191"/>
                </a:cubicBezTo>
                <a:lnTo>
                  <a:pt x="13208" y="58191"/>
                </a:lnTo>
                <a:lnTo>
                  <a:pt x="13208" y="97295"/>
                </a:lnTo>
                <a:lnTo>
                  <a:pt x="0" y="97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EF152-5DEC-4E14-9C5E-4D41300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717" y="1419236"/>
            <a:ext cx="89120" cy="97295"/>
          </a:xfrm>
          <a:custGeom xmlns:a="http://schemas.openxmlformats.org/drawingml/2006/main">
            <a:pathLst>
              <a:path w="89120" h="97295">
                <a:moveTo>
                  <a:pt x="44560" y="12947"/>
                </a:moveTo>
                <a:lnTo>
                  <a:pt x="26682" y="61393"/>
                </a:lnTo>
                <a:lnTo>
                  <a:pt x="62437" y="61393"/>
                </a:lnTo>
                <a:lnTo>
                  <a:pt x="44560" y="12947"/>
                </a:lnTo>
                <a:close/>
                <a:moveTo>
                  <a:pt x="37089" y="0"/>
                </a:moveTo>
                <a:lnTo>
                  <a:pt x="52031" y="0"/>
                </a:lnTo>
                <a:lnTo>
                  <a:pt x="89120" y="97295"/>
                </a:lnTo>
                <a:lnTo>
                  <a:pt x="75379" y="97295"/>
                </a:lnTo>
                <a:lnTo>
                  <a:pt x="66572" y="72338"/>
                </a:lnTo>
                <a:lnTo>
                  <a:pt x="22680" y="72338"/>
                </a:lnTo>
                <a:lnTo>
                  <a:pt x="13874" y="97295"/>
                </a:lnTo>
                <a:lnTo>
                  <a:pt x="0" y="97295"/>
                </a:lnTo>
                <a:lnTo>
                  <a:pt x="370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349A8-93C7-4CFF-B1A5-119C632C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327" y="1417502"/>
            <a:ext cx="90721" cy="100764"/>
          </a:xfrm>
          <a:custGeom xmlns:a="http://schemas.openxmlformats.org/drawingml/2006/main">
            <a:pathLst>
              <a:path w="90721" h="100764">
                <a:moveTo>
                  <a:pt x="66840" y="84482"/>
                </a:moveTo>
                <a:lnTo>
                  <a:pt x="71909" y="58990"/>
                </a:lnTo>
                <a:lnTo>
                  <a:pt x="50297" y="58990"/>
                </a:lnTo>
                <a:lnTo>
                  <a:pt x="52297" y="48179"/>
                </a:lnTo>
                <a:lnTo>
                  <a:pt x="86851" y="48179"/>
                </a:lnTo>
                <a:lnTo>
                  <a:pt x="78446" y="91021"/>
                </a:lnTo>
                <a:cubicBezTo>
                  <a:pt x="72577" y="94225"/>
                  <a:pt x="66305" y="96760"/>
                  <a:pt x="59502" y="98362"/>
                </a:cubicBezTo>
                <a:cubicBezTo>
                  <a:pt x="52697" y="99964"/>
                  <a:pt x="45894" y="100764"/>
                  <a:pt x="38956" y="100764"/>
                </a:cubicBezTo>
                <a:cubicBezTo>
                  <a:pt x="26682" y="100764"/>
                  <a:pt x="17209" y="97427"/>
                  <a:pt x="10273" y="90754"/>
                </a:cubicBezTo>
                <a:cubicBezTo>
                  <a:pt x="3335" y="84081"/>
                  <a:pt x="0" y="74605"/>
                  <a:pt x="0" y="62461"/>
                </a:cubicBezTo>
                <a:cubicBezTo>
                  <a:pt x="0" y="52451"/>
                  <a:pt x="2001" y="42975"/>
                  <a:pt x="6270" y="33899"/>
                </a:cubicBezTo>
                <a:cubicBezTo>
                  <a:pt x="10406" y="24824"/>
                  <a:pt x="16143" y="17350"/>
                  <a:pt x="23614" y="11211"/>
                </a:cubicBezTo>
                <a:cubicBezTo>
                  <a:pt x="28150" y="7474"/>
                  <a:pt x="33219" y="4670"/>
                  <a:pt x="38823" y="2802"/>
                </a:cubicBezTo>
                <a:cubicBezTo>
                  <a:pt x="44292" y="933"/>
                  <a:pt x="50430" y="0"/>
                  <a:pt x="57233" y="0"/>
                </a:cubicBezTo>
                <a:cubicBezTo>
                  <a:pt x="63237" y="0"/>
                  <a:pt x="69107" y="801"/>
                  <a:pt x="74711" y="2269"/>
                </a:cubicBezTo>
                <a:cubicBezTo>
                  <a:pt x="80313" y="3870"/>
                  <a:pt x="85650" y="6139"/>
                  <a:pt x="90721" y="9208"/>
                </a:cubicBezTo>
                <a:lnTo>
                  <a:pt x="88052" y="23222"/>
                </a:lnTo>
                <a:cubicBezTo>
                  <a:pt x="84049" y="19218"/>
                  <a:pt x="79513" y="16014"/>
                  <a:pt x="74311" y="13880"/>
                </a:cubicBezTo>
                <a:cubicBezTo>
                  <a:pt x="68974" y="11744"/>
                  <a:pt x="63370" y="10676"/>
                  <a:pt x="57500" y="10676"/>
                </a:cubicBezTo>
                <a:cubicBezTo>
                  <a:pt x="50563" y="10676"/>
                  <a:pt x="44425" y="12012"/>
                  <a:pt x="39223" y="14681"/>
                </a:cubicBezTo>
                <a:cubicBezTo>
                  <a:pt x="33887" y="17350"/>
                  <a:pt x="29216" y="21354"/>
                  <a:pt x="25215" y="26825"/>
                </a:cubicBezTo>
                <a:cubicBezTo>
                  <a:pt x="21612" y="31630"/>
                  <a:pt x="18810" y="37102"/>
                  <a:pt x="16809" y="43509"/>
                </a:cubicBezTo>
                <a:cubicBezTo>
                  <a:pt x="14809" y="49915"/>
                  <a:pt x="13874" y="56321"/>
                  <a:pt x="13874" y="62861"/>
                </a:cubicBezTo>
                <a:cubicBezTo>
                  <a:pt x="13874" y="71936"/>
                  <a:pt x="16143" y="78877"/>
                  <a:pt x="20812" y="83415"/>
                </a:cubicBezTo>
                <a:cubicBezTo>
                  <a:pt x="25348" y="87952"/>
                  <a:pt x="32285" y="90221"/>
                  <a:pt x="41625" y="90221"/>
                </a:cubicBezTo>
                <a:cubicBezTo>
                  <a:pt x="46161" y="90221"/>
                  <a:pt x="50697" y="89821"/>
                  <a:pt x="54966" y="88753"/>
                </a:cubicBezTo>
                <a:cubicBezTo>
                  <a:pt x="59234" y="87818"/>
                  <a:pt x="63104" y="86351"/>
                  <a:pt x="66840" y="84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3EFA1-2F4D-4026-8E74-0478A6A9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77" y="1470321"/>
            <a:ext cx="40531" cy="68106"/>
          </a:xfrm>
          <a:custGeom xmlns:a="http://schemas.openxmlformats.org/drawingml/2006/main">
            <a:pathLst>
              <a:path w="40531" h="68106">
                <a:moveTo>
                  <a:pt x="1308" y="60352"/>
                </a:moveTo>
                <a:lnTo>
                  <a:pt x="16344" y="60352"/>
                </a:lnTo>
                <a:lnTo>
                  <a:pt x="16344" y="8407"/>
                </a:lnTo>
                <a:lnTo>
                  <a:pt x="0" y="11678"/>
                </a:lnTo>
                <a:lnTo>
                  <a:pt x="0" y="3270"/>
                </a:lnTo>
                <a:lnTo>
                  <a:pt x="16250" y="0"/>
                </a:lnTo>
                <a:lnTo>
                  <a:pt x="25496" y="0"/>
                </a:lnTo>
                <a:lnTo>
                  <a:pt x="25496" y="60352"/>
                </a:lnTo>
                <a:lnTo>
                  <a:pt x="40531" y="60352"/>
                </a:lnTo>
                <a:lnTo>
                  <a:pt x="40531" y="68106"/>
                </a:lnTo>
                <a:lnTo>
                  <a:pt x="1308" y="68106"/>
                </a:lnTo>
                <a:lnTo>
                  <a:pt x="1308" y="60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07801-243A-415A-8E07-BE07D8EC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26" y="1630949"/>
            <a:ext cx="266825" cy="93424"/>
          </a:xfrm>
          <a:custGeom xmlns:a="http://schemas.openxmlformats.org/drawingml/2006/main">
            <a:pathLst>
              <a:path w="266825" h="93424">
                <a:moveTo>
                  <a:pt x="0" y="93424"/>
                </a:moveTo>
                <a:lnTo>
                  <a:pt x="266825" y="93424"/>
                </a:lnTo>
                <a:lnTo>
                  <a:pt x="266825" y="0"/>
                </a:lnTo>
                <a:lnTo>
                  <a:pt x="0" y="0"/>
                </a:lnTo>
                <a:lnTo>
                  <a:pt x="0" y="93424"/>
                </a:lnTo>
                <a:close/>
              </a:path>
            </a:pathLst>
          </a:custGeom>
          <a:solidFill xmlns:a="http://schemas.openxmlformats.org/drawingml/2006/main">
            <a:srgbClr val="55A868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C3CBC-3B85-48FB-8A43-78E655E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84" y="1645946"/>
            <a:ext cx="70976" cy="73004"/>
          </a:xfrm>
          <a:custGeom xmlns:a="http://schemas.openxmlformats.org/drawingml/2006/main">
            <a:pathLst>
              <a:path w="70976" h="73004">
                <a:moveTo>
                  <a:pt x="0" y="0"/>
                </a:moveTo>
                <a:lnTo>
                  <a:pt x="12675" y="0"/>
                </a:lnTo>
                <a:lnTo>
                  <a:pt x="35488" y="61260"/>
                </a:lnTo>
                <a:lnTo>
                  <a:pt x="58301" y="0"/>
                </a:lnTo>
                <a:lnTo>
                  <a:pt x="70976" y="0"/>
                </a:lnTo>
                <a:lnTo>
                  <a:pt x="43626" y="73004"/>
                </a:lnTo>
                <a:lnTo>
                  <a:pt x="27349" y="730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4B5A3-F246-4A48-8BA1-EC56357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739" y="1644211"/>
            <a:ext cx="61638" cy="76475"/>
          </a:xfrm>
          <a:custGeom xmlns:a="http://schemas.openxmlformats.org/drawingml/2006/main">
            <a:pathLst>
              <a:path w="61638" h="76475">
                <a:moveTo>
                  <a:pt x="37757" y="38037"/>
                </a:moveTo>
                <a:cubicBezTo>
                  <a:pt x="28017" y="38037"/>
                  <a:pt x="21346" y="39238"/>
                  <a:pt x="17611" y="41374"/>
                </a:cubicBezTo>
                <a:cubicBezTo>
                  <a:pt x="13875" y="43643"/>
                  <a:pt x="12007" y="47380"/>
                  <a:pt x="12007" y="52718"/>
                </a:cubicBezTo>
                <a:cubicBezTo>
                  <a:pt x="12007" y="56990"/>
                  <a:pt x="13342" y="60459"/>
                  <a:pt x="16143" y="62863"/>
                </a:cubicBezTo>
                <a:cubicBezTo>
                  <a:pt x="18945" y="65397"/>
                  <a:pt x="22815" y="66600"/>
                  <a:pt x="27617" y="66600"/>
                </a:cubicBezTo>
                <a:cubicBezTo>
                  <a:pt x="34287" y="66600"/>
                  <a:pt x="39624" y="64329"/>
                  <a:pt x="43626" y="59526"/>
                </a:cubicBezTo>
                <a:cubicBezTo>
                  <a:pt x="47629" y="54854"/>
                  <a:pt x="49631" y="48581"/>
                  <a:pt x="49631" y="40707"/>
                </a:cubicBezTo>
                <a:lnTo>
                  <a:pt x="49631" y="38037"/>
                </a:lnTo>
                <a:lnTo>
                  <a:pt x="37757" y="38037"/>
                </a:lnTo>
                <a:close/>
                <a:moveTo>
                  <a:pt x="61638" y="33100"/>
                </a:moveTo>
                <a:lnTo>
                  <a:pt x="61638" y="74740"/>
                </a:lnTo>
                <a:lnTo>
                  <a:pt x="49631" y="74740"/>
                </a:lnTo>
                <a:lnTo>
                  <a:pt x="49631" y="63663"/>
                </a:lnTo>
                <a:cubicBezTo>
                  <a:pt x="46829" y="68201"/>
                  <a:pt x="43359" y="71403"/>
                  <a:pt x="39358" y="73406"/>
                </a:cubicBezTo>
                <a:cubicBezTo>
                  <a:pt x="35355" y="75407"/>
                  <a:pt x="30286" y="76475"/>
                  <a:pt x="24414" y="76475"/>
                </a:cubicBezTo>
                <a:cubicBezTo>
                  <a:pt x="16943" y="76475"/>
                  <a:pt x="10941" y="74474"/>
                  <a:pt x="6537" y="70337"/>
                </a:cubicBezTo>
                <a:cubicBezTo>
                  <a:pt x="2134" y="66198"/>
                  <a:pt x="0" y="60592"/>
                  <a:pt x="0" y="53520"/>
                </a:cubicBezTo>
                <a:cubicBezTo>
                  <a:pt x="0" y="45379"/>
                  <a:pt x="2669" y="39238"/>
                  <a:pt x="8272" y="34968"/>
                </a:cubicBezTo>
                <a:cubicBezTo>
                  <a:pt x="13743" y="30831"/>
                  <a:pt x="21880" y="28695"/>
                  <a:pt x="32820" y="28695"/>
                </a:cubicBezTo>
                <a:lnTo>
                  <a:pt x="49631" y="28695"/>
                </a:lnTo>
                <a:lnTo>
                  <a:pt x="49631" y="27494"/>
                </a:lnTo>
                <a:cubicBezTo>
                  <a:pt x="49631" y="22022"/>
                  <a:pt x="47762" y="17751"/>
                  <a:pt x="44160" y="14682"/>
                </a:cubicBezTo>
                <a:cubicBezTo>
                  <a:pt x="40559" y="11746"/>
                  <a:pt x="35488" y="10145"/>
                  <a:pt x="28950" y="10145"/>
                </a:cubicBezTo>
                <a:cubicBezTo>
                  <a:pt x="24682" y="10145"/>
                  <a:pt x="20679" y="10678"/>
                  <a:pt x="16677" y="11746"/>
                </a:cubicBezTo>
                <a:cubicBezTo>
                  <a:pt x="12675" y="12814"/>
                  <a:pt x="8939" y="14282"/>
                  <a:pt x="5337" y="16150"/>
                </a:cubicBezTo>
                <a:lnTo>
                  <a:pt x="5337" y="5072"/>
                </a:lnTo>
                <a:cubicBezTo>
                  <a:pt x="9607" y="3471"/>
                  <a:pt x="13875" y="2136"/>
                  <a:pt x="18011" y="1335"/>
                </a:cubicBezTo>
                <a:cubicBezTo>
                  <a:pt x="22147" y="535"/>
                  <a:pt x="26150" y="0"/>
                  <a:pt x="30151" y="0"/>
                </a:cubicBezTo>
                <a:cubicBezTo>
                  <a:pt x="40691" y="0"/>
                  <a:pt x="48563" y="2803"/>
                  <a:pt x="53766" y="8276"/>
                </a:cubicBezTo>
                <a:cubicBezTo>
                  <a:pt x="58969" y="13747"/>
                  <a:pt x="61638" y="22022"/>
                  <a:pt x="61638" y="331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104F3-1C72-4CD6-AEA8-D59DC695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030" y="1617518"/>
            <a:ext cx="12008" cy="101432"/>
          </a:xfrm>
          <a:custGeom xmlns:a="http://schemas.openxmlformats.org/drawingml/2006/main">
            <a:pathLst>
              <a:path w="12008" h="101432">
                <a:moveTo>
                  <a:pt x="0" y="101432"/>
                </a:moveTo>
                <a:lnTo>
                  <a:pt x="12008" y="101432"/>
                </a:lnTo>
                <a:lnTo>
                  <a:pt x="12008" y="0"/>
                </a:lnTo>
                <a:lnTo>
                  <a:pt x="0" y="0"/>
                </a:lnTo>
                <a:lnTo>
                  <a:pt x="0" y="101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C8616-3B2B-461E-92D8-7CC6FB9C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95" y="1644211"/>
            <a:ext cx="61104" cy="76475"/>
          </a:xfrm>
          <a:custGeom xmlns:a="http://schemas.openxmlformats.org/drawingml/2006/main">
            <a:pathLst>
              <a:path w="61104" h="76475">
                <a:moveTo>
                  <a:pt x="0" y="45912"/>
                </a:moveTo>
                <a:lnTo>
                  <a:pt x="0" y="1736"/>
                </a:lnTo>
                <a:lnTo>
                  <a:pt x="12007" y="1736"/>
                </a:lnTo>
                <a:lnTo>
                  <a:pt x="12007" y="45511"/>
                </a:lnTo>
                <a:cubicBezTo>
                  <a:pt x="12007" y="52452"/>
                  <a:pt x="13342" y="57523"/>
                  <a:pt x="16010" y="60994"/>
                </a:cubicBezTo>
                <a:cubicBezTo>
                  <a:pt x="18679" y="64464"/>
                  <a:pt x="22680" y="66198"/>
                  <a:pt x="28151" y="66198"/>
                </a:cubicBezTo>
                <a:cubicBezTo>
                  <a:pt x="34554" y="66198"/>
                  <a:pt x="39758" y="64196"/>
                  <a:pt x="43493" y="60059"/>
                </a:cubicBezTo>
                <a:cubicBezTo>
                  <a:pt x="47229" y="55922"/>
                  <a:pt x="49096" y="50316"/>
                  <a:pt x="49096" y="43110"/>
                </a:cubicBezTo>
                <a:lnTo>
                  <a:pt x="49096" y="1736"/>
                </a:lnTo>
                <a:lnTo>
                  <a:pt x="61104" y="1736"/>
                </a:lnTo>
                <a:lnTo>
                  <a:pt x="61104" y="74740"/>
                </a:lnTo>
                <a:lnTo>
                  <a:pt x="49096" y="74740"/>
                </a:lnTo>
                <a:lnTo>
                  <a:pt x="49096" y="63529"/>
                </a:lnTo>
                <a:cubicBezTo>
                  <a:pt x="46161" y="68066"/>
                  <a:pt x="42693" y="71270"/>
                  <a:pt x="38957" y="73406"/>
                </a:cubicBezTo>
                <a:cubicBezTo>
                  <a:pt x="35087" y="75407"/>
                  <a:pt x="30686" y="76475"/>
                  <a:pt x="25615" y="76475"/>
                </a:cubicBezTo>
                <a:cubicBezTo>
                  <a:pt x="17211" y="76475"/>
                  <a:pt x="10808" y="73939"/>
                  <a:pt x="6537" y="68734"/>
                </a:cubicBezTo>
                <a:cubicBezTo>
                  <a:pt x="2136" y="63663"/>
                  <a:pt x="0" y="56055"/>
                  <a:pt x="0" y="45912"/>
                </a:cubicBezTo>
                <a:close/>
                <a:moveTo>
                  <a:pt x="30151" y="0"/>
                </a:moveTo>
                <a:lnTo>
                  <a:pt x="301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E50F1-DDB8-4713-B7C3-CC451FB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449" y="1644211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6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5" y="49383"/>
                  <a:pt x="15477" y="55789"/>
                  <a:pt x="20013" y="60059"/>
                </a:cubicBezTo>
                <a:cubicBezTo>
                  <a:pt x="24414" y="64329"/>
                  <a:pt x="30551" y="66465"/>
                  <a:pt x="38557" y="66465"/>
                </a:cubicBezTo>
                <a:cubicBezTo>
                  <a:pt x="43093" y="66465"/>
                  <a:pt x="47629" y="65932"/>
                  <a:pt x="51898" y="64864"/>
                </a:cubicBezTo>
                <a:cubicBezTo>
                  <a:pt x="56167" y="63796"/>
                  <a:pt x="60570" y="62061"/>
                  <a:pt x="64838" y="59659"/>
                </a:cubicBezTo>
                <a:lnTo>
                  <a:pt x="64838" y="71003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2"/>
                  <a:pt x="42425" y="76475"/>
                  <a:pt x="37889" y="76475"/>
                </a:cubicBezTo>
                <a:cubicBezTo>
                  <a:pt x="26148" y="76475"/>
                  <a:pt x="16943" y="73139"/>
                  <a:pt x="10140" y="66465"/>
                </a:cubicBezTo>
                <a:cubicBezTo>
                  <a:pt x="3335" y="59792"/>
                  <a:pt x="0" y="50584"/>
                  <a:pt x="0" y="38972"/>
                </a:cubicBezTo>
                <a:cubicBezTo>
                  <a:pt x="0" y="27094"/>
                  <a:pt x="3202" y="17619"/>
                  <a:pt x="9605" y="10545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5" y="3204"/>
                  <a:pt x="59101" y="9477"/>
                </a:cubicBezTo>
                <a:cubicBezTo>
                  <a:pt x="64705" y="15883"/>
                  <a:pt x="67640" y="24425"/>
                  <a:pt x="67640" y="35236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20"/>
                  <a:pt x="50164" y="16016"/>
                </a:cubicBezTo>
                <a:cubicBezTo>
                  <a:pt x="46561" y="12146"/>
                  <a:pt x="41758" y="10145"/>
                  <a:pt x="35888" y="10145"/>
                </a:cubicBezTo>
                <a:cubicBezTo>
                  <a:pt x="29218" y="10145"/>
                  <a:pt x="23881" y="12146"/>
                  <a:pt x="19878" y="15883"/>
                </a:cubicBezTo>
                <a:cubicBezTo>
                  <a:pt x="15877" y="19620"/>
                  <a:pt x="13475" y="24958"/>
                  <a:pt x="12940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47789-3375-426C-A77F-E5EE8E4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603" y="1619922"/>
            <a:ext cx="90721" cy="100764"/>
          </a:xfrm>
          <a:custGeom xmlns:a="http://schemas.openxmlformats.org/drawingml/2006/main">
            <a:pathLst>
              <a:path w="90721" h="100764">
                <a:moveTo>
                  <a:pt x="66840" y="84481"/>
                </a:moveTo>
                <a:lnTo>
                  <a:pt x="71909" y="58990"/>
                </a:lnTo>
                <a:lnTo>
                  <a:pt x="50297" y="58990"/>
                </a:lnTo>
                <a:lnTo>
                  <a:pt x="52298" y="48179"/>
                </a:lnTo>
                <a:lnTo>
                  <a:pt x="86851" y="48179"/>
                </a:lnTo>
                <a:lnTo>
                  <a:pt x="78446" y="91021"/>
                </a:lnTo>
                <a:cubicBezTo>
                  <a:pt x="72577" y="94224"/>
                  <a:pt x="66307" y="96760"/>
                  <a:pt x="59502" y="98362"/>
                </a:cubicBezTo>
                <a:cubicBezTo>
                  <a:pt x="52698" y="99964"/>
                  <a:pt x="45894" y="100764"/>
                  <a:pt x="38956" y="100764"/>
                </a:cubicBezTo>
                <a:cubicBezTo>
                  <a:pt x="26683" y="100764"/>
                  <a:pt x="17211" y="97427"/>
                  <a:pt x="10273" y="90754"/>
                </a:cubicBezTo>
                <a:cubicBezTo>
                  <a:pt x="3335" y="84081"/>
                  <a:pt x="0" y="74605"/>
                  <a:pt x="0" y="62461"/>
                </a:cubicBezTo>
                <a:cubicBezTo>
                  <a:pt x="0" y="52451"/>
                  <a:pt x="2001" y="42974"/>
                  <a:pt x="6270" y="33899"/>
                </a:cubicBezTo>
                <a:cubicBezTo>
                  <a:pt x="10406" y="24824"/>
                  <a:pt x="16143" y="17350"/>
                  <a:pt x="23614" y="11209"/>
                </a:cubicBezTo>
                <a:cubicBezTo>
                  <a:pt x="28150" y="7474"/>
                  <a:pt x="33219" y="4670"/>
                  <a:pt x="38823" y="2802"/>
                </a:cubicBezTo>
                <a:cubicBezTo>
                  <a:pt x="44292" y="933"/>
                  <a:pt x="50430" y="0"/>
                  <a:pt x="57234" y="0"/>
                </a:cubicBezTo>
                <a:cubicBezTo>
                  <a:pt x="63237" y="0"/>
                  <a:pt x="69107" y="801"/>
                  <a:pt x="74711" y="2269"/>
                </a:cubicBezTo>
                <a:cubicBezTo>
                  <a:pt x="80315" y="3870"/>
                  <a:pt x="85652" y="6139"/>
                  <a:pt x="90721" y="9208"/>
                </a:cubicBezTo>
                <a:lnTo>
                  <a:pt x="88052" y="23222"/>
                </a:lnTo>
                <a:cubicBezTo>
                  <a:pt x="84050" y="19218"/>
                  <a:pt x="79514" y="16014"/>
                  <a:pt x="74311" y="13880"/>
                </a:cubicBezTo>
                <a:cubicBezTo>
                  <a:pt x="68974" y="11744"/>
                  <a:pt x="63372" y="10676"/>
                  <a:pt x="57500" y="10676"/>
                </a:cubicBezTo>
                <a:cubicBezTo>
                  <a:pt x="50563" y="10676"/>
                  <a:pt x="44427" y="12012"/>
                  <a:pt x="39223" y="14681"/>
                </a:cubicBezTo>
                <a:cubicBezTo>
                  <a:pt x="33887" y="17350"/>
                  <a:pt x="29218" y="21354"/>
                  <a:pt x="25215" y="26825"/>
                </a:cubicBezTo>
                <a:cubicBezTo>
                  <a:pt x="21612" y="31630"/>
                  <a:pt x="18812" y="37102"/>
                  <a:pt x="16810" y="43509"/>
                </a:cubicBezTo>
                <a:cubicBezTo>
                  <a:pt x="14809" y="49915"/>
                  <a:pt x="13875" y="56321"/>
                  <a:pt x="13875" y="62861"/>
                </a:cubicBezTo>
                <a:cubicBezTo>
                  <a:pt x="13875" y="71936"/>
                  <a:pt x="16143" y="78875"/>
                  <a:pt x="20812" y="83415"/>
                </a:cubicBezTo>
                <a:cubicBezTo>
                  <a:pt x="25348" y="87952"/>
                  <a:pt x="32285" y="90221"/>
                  <a:pt x="41625" y="90221"/>
                </a:cubicBezTo>
                <a:cubicBezTo>
                  <a:pt x="46161" y="90221"/>
                  <a:pt x="50697" y="89821"/>
                  <a:pt x="54966" y="88753"/>
                </a:cubicBezTo>
                <a:cubicBezTo>
                  <a:pt x="59236" y="87818"/>
                  <a:pt x="63104" y="86349"/>
                  <a:pt x="66840" y="844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52D9E-7619-4F98-9744-CEC21D6A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799" y="1671527"/>
            <a:ext cx="43238" cy="69320"/>
          </a:xfrm>
          <a:custGeom xmlns:a="http://schemas.openxmlformats.org/drawingml/2006/main">
            <a:pathLst>
              <a:path w="43238" h="69320">
                <a:moveTo>
                  <a:pt x="11113" y="61567"/>
                </a:moveTo>
                <a:lnTo>
                  <a:pt x="43238" y="61567"/>
                </a:lnTo>
                <a:lnTo>
                  <a:pt x="43238" y="69320"/>
                </a:lnTo>
                <a:lnTo>
                  <a:pt x="0" y="69320"/>
                </a:lnTo>
                <a:lnTo>
                  <a:pt x="0" y="61567"/>
                </a:lnTo>
                <a:cubicBezTo>
                  <a:pt x="3455" y="58017"/>
                  <a:pt x="8217" y="53158"/>
                  <a:pt x="14288" y="46992"/>
                </a:cubicBezTo>
                <a:cubicBezTo>
                  <a:pt x="20265" y="40920"/>
                  <a:pt x="24094" y="36995"/>
                  <a:pt x="25682" y="35220"/>
                </a:cubicBezTo>
                <a:cubicBezTo>
                  <a:pt x="28669" y="31950"/>
                  <a:pt x="30725" y="29148"/>
                  <a:pt x="31846" y="26813"/>
                </a:cubicBezTo>
                <a:cubicBezTo>
                  <a:pt x="32965" y="24570"/>
                  <a:pt x="33619" y="22235"/>
                  <a:pt x="33619" y="19993"/>
                </a:cubicBezTo>
                <a:cubicBezTo>
                  <a:pt x="33619" y="16442"/>
                  <a:pt x="32313" y="13453"/>
                  <a:pt x="29790" y="11211"/>
                </a:cubicBezTo>
                <a:cubicBezTo>
                  <a:pt x="27269" y="8968"/>
                  <a:pt x="24000" y="7753"/>
                  <a:pt x="19892" y="7753"/>
                </a:cubicBezTo>
                <a:cubicBezTo>
                  <a:pt x="16996" y="7753"/>
                  <a:pt x="13915" y="8314"/>
                  <a:pt x="10740" y="9249"/>
                </a:cubicBezTo>
                <a:cubicBezTo>
                  <a:pt x="7565" y="10276"/>
                  <a:pt x="4109" y="11771"/>
                  <a:pt x="467" y="13827"/>
                </a:cubicBezTo>
                <a:lnTo>
                  <a:pt x="467" y="4485"/>
                </a:lnTo>
                <a:cubicBezTo>
                  <a:pt x="4202" y="2989"/>
                  <a:pt x="7657" y="1868"/>
                  <a:pt x="10833" y="1121"/>
                </a:cubicBezTo>
                <a:cubicBezTo>
                  <a:pt x="14008" y="373"/>
                  <a:pt x="16996" y="0"/>
                  <a:pt x="19705" y="0"/>
                </a:cubicBezTo>
                <a:cubicBezTo>
                  <a:pt x="26709" y="0"/>
                  <a:pt x="32313" y="1775"/>
                  <a:pt x="36515" y="5325"/>
                </a:cubicBezTo>
                <a:cubicBezTo>
                  <a:pt x="40717" y="8876"/>
                  <a:pt x="42865" y="13546"/>
                  <a:pt x="42865" y="19433"/>
                </a:cubicBezTo>
                <a:cubicBezTo>
                  <a:pt x="42865" y="22235"/>
                  <a:pt x="42305" y="24944"/>
                  <a:pt x="41278" y="27373"/>
                </a:cubicBezTo>
                <a:cubicBezTo>
                  <a:pt x="40250" y="29896"/>
                  <a:pt x="38382" y="32885"/>
                  <a:pt x="35581" y="36249"/>
                </a:cubicBezTo>
                <a:cubicBezTo>
                  <a:pt x="34834" y="37183"/>
                  <a:pt x="32405" y="39705"/>
                  <a:pt x="28296" y="43909"/>
                </a:cubicBezTo>
                <a:cubicBezTo>
                  <a:pt x="24188" y="48113"/>
                  <a:pt x="18490" y="53999"/>
                  <a:pt x="11113" y="6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8C38C-307C-470B-8E6F-29E4A100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26" y="1832255"/>
            <a:ext cx="266825" cy="93424"/>
          </a:xfrm>
          <a:custGeom xmlns:a="http://schemas.openxmlformats.org/drawingml/2006/main">
            <a:pathLst>
              <a:path w="266825" h="93424">
                <a:moveTo>
                  <a:pt x="0" y="93424"/>
                </a:moveTo>
                <a:lnTo>
                  <a:pt x="266825" y="93424"/>
                </a:lnTo>
                <a:lnTo>
                  <a:pt x="266825" y="0"/>
                </a:lnTo>
                <a:lnTo>
                  <a:pt x="0" y="0"/>
                </a:lnTo>
                <a:lnTo>
                  <a:pt x="0" y="93424"/>
                </a:lnTo>
                <a:close/>
              </a:path>
            </a:pathLst>
          </a:custGeom>
          <a:solidFill xmlns:a="http://schemas.openxmlformats.org/drawingml/2006/main">
            <a:srgbClr val="8DA0C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23A36-0441-4256-9CC0-23412C7A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922" y="1818826"/>
            <a:ext cx="64705" cy="101432"/>
          </a:xfrm>
          <a:custGeom xmlns:a="http://schemas.openxmlformats.org/drawingml/2006/main">
            <a:pathLst>
              <a:path w="64705" h="101432">
                <a:moveTo>
                  <a:pt x="0" y="0"/>
                </a:moveTo>
                <a:lnTo>
                  <a:pt x="12007" y="0"/>
                </a:lnTo>
                <a:lnTo>
                  <a:pt x="12007" y="59925"/>
                </a:lnTo>
                <a:lnTo>
                  <a:pt x="47762" y="28428"/>
                </a:lnTo>
                <a:lnTo>
                  <a:pt x="63104" y="28428"/>
                </a:lnTo>
                <a:lnTo>
                  <a:pt x="24414" y="62594"/>
                </a:lnTo>
                <a:lnTo>
                  <a:pt x="64705" y="101432"/>
                </a:lnTo>
                <a:lnTo>
                  <a:pt x="49096" y="101432"/>
                </a:lnTo>
                <a:lnTo>
                  <a:pt x="12007" y="65798"/>
                </a:lnTo>
                <a:lnTo>
                  <a:pt x="12007" y="101432"/>
                </a:lnTo>
                <a:lnTo>
                  <a:pt x="0" y="1014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87F98-B44D-48E2-9CF8-9D1E054B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378" y="1845518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4"/>
                </a:moveTo>
                <a:lnTo>
                  <a:pt x="67640" y="41107"/>
                </a:lnTo>
                <a:lnTo>
                  <a:pt x="12542" y="41107"/>
                </a:lnTo>
                <a:cubicBezTo>
                  <a:pt x="13075" y="49381"/>
                  <a:pt x="15477" y="55787"/>
                  <a:pt x="20013" y="60059"/>
                </a:cubicBezTo>
                <a:cubicBezTo>
                  <a:pt x="24416" y="64329"/>
                  <a:pt x="30551" y="66465"/>
                  <a:pt x="38557" y="66465"/>
                </a:cubicBezTo>
                <a:cubicBezTo>
                  <a:pt x="43093" y="66465"/>
                  <a:pt x="47629" y="65930"/>
                  <a:pt x="51898" y="64864"/>
                </a:cubicBezTo>
                <a:cubicBezTo>
                  <a:pt x="56168" y="63796"/>
                  <a:pt x="60570" y="62061"/>
                  <a:pt x="64840" y="59659"/>
                </a:cubicBezTo>
                <a:lnTo>
                  <a:pt x="64840" y="71003"/>
                </a:lnTo>
                <a:cubicBezTo>
                  <a:pt x="60570" y="72871"/>
                  <a:pt x="56168" y="74339"/>
                  <a:pt x="51632" y="75140"/>
                </a:cubicBezTo>
                <a:cubicBezTo>
                  <a:pt x="47096" y="75941"/>
                  <a:pt x="42425" y="76475"/>
                  <a:pt x="37889" y="76475"/>
                </a:cubicBezTo>
                <a:cubicBezTo>
                  <a:pt x="26150" y="76475"/>
                  <a:pt x="16943" y="73139"/>
                  <a:pt x="10140" y="66465"/>
                </a:cubicBezTo>
                <a:cubicBezTo>
                  <a:pt x="3335" y="59792"/>
                  <a:pt x="0" y="50582"/>
                  <a:pt x="0" y="38971"/>
                </a:cubicBezTo>
                <a:cubicBezTo>
                  <a:pt x="0" y="27094"/>
                  <a:pt x="3202" y="17617"/>
                  <a:pt x="9607" y="10543"/>
                </a:cubicBezTo>
                <a:cubicBezTo>
                  <a:pt x="16010" y="3604"/>
                  <a:pt x="24816" y="0"/>
                  <a:pt x="35755" y="0"/>
                </a:cubicBezTo>
                <a:cubicBezTo>
                  <a:pt x="45628" y="0"/>
                  <a:pt x="53366" y="3204"/>
                  <a:pt x="59103" y="9475"/>
                </a:cubicBezTo>
                <a:cubicBezTo>
                  <a:pt x="64705" y="15883"/>
                  <a:pt x="67640" y="24423"/>
                  <a:pt x="67640" y="35234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20"/>
                  <a:pt x="50164" y="16016"/>
                </a:cubicBezTo>
                <a:cubicBezTo>
                  <a:pt x="46561" y="12146"/>
                  <a:pt x="41759" y="10143"/>
                  <a:pt x="35888" y="10143"/>
                </a:cubicBezTo>
                <a:cubicBezTo>
                  <a:pt x="29218" y="10143"/>
                  <a:pt x="23881" y="12146"/>
                  <a:pt x="19880" y="15883"/>
                </a:cubicBezTo>
                <a:cubicBezTo>
                  <a:pt x="15877" y="19620"/>
                  <a:pt x="13475" y="24958"/>
                  <a:pt x="12942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EE3F1-3E42-450C-9B37-23B7EF09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124" y="1847254"/>
            <a:ext cx="70976" cy="100631"/>
          </a:xfrm>
          <a:custGeom xmlns:a="http://schemas.openxmlformats.org/drawingml/2006/main">
            <a:pathLst>
              <a:path w="70976" h="100631">
                <a:moveTo>
                  <a:pt x="38956" y="79678"/>
                </a:moveTo>
                <a:cubicBezTo>
                  <a:pt x="35488" y="88219"/>
                  <a:pt x="32153" y="93958"/>
                  <a:pt x="28950" y="96627"/>
                </a:cubicBezTo>
                <a:cubicBezTo>
                  <a:pt x="25748" y="99296"/>
                  <a:pt x="21479" y="100631"/>
                  <a:pt x="16143" y="100631"/>
                </a:cubicBezTo>
                <a:lnTo>
                  <a:pt x="6537" y="100631"/>
                </a:lnTo>
                <a:lnTo>
                  <a:pt x="6537" y="90621"/>
                </a:lnTo>
                <a:lnTo>
                  <a:pt x="13608" y="90621"/>
                </a:lnTo>
                <a:cubicBezTo>
                  <a:pt x="16810" y="90621"/>
                  <a:pt x="19345" y="89821"/>
                  <a:pt x="21212" y="88219"/>
                </a:cubicBezTo>
                <a:cubicBezTo>
                  <a:pt x="23080" y="86617"/>
                  <a:pt x="25082" y="83014"/>
                  <a:pt x="27349" y="77141"/>
                </a:cubicBezTo>
                <a:lnTo>
                  <a:pt x="29484" y="71803"/>
                </a:lnTo>
                <a:lnTo>
                  <a:pt x="0" y="0"/>
                </a:lnTo>
                <a:lnTo>
                  <a:pt x="12675" y="0"/>
                </a:lnTo>
                <a:lnTo>
                  <a:pt x="35488" y="57121"/>
                </a:lnTo>
                <a:lnTo>
                  <a:pt x="58301" y="0"/>
                </a:lnTo>
                <a:lnTo>
                  <a:pt x="70976" y="0"/>
                </a:lnTo>
                <a:lnTo>
                  <a:pt x="38956" y="7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B43D3-E071-484E-A36A-03C289A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487" y="1821228"/>
            <a:ext cx="90721" cy="100766"/>
          </a:xfrm>
          <a:custGeom xmlns:a="http://schemas.openxmlformats.org/drawingml/2006/main">
            <a:pathLst>
              <a:path w="90721" h="100766">
                <a:moveTo>
                  <a:pt x="66840" y="84482"/>
                </a:moveTo>
                <a:lnTo>
                  <a:pt x="71909" y="58991"/>
                </a:lnTo>
                <a:lnTo>
                  <a:pt x="50297" y="58991"/>
                </a:lnTo>
                <a:lnTo>
                  <a:pt x="52297" y="48181"/>
                </a:lnTo>
                <a:lnTo>
                  <a:pt x="86851" y="48181"/>
                </a:lnTo>
                <a:lnTo>
                  <a:pt x="78446" y="91023"/>
                </a:lnTo>
                <a:cubicBezTo>
                  <a:pt x="72577" y="94225"/>
                  <a:pt x="66305" y="96761"/>
                  <a:pt x="59502" y="98362"/>
                </a:cubicBezTo>
                <a:cubicBezTo>
                  <a:pt x="52697" y="99964"/>
                  <a:pt x="45894" y="100766"/>
                  <a:pt x="38956" y="100766"/>
                </a:cubicBezTo>
                <a:cubicBezTo>
                  <a:pt x="26682" y="100766"/>
                  <a:pt x="17209" y="97429"/>
                  <a:pt x="10273" y="90756"/>
                </a:cubicBezTo>
                <a:cubicBezTo>
                  <a:pt x="3335" y="84082"/>
                  <a:pt x="0" y="74607"/>
                  <a:pt x="0" y="62461"/>
                </a:cubicBezTo>
                <a:cubicBezTo>
                  <a:pt x="0" y="52451"/>
                  <a:pt x="2001" y="42975"/>
                  <a:pt x="6270" y="33900"/>
                </a:cubicBezTo>
                <a:cubicBezTo>
                  <a:pt x="10406" y="24825"/>
                  <a:pt x="16143" y="17351"/>
                  <a:pt x="23614" y="11211"/>
                </a:cubicBezTo>
                <a:cubicBezTo>
                  <a:pt x="28150" y="7474"/>
                  <a:pt x="33219" y="4672"/>
                  <a:pt x="38823" y="2803"/>
                </a:cubicBezTo>
                <a:cubicBezTo>
                  <a:pt x="44292" y="935"/>
                  <a:pt x="50430" y="0"/>
                  <a:pt x="57233" y="0"/>
                </a:cubicBezTo>
                <a:cubicBezTo>
                  <a:pt x="63237" y="0"/>
                  <a:pt x="69107" y="801"/>
                  <a:pt x="74711" y="2269"/>
                </a:cubicBezTo>
                <a:cubicBezTo>
                  <a:pt x="80313" y="3870"/>
                  <a:pt x="85650" y="6140"/>
                  <a:pt x="90721" y="9210"/>
                </a:cubicBezTo>
                <a:lnTo>
                  <a:pt x="88052" y="23222"/>
                </a:lnTo>
                <a:cubicBezTo>
                  <a:pt x="84049" y="19220"/>
                  <a:pt x="79513" y="16016"/>
                  <a:pt x="74311" y="13880"/>
                </a:cubicBezTo>
                <a:cubicBezTo>
                  <a:pt x="68974" y="11746"/>
                  <a:pt x="63370" y="10678"/>
                  <a:pt x="57500" y="10678"/>
                </a:cubicBezTo>
                <a:cubicBezTo>
                  <a:pt x="50563" y="10678"/>
                  <a:pt x="44425" y="12012"/>
                  <a:pt x="39223" y="14681"/>
                </a:cubicBezTo>
                <a:cubicBezTo>
                  <a:pt x="33887" y="17351"/>
                  <a:pt x="29218" y="21354"/>
                  <a:pt x="25215" y="26827"/>
                </a:cubicBezTo>
                <a:cubicBezTo>
                  <a:pt x="21612" y="31631"/>
                  <a:pt x="18810" y="37102"/>
                  <a:pt x="16809" y="43509"/>
                </a:cubicBezTo>
                <a:cubicBezTo>
                  <a:pt x="14809" y="49916"/>
                  <a:pt x="13874" y="56322"/>
                  <a:pt x="13874" y="62861"/>
                </a:cubicBezTo>
                <a:cubicBezTo>
                  <a:pt x="13874" y="71936"/>
                  <a:pt x="16143" y="78877"/>
                  <a:pt x="20812" y="83415"/>
                </a:cubicBezTo>
                <a:cubicBezTo>
                  <a:pt x="25348" y="87952"/>
                  <a:pt x="32285" y="90221"/>
                  <a:pt x="41625" y="90221"/>
                </a:cubicBezTo>
                <a:cubicBezTo>
                  <a:pt x="46161" y="90221"/>
                  <a:pt x="50697" y="89821"/>
                  <a:pt x="54966" y="88753"/>
                </a:cubicBezTo>
                <a:cubicBezTo>
                  <a:pt x="59234" y="87819"/>
                  <a:pt x="63104" y="86351"/>
                  <a:pt x="66840" y="84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EC82A-F167-4FA3-81FB-DCC93C2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962" y="1872833"/>
            <a:ext cx="44827" cy="70536"/>
          </a:xfrm>
          <a:custGeom xmlns:a="http://schemas.openxmlformats.org/drawingml/2006/main">
            <a:pathLst>
              <a:path w="44827" h="70536">
                <a:moveTo>
                  <a:pt x="30819" y="32606"/>
                </a:moveTo>
                <a:cubicBezTo>
                  <a:pt x="35208" y="33539"/>
                  <a:pt x="38663" y="35501"/>
                  <a:pt x="41092" y="38492"/>
                </a:cubicBezTo>
                <a:cubicBezTo>
                  <a:pt x="43519" y="41481"/>
                  <a:pt x="44827" y="45218"/>
                  <a:pt x="44827" y="49516"/>
                </a:cubicBezTo>
                <a:cubicBezTo>
                  <a:pt x="44827" y="56242"/>
                  <a:pt x="42492" y="61474"/>
                  <a:pt x="37915" y="65118"/>
                </a:cubicBezTo>
                <a:cubicBezTo>
                  <a:pt x="33246" y="68761"/>
                  <a:pt x="26709" y="70536"/>
                  <a:pt x="18211" y="70536"/>
                </a:cubicBezTo>
                <a:cubicBezTo>
                  <a:pt x="15315" y="70536"/>
                  <a:pt x="12327" y="70255"/>
                  <a:pt x="9339" y="69695"/>
                </a:cubicBezTo>
                <a:cubicBezTo>
                  <a:pt x="6350" y="69228"/>
                  <a:pt x="3175" y="68387"/>
                  <a:pt x="0" y="67266"/>
                </a:cubicBezTo>
                <a:lnTo>
                  <a:pt x="0" y="58392"/>
                </a:lnTo>
                <a:cubicBezTo>
                  <a:pt x="2521" y="59885"/>
                  <a:pt x="5323" y="61006"/>
                  <a:pt x="8404" y="61754"/>
                </a:cubicBezTo>
                <a:cubicBezTo>
                  <a:pt x="11394" y="62502"/>
                  <a:pt x="14569" y="62875"/>
                  <a:pt x="17931" y="62875"/>
                </a:cubicBezTo>
                <a:cubicBezTo>
                  <a:pt x="23721" y="62875"/>
                  <a:pt x="28110" y="61754"/>
                  <a:pt x="31098" y="59512"/>
                </a:cubicBezTo>
                <a:cubicBezTo>
                  <a:pt x="34088" y="57269"/>
                  <a:pt x="35675" y="53907"/>
                  <a:pt x="35675" y="49516"/>
                </a:cubicBezTo>
                <a:cubicBezTo>
                  <a:pt x="35675" y="45592"/>
                  <a:pt x="34273" y="42415"/>
                  <a:pt x="31471" y="40173"/>
                </a:cubicBezTo>
                <a:cubicBezTo>
                  <a:pt x="28671" y="37930"/>
                  <a:pt x="24748" y="36716"/>
                  <a:pt x="19705" y="36716"/>
                </a:cubicBezTo>
                <a:lnTo>
                  <a:pt x="11767" y="36716"/>
                </a:lnTo>
                <a:lnTo>
                  <a:pt x="11767" y="29150"/>
                </a:lnTo>
                <a:lnTo>
                  <a:pt x="20079" y="29150"/>
                </a:lnTo>
                <a:cubicBezTo>
                  <a:pt x="24561" y="29150"/>
                  <a:pt x="28017" y="28308"/>
                  <a:pt x="30444" y="26440"/>
                </a:cubicBezTo>
                <a:cubicBezTo>
                  <a:pt x="32873" y="24665"/>
                  <a:pt x="34088" y="22049"/>
                  <a:pt x="34088" y="18593"/>
                </a:cubicBezTo>
                <a:cubicBezTo>
                  <a:pt x="34088" y="15135"/>
                  <a:pt x="32779" y="12425"/>
                  <a:pt x="30352" y="10557"/>
                </a:cubicBezTo>
                <a:cubicBezTo>
                  <a:pt x="27830" y="8688"/>
                  <a:pt x="24281" y="7755"/>
                  <a:pt x="19705" y="7755"/>
                </a:cubicBezTo>
                <a:cubicBezTo>
                  <a:pt x="17183" y="7755"/>
                  <a:pt x="14475" y="8034"/>
                  <a:pt x="11580" y="8596"/>
                </a:cubicBezTo>
                <a:cubicBezTo>
                  <a:pt x="8685" y="9157"/>
                  <a:pt x="5510" y="9997"/>
                  <a:pt x="2054" y="11119"/>
                </a:cubicBezTo>
                <a:lnTo>
                  <a:pt x="2054" y="2897"/>
                </a:lnTo>
                <a:cubicBezTo>
                  <a:pt x="5510" y="1962"/>
                  <a:pt x="8779" y="1214"/>
                  <a:pt x="11860" y="748"/>
                </a:cubicBezTo>
                <a:cubicBezTo>
                  <a:pt x="14848" y="281"/>
                  <a:pt x="17744" y="0"/>
                  <a:pt x="20546" y="0"/>
                </a:cubicBezTo>
                <a:cubicBezTo>
                  <a:pt x="27456" y="0"/>
                  <a:pt x="32967" y="1589"/>
                  <a:pt x="37075" y="4766"/>
                </a:cubicBezTo>
                <a:cubicBezTo>
                  <a:pt x="41184" y="7942"/>
                  <a:pt x="43240" y="12240"/>
                  <a:pt x="43240" y="17658"/>
                </a:cubicBezTo>
                <a:cubicBezTo>
                  <a:pt x="43240" y="21395"/>
                  <a:pt x="42119" y="24571"/>
                  <a:pt x="39971" y="27188"/>
                </a:cubicBezTo>
                <a:cubicBezTo>
                  <a:pt x="37823" y="29802"/>
                  <a:pt x="34740" y="31671"/>
                  <a:pt x="30819" y="326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926C4-73DA-49DF-B62F-347735EB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26" y="2041348"/>
            <a:ext cx="266825" cy="93424"/>
          </a:xfrm>
          <a:custGeom xmlns:a="http://schemas.openxmlformats.org/drawingml/2006/main">
            <a:pathLst>
              <a:path w="266825" h="93424">
                <a:moveTo>
                  <a:pt x="0" y="93424"/>
                </a:moveTo>
                <a:lnTo>
                  <a:pt x="266825" y="93424"/>
                </a:lnTo>
                <a:lnTo>
                  <a:pt x="266825" y="0"/>
                </a:lnTo>
                <a:lnTo>
                  <a:pt x="0" y="0"/>
                </a:lnTo>
                <a:lnTo>
                  <a:pt x="0" y="93424"/>
                </a:lnTo>
                <a:close/>
              </a:path>
            </a:pathLst>
          </a:custGeom>
          <a:solidFill xmlns:a="http://schemas.openxmlformats.org/drawingml/2006/main">
            <a:srgbClr val="E78AC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64A14-97C8-45D3-9FE1-08B8BCBB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19" y="2052386"/>
            <a:ext cx="65239" cy="102367"/>
          </a:xfrm>
          <a:custGeom xmlns:a="http://schemas.openxmlformats.org/drawingml/2006/main">
            <a:pathLst>
              <a:path w="65239" h="102367">
                <a:moveTo>
                  <a:pt x="12407" y="38305"/>
                </a:moveTo>
                <a:cubicBezTo>
                  <a:pt x="12407" y="47113"/>
                  <a:pt x="14141" y="54053"/>
                  <a:pt x="17744" y="59124"/>
                </a:cubicBezTo>
                <a:cubicBezTo>
                  <a:pt x="21346" y="64196"/>
                  <a:pt x="26283" y="66598"/>
                  <a:pt x="32686" y="66598"/>
                </a:cubicBezTo>
                <a:cubicBezTo>
                  <a:pt x="39090" y="66598"/>
                  <a:pt x="44027" y="64196"/>
                  <a:pt x="47762" y="59124"/>
                </a:cubicBezTo>
                <a:cubicBezTo>
                  <a:pt x="51365" y="54053"/>
                  <a:pt x="53232" y="47113"/>
                  <a:pt x="53232" y="38305"/>
                </a:cubicBezTo>
                <a:cubicBezTo>
                  <a:pt x="53232" y="29496"/>
                  <a:pt x="51365" y="22689"/>
                  <a:pt x="47762" y="17617"/>
                </a:cubicBezTo>
                <a:cubicBezTo>
                  <a:pt x="44027" y="12546"/>
                  <a:pt x="39090" y="10010"/>
                  <a:pt x="32686" y="10010"/>
                </a:cubicBezTo>
                <a:cubicBezTo>
                  <a:pt x="26283" y="10010"/>
                  <a:pt x="21346" y="12546"/>
                  <a:pt x="17744" y="17617"/>
                </a:cubicBezTo>
                <a:cubicBezTo>
                  <a:pt x="14141" y="22689"/>
                  <a:pt x="12407" y="29496"/>
                  <a:pt x="12407" y="38305"/>
                </a:cubicBezTo>
                <a:close/>
                <a:moveTo>
                  <a:pt x="53232" y="63796"/>
                </a:moveTo>
                <a:cubicBezTo>
                  <a:pt x="50697" y="68201"/>
                  <a:pt x="47495" y="71403"/>
                  <a:pt x="43626" y="73404"/>
                </a:cubicBezTo>
                <a:cubicBezTo>
                  <a:pt x="39758" y="75407"/>
                  <a:pt x="35222" y="76475"/>
                  <a:pt x="29885" y="76475"/>
                </a:cubicBezTo>
                <a:cubicBezTo>
                  <a:pt x="21079" y="76475"/>
                  <a:pt x="13875" y="73004"/>
                  <a:pt x="8272" y="66065"/>
                </a:cubicBezTo>
                <a:cubicBezTo>
                  <a:pt x="2669" y="59124"/>
                  <a:pt x="0" y="49782"/>
                  <a:pt x="0" y="38305"/>
                </a:cubicBezTo>
                <a:cubicBezTo>
                  <a:pt x="0" y="26827"/>
                  <a:pt x="2669" y="17617"/>
                  <a:pt x="8272" y="10543"/>
                </a:cubicBezTo>
                <a:cubicBezTo>
                  <a:pt x="13875" y="3604"/>
                  <a:pt x="21079" y="0"/>
                  <a:pt x="29885" y="0"/>
                </a:cubicBezTo>
                <a:cubicBezTo>
                  <a:pt x="35222" y="0"/>
                  <a:pt x="39758" y="1068"/>
                  <a:pt x="43626" y="3204"/>
                </a:cubicBezTo>
                <a:cubicBezTo>
                  <a:pt x="47495" y="5338"/>
                  <a:pt x="50697" y="8542"/>
                  <a:pt x="53232" y="12812"/>
                </a:cubicBezTo>
                <a:lnTo>
                  <a:pt x="53232" y="1736"/>
                </a:lnTo>
                <a:lnTo>
                  <a:pt x="65239" y="1736"/>
                </a:lnTo>
                <a:lnTo>
                  <a:pt x="65239" y="102367"/>
                </a:lnTo>
                <a:lnTo>
                  <a:pt x="53232" y="102367"/>
                </a:lnTo>
                <a:lnTo>
                  <a:pt x="53232" y="63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D114A-746A-457C-93F6-5AEAC0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07" y="2052386"/>
            <a:ext cx="61104" cy="76475"/>
          </a:xfrm>
          <a:custGeom xmlns:a="http://schemas.openxmlformats.org/drawingml/2006/main">
            <a:pathLst>
              <a:path w="61104" h="76475">
                <a:moveTo>
                  <a:pt x="0" y="45912"/>
                </a:moveTo>
                <a:lnTo>
                  <a:pt x="0" y="1736"/>
                </a:lnTo>
                <a:lnTo>
                  <a:pt x="12008" y="1736"/>
                </a:lnTo>
                <a:lnTo>
                  <a:pt x="12008" y="45511"/>
                </a:lnTo>
                <a:cubicBezTo>
                  <a:pt x="12008" y="52451"/>
                  <a:pt x="13342" y="57523"/>
                  <a:pt x="16010" y="60993"/>
                </a:cubicBezTo>
                <a:cubicBezTo>
                  <a:pt x="18679" y="64464"/>
                  <a:pt x="22680" y="66198"/>
                  <a:pt x="28151" y="66198"/>
                </a:cubicBezTo>
                <a:cubicBezTo>
                  <a:pt x="34554" y="66198"/>
                  <a:pt x="39758" y="64196"/>
                  <a:pt x="43493" y="60059"/>
                </a:cubicBezTo>
                <a:cubicBezTo>
                  <a:pt x="47229" y="55922"/>
                  <a:pt x="49097" y="50316"/>
                  <a:pt x="49097" y="43108"/>
                </a:cubicBezTo>
                <a:lnTo>
                  <a:pt x="49097" y="1736"/>
                </a:lnTo>
                <a:lnTo>
                  <a:pt x="61104" y="1736"/>
                </a:lnTo>
                <a:lnTo>
                  <a:pt x="61104" y="74740"/>
                </a:lnTo>
                <a:lnTo>
                  <a:pt x="49097" y="74740"/>
                </a:lnTo>
                <a:lnTo>
                  <a:pt x="49097" y="63529"/>
                </a:lnTo>
                <a:cubicBezTo>
                  <a:pt x="46161" y="68066"/>
                  <a:pt x="42693" y="71270"/>
                  <a:pt x="38957" y="73404"/>
                </a:cubicBezTo>
                <a:cubicBezTo>
                  <a:pt x="35089" y="75407"/>
                  <a:pt x="30686" y="76475"/>
                  <a:pt x="25617" y="76475"/>
                </a:cubicBezTo>
                <a:cubicBezTo>
                  <a:pt x="17211" y="76475"/>
                  <a:pt x="10808" y="73939"/>
                  <a:pt x="6537" y="68734"/>
                </a:cubicBezTo>
                <a:cubicBezTo>
                  <a:pt x="2136" y="63662"/>
                  <a:pt x="0" y="56055"/>
                  <a:pt x="0" y="45912"/>
                </a:cubicBezTo>
                <a:close/>
                <a:moveTo>
                  <a:pt x="30153" y="0"/>
                </a:moveTo>
                <a:lnTo>
                  <a:pt x="3015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D63BD-1EC1-48F3-BF07-1B2F90C9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360" y="2052386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4"/>
                </a:moveTo>
                <a:lnTo>
                  <a:pt x="67640" y="41107"/>
                </a:lnTo>
                <a:lnTo>
                  <a:pt x="12542" y="41107"/>
                </a:lnTo>
                <a:cubicBezTo>
                  <a:pt x="13075" y="49381"/>
                  <a:pt x="15477" y="55787"/>
                  <a:pt x="20013" y="60059"/>
                </a:cubicBezTo>
                <a:cubicBezTo>
                  <a:pt x="24414" y="64329"/>
                  <a:pt x="30551" y="66465"/>
                  <a:pt x="38557" y="66465"/>
                </a:cubicBezTo>
                <a:cubicBezTo>
                  <a:pt x="43093" y="66465"/>
                  <a:pt x="47629" y="65932"/>
                  <a:pt x="51898" y="64864"/>
                </a:cubicBezTo>
                <a:cubicBezTo>
                  <a:pt x="56167" y="63796"/>
                  <a:pt x="60570" y="62061"/>
                  <a:pt x="64838" y="59659"/>
                </a:cubicBezTo>
                <a:lnTo>
                  <a:pt x="64838" y="71003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5"/>
                  <a:pt x="37889" y="76475"/>
                </a:cubicBezTo>
                <a:cubicBezTo>
                  <a:pt x="26150" y="76475"/>
                  <a:pt x="16943" y="73139"/>
                  <a:pt x="10140" y="66465"/>
                </a:cubicBezTo>
                <a:cubicBezTo>
                  <a:pt x="3335" y="59792"/>
                  <a:pt x="0" y="50582"/>
                  <a:pt x="0" y="38971"/>
                </a:cubicBezTo>
                <a:cubicBezTo>
                  <a:pt x="0" y="27094"/>
                  <a:pt x="3202" y="17617"/>
                  <a:pt x="9605" y="10543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6" y="3204"/>
                  <a:pt x="59101" y="9477"/>
                </a:cubicBezTo>
                <a:cubicBezTo>
                  <a:pt x="64705" y="15883"/>
                  <a:pt x="67640" y="24425"/>
                  <a:pt x="67640" y="35234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20"/>
                  <a:pt x="50164" y="16016"/>
                </a:cubicBezTo>
                <a:cubicBezTo>
                  <a:pt x="46561" y="12146"/>
                  <a:pt x="41758" y="10143"/>
                  <a:pt x="35888" y="10143"/>
                </a:cubicBezTo>
                <a:cubicBezTo>
                  <a:pt x="29218" y="10143"/>
                  <a:pt x="23881" y="12146"/>
                  <a:pt x="19878" y="15883"/>
                </a:cubicBezTo>
                <a:cubicBezTo>
                  <a:pt x="15877" y="19620"/>
                  <a:pt x="13475" y="24958"/>
                  <a:pt x="12942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E5876-4ECF-480D-A000-B0B8FDA7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243" y="2052386"/>
            <a:ext cx="42693" cy="74740"/>
          </a:xfrm>
          <a:custGeom xmlns:a="http://schemas.openxmlformats.org/drawingml/2006/main">
            <a:pathLst>
              <a:path w="42693" h="74740">
                <a:moveTo>
                  <a:pt x="42693" y="12947"/>
                </a:moveTo>
                <a:cubicBezTo>
                  <a:pt x="41359" y="12146"/>
                  <a:pt x="39891" y="11611"/>
                  <a:pt x="38290" y="11211"/>
                </a:cubicBezTo>
                <a:cubicBezTo>
                  <a:pt x="36689" y="10944"/>
                  <a:pt x="34955" y="10678"/>
                  <a:pt x="33088" y="10678"/>
                </a:cubicBezTo>
                <a:cubicBezTo>
                  <a:pt x="26283" y="10678"/>
                  <a:pt x="21081" y="12947"/>
                  <a:pt x="17478" y="17351"/>
                </a:cubicBezTo>
                <a:cubicBezTo>
                  <a:pt x="13743" y="21754"/>
                  <a:pt x="12008" y="28027"/>
                  <a:pt x="12008" y="36302"/>
                </a:cubicBezTo>
                <a:lnTo>
                  <a:pt x="12008" y="74740"/>
                </a:lnTo>
                <a:lnTo>
                  <a:pt x="0" y="74740"/>
                </a:lnTo>
                <a:lnTo>
                  <a:pt x="0" y="1736"/>
                </a:lnTo>
                <a:lnTo>
                  <a:pt x="12008" y="1736"/>
                </a:lnTo>
                <a:lnTo>
                  <a:pt x="12008" y="13079"/>
                </a:lnTo>
                <a:cubicBezTo>
                  <a:pt x="14409" y="8675"/>
                  <a:pt x="17744" y="5338"/>
                  <a:pt x="21747" y="3204"/>
                </a:cubicBezTo>
                <a:cubicBezTo>
                  <a:pt x="25750" y="1068"/>
                  <a:pt x="30686" y="0"/>
                  <a:pt x="36556" y="0"/>
                </a:cubicBezTo>
                <a:cubicBezTo>
                  <a:pt x="37356" y="0"/>
                  <a:pt x="38290" y="134"/>
                  <a:pt x="39358" y="134"/>
                </a:cubicBezTo>
                <a:cubicBezTo>
                  <a:pt x="40291" y="267"/>
                  <a:pt x="41359" y="400"/>
                  <a:pt x="42693" y="668"/>
                </a:cubicBezTo>
                <a:lnTo>
                  <a:pt x="42693" y="12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94F4F-0F14-49DF-B0C3-AFE32955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955" y="2054122"/>
            <a:ext cx="70976" cy="100631"/>
          </a:xfrm>
          <a:custGeom xmlns:a="http://schemas.openxmlformats.org/drawingml/2006/main">
            <a:pathLst>
              <a:path w="70976" h="100631">
                <a:moveTo>
                  <a:pt x="38957" y="79678"/>
                </a:moveTo>
                <a:cubicBezTo>
                  <a:pt x="35488" y="88219"/>
                  <a:pt x="32153" y="93958"/>
                  <a:pt x="28952" y="96627"/>
                </a:cubicBezTo>
                <a:cubicBezTo>
                  <a:pt x="25750" y="99296"/>
                  <a:pt x="21479" y="100631"/>
                  <a:pt x="16144" y="100631"/>
                </a:cubicBezTo>
                <a:lnTo>
                  <a:pt x="6537" y="100631"/>
                </a:lnTo>
                <a:lnTo>
                  <a:pt x="6537" y="90621"/>
                </a:lnTo>
                <a:lnTo>
                  <a:pt x="13608" y="90621"/>
                </a:lnTo>
                <a:cubicBezTo>
                  <a:pt x="16810" y="90621"/>
                  <a:pt x="19345" y="89821"/>
                  <a:pt x="21214" y="88219"/>
                </a:cubicBezTo>
                <a:cubicBezTo>
                  <a:pt x="23080" y="86617"/>
                  <a:pt x="25082" y="83014"/>
                  <a:pt x="27351" y="77141"/>
                </a:cubicBezTo>
                <a:lnTo>
                  <a:pt x="29485" y="71803"/>
                </a:lnTo>
                <a:lnTo>
                  <a:pt x="0" y="0"/>
                </a:lnTo>
                <a:lnTo>
                  <a:pt x="12675" y="0"/>
                </a:lnTo>
                <a:lnTo>
                  <a:pt x="35488" y="57123"/>
                </a:lnTo>
                <a:lnTo>
                  <a:pt x="58302" y="0"/>
                </a:lnTo>
                <a:lnTo>
                  <a:pt x="70976" y="0"/>
                </a:lnTo>
                <a:lnTo>
                  <a:pt x="38957" y="7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6C010-EE0D-4513-B1F3-5686F20D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318" y="2028096"/>
            <a:ext cx="90721" cy="100766"/>
          </a:xfrm>
          <a:custGeom xmlns:a="http://schemas.openxmlformats.org/drawingml/2006/main">
            <a:pathLst>
              <a:path w="90721" h="100766">
                <a:moveTo>
                  <a:pt x="66840" y="84482"/>
                </a:moveTo>
                <a:lnTo>
                  <a:pt x="71911" y="58991"/>
                </a:lnTo>
                <a:lnTo>
                  <a:pt x="50297" y="58991"/>
                </a:lnTo>
                <a:lnTo>
                  <a:pt x="52298" y="48181"/>
                </a:lnTo>
                <a:lnTo>
                  <a:pt x="86852" y="48181"/>
                </a:lnTo>
                <a:lnTo>
                  <a:pt x="78446" y="91023"/>
                </a:lnTo>
                <a:cubicBezTo>
                  <a:pt x="72577" y="94225"/>
                  <a:pt x="66307" y="96761"/>
                  <a:pt x="59502" y="98362"/>
                </a:cubicBezTo>
                <a:cubicBezTo>
                  <a:pt x="52698" y="99965"/>
                  <a:pt x="45894" y="100766"/>
                  <a:pt x="38957" y="100766"/>
                </a:cubicBezTo>
                <a:cubicBezTo>
                  <a:pt x="26683" y="100766"/>
                  <a:pt x="17211" y="97429"/>
                  <a:pt x="10273" y="90756"/>
                </a:cubicBezTo>
                <a:cubicBezTo>
                  <a:pt x="3335" y="84082"/>
                  <a:pt x="0" y="74607"/>
                  <a:pt x="0" y="62461"/>
                </a:cubicBezTo>
                <a:cubicBezTo>
                  <a:pt x="0" y="52452"/>
                  <a:pt x="2001" y="42975"/>
                  <a:pt x="6270" y="33900"/>
                </a:cubicBezTo>
                <a:cubicBezTo>
                  <a:pt x="10406" y="24825"/>
                  <a:pt x="16143" y="17351"/>
                  <a:pt x="23614" y="11211"/>
                </a:cubicBezTo>
                <a:cubicBezTo>
                  <a:pt x="28150" y="7474"/>
                  <a:pt x="33220" y="4672"/>
                  <a:pt x="38823" y="2803"/>
                </a:cubicBezTo>
                <a:cubicBezTo>
                  <a:pt x="44294" y="935"/>
                  <a:pt x="50430" y="0"/>
                  <a:pt x="57234" y="0"/>
                </a:cubicBezTo>
                <a:cubicBezTo>
                  <a:pt x="63239" y="0"/>
                  <a:pt x="69109" y="801"/>
                  <a:pt x="74711" y="2269"/>
                </a:cubicBezTo>
                <a:cubicBezTo>
                  <a:pt x="80315" y="3871"/>
                  <a:pt x="85652" y="6140"/>
                  <a:pt x="90721" y="9210"/>
                </a:cubicBezTo>
                <a:lnTo>
                  <a:pt x="88053" y="23222"/>
                </a:lnTo>
                <a:cubicBezTo>
                  <a:pt x="84050" y="19220"/>
                  <a:pt x="79514" y="16016"/>
                  <a:pt x="74311" y="13880"/>
                </a:cubicBezTo>
                <a:cubicBezTo>
                  <a:pt x="68974" y="11746"/>
                  <a:pt x="63372" y="10678"/>
                  <a:pt x="57502" y="10678"/>
                </a:cubicBezTo>
                <a:cubicBezTo>
                  <a:pt x="50564" y="10678"/>
                  <a:pt x="44427" y="12012"/>
                  <a:pt x="39223" y="14682"/>
                </a:cubicBezTo>
                <a:cubicBezTo>
                  <a:pt x="33887" y="17351"/>
                  <a:pt x="29218" y="21354"/>
                  <a:pt x="25215" y="26827"/>
                </a:cubicBezTo>
                <a:cubicBezTo>
                  <a:pt x="21614" y="31631"/>
                  <a:pt x="18812" y="37102"/>
                  <a:pt x="16810" y="43510"/>
                </a:cubicBezTo>
                <a:cubicBezTo>
                  <a:pt x="14809" y="49916"/>
                  <a:pt x="13875" y="56322"/>
                  <a:pt x="13875" y="62861"/>
                </a:cubicBezTo>
                <a:cubicBezTo>
                  <a:pt x="13875" y="71938"/>
                  <a:pt x="16143" y="78877"/>
                  <a:pt x="20813" y="83415"/>
                </a:cubicBezTo>
                <a:cubicBezTo>
                  <a:pt x="25349" y="87952"/>
                  <a:pt x="32285" y="90222"/>
                  <a:pt x="41625" y="90222"/>
                </a:cubicBezTo>
                <a:cubicBezTo>
                  <a:pt x="46161" y="90222"/>
                  <a:pt x="50697" y="89821"/>
                  <a:pt x="54966" y="88754"/>
                </a:cubicBezTo>
                <a:cubicBezTo>
                  <a:pt x="59236" y="87819"/>
                  <a:pt x="63104" y="86351"/>
                  <a:pt x="66840" y="84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CBC2E-B727-4E94-BD41-6A0DB4A3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272" y="2080917"/>
            <a:ext cx="49590" cy="68106"/>
          </a:xfrm>
          <a:custGeom xmlns:a="http://schemas.openxmlformats.org/drawingml/2006/main">
            <a:pathLst>
              <a:path w="49590" h="68106">
                <a:moveTo>
                  <a:pt x="30725" y="8034"/>
                </a:moveTo>
                <a:lnTo>
                  <a:pt x="7471" y="44376"/>
                </a:lnTo>
                <a:lnTo>
                  <a:pt x="30725" y="44376"/>
                </a:lnTo>
                <a:lnTo>
                  <a:pt x="30725" y="8034"/>
                </a:lnTo>
                <a:close/>
                <a:moveTo>
                  <a:pt x="28298" y="0"/>
                </a:moveTo>
                <a:lnTo>
                  <a:pt x="39877" y="0"/>
                </a:lnTo>
                <a:lnTo>
                  <a:pt x="39877" y="44376"/>
                </a:lnTo>
                <a:lnTo>
                  <a:pt x="49590" y="44376"/>
                </a:lnTo>
                <a:lnTo>
                  <a:pt x="49590" y="52037"/>
                </a:lnTo>
                <a:lnTo>
                  <a:pt x="39877" y="52037"/>
                </a:lnTo>
                <a:lnTo>
                  <a:pt x="39877" y="68106"/>
                </a:lnTo>
                <a:lnTo>
                  <a:pt x="30725" y="68106"/>
                </a:lnTo>
                <a:lnTo>
                  <a:pt x="30725" y="52037"/>
                </a:lnTo>
                <a:lnTo>
                  <a:pt x="0" y="52037"/>
                </a:lnTo>
                <a:lnTo>
                  <a:pt x="0" y="43161"/>
                </a:lnTo>
                <a:lnTo>
                  <a:pt x="282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5A758-875E-4FD5-B661-2C552E78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26" y="2249329"/>
            <a:ext cx="266825" cy="93424"/>
          </a:xfrm>
          <a:custGeom xmlns:a="http://schemas.openxmlformats.org/drawingml/2006/main">
            <a:pathLst>
              <a:path w="266825" h="93424">
                <a:moveTo>
                  <a:pt x="0" y="93424"/>
                </a:moveTo>
                <a:lnTo>
                  <a:pt x="266825" y="93424"/>
                </a:lnTo>
                <a:lnTo>
                  <a:pt x="266825" y="0"/>
                </a:lnTo>
                <a:lnTo>
                  <a:pt x="0" y="0"/>
                </a:lnTo>
                <a:lnTo>
                  <a:pt x="0" y="93424"/>
                </a:lnTo>
                <a:close/>
              </a:path>
            </a:pathLst>
          </a:custGeom>
          <a:solidFill xmlns:a="http://schemas.openxmlformats.org/drawingml/2006/main">
            <a:srgbClr val="CC613D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C3760-4941-4645-BB58-2607126E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19" y="2235899"/>
            <a:ext cx="65239" cy="103167"/>
          </a:xfrm>
          <a:custGeom xmlns:a="http://schemas.openxmlformats.org/drawingml/2006/main">
            <a:pathLst>
              <a:path w="65239" h="103167">
                <a:moveTo>
                  <a:pt x="53232" y="39506"/>
                </a:moveTo>
                <a:lnTo>
                  <a:pt x="53232" y="0"/>
                </a:lnTo>
                <a:lnTo>
                  <a:pt x="65239" y="0"/>
                </a:lnTo>
                <a:lnTo>
                  <a:pt x="65239" y="101432"/>
                </a:lnTo>
                <a:lnTo>
                  <a:pt x="53232" y="101432"/>
                </a:lnTo>
                <a:lnTo>
                  <a:pt x="53232" y="90488"/>
                </a:lnTo>
                <a:cubicBezTo>
                  <a:pt x="50697" y="94893"/>
                  <a:pt x="47495" y="98095"/>
                  <a:pt x="43626" y="100098"/>
                </a:cubicBezTo>
                <a:cubicBezTo>
                  <a:pt x="39758" y="102099"/>
                  <a:pt x="35222" y="103167"/>
                  <a:pt x="29885" y="103167"/>
                </a:cubicBezTo>
                <a:cubicBezTo>
                  <a:pt x="21079" y="103167"/>
                  <a:pt x="13875" y="99696"/>
                  <a:pt x="8272" y="92757"/>
                </a:cubicBezTo>
                <a:cubicBezTo>
                  <a:pt x="2669" y="85816"/>
                  <a:pt x="0" y="76474"/>
                  <a:pt x="0" y="64997"/>
                </a:cubicBezTo>
                <a:cubicBezTo>
                  <a:pt x="0" y="53519"/>
                  <a:pt x="2669" y="44309"/>
                  <a:pt x="8272" y="37235"/>
                </a:cubicBezTo>
                <a:cubicBezTo>
                  <a:pt x="13875" y="30296"/>
                  <a:pt x="21079" y="26692"/>
                  <a:pt x="29885" y="26692"/>
                </a:cubicBezTo>
                <a:cubicBezTo>
                  <a:pt x="35222" y="26692"/>
                  <a:pt x="39758" y="27760"/>
                  <a:pt x="43626" y="29896"/>
                </a:cubicBezTo>
                <a:cubicBezTo>
                  <a:pt x="47495" y="32032"/>
                  <a:pt x="50697" y="35234"/>
                  <a:pt x="53232" y="39506"/>
                </a:cubicBezTo>
                <a:close/>
                <a:moveTo>
                  <a:pt x="12407" y="64997"/>
                </a:moveTo>
                <a:cubicBezTo>
                  <a:pt x="12407" y="73805"/>
                  <a:pt x="14141" y="80745"/>
                  <a:pt x="17744" y="85816"/>
                </a:cubicBezTo>
                <a:cubicBezTo>
                  <a:pt x="21346" y="90888"/>
                  <a:pt x="26283" y="93290"/>
                  <a:pt x="32686" y="93290"/>
                </a:cubicBezTo>
                <a:cubicBezTo>
                  <a:pt x="39090" y="93290"/>
                  <a:pt x="44027" y="90888"/>
                  <a:pt x="47762" y="85816"/>
                </a:cubicBezTo>
                <a:cubicBezTo>
                  <a:pt x="51365" y="80745"/>
                  <a:pt x="53232" y="73805"/>
                  <a:pt x="53232" y="64997"/>
                </a:cubicBezTo>
                <a:cubicBezTo>
                  <a:pt x="53232" y="56188"/>
                  <a:pt x="51365" y="49381"/>
                  <a:pt x="47762" y="44309"/>
                </a:cubicBezTo>
                <a:cubicBezTo>
                  <a:pt x="44027" y="39238"/>
                  <a:pt x="39090" y="36702"/>
                  <a:pt x="32686" y="36702"/>
                </a:cubicBezTo>
                <a:cubicBezTo>
                  <a:pt x="26283" y="36702"/>
                  <a:pt x="21346" y="39238"/>
                  <a:pt x="17744" y="44309"/>
                </a:cubicBezTo>
                <a:cubicBezTo>
                  <a:pt x="14141" y="49381"/>
                  <a:pt x="12407" y="56188"/>
                  <a:pt x="12407" y="649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67BC0-B10E-4020-9792-47B231F4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805" y="2262591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4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3" y="49381"/>
                  <a:pt x="15475" y="55787"/>
                  <a:pt x="20011" y="60059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2"/>
                  <a:pt x="51898" y="64864"/>
                </a:cubicBezTo>
                <a:cubicBezTo>
                  <a:pt x="56167" y="63796"/>
                  <a:pt x="60570" y="62061"/>
                  <a:pt x="64838" y="59659"/>
                </a:cubicBezTo>
                <a:lnTo>
                  <a:pt x="64838" y="71003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5"/>
                  <a:pt x="37889" y="76475"/>
                </a:cubicBezTo>
                <a:cubicBezTo>
                  <a:pt x="26148" y="76475"/>
                  <a:pt x="16943" y="73139"/>
                  <a:pt x="10138" y="66465"/>
                </a:cubicBezTo>
                <a:cubicBezTo>
                  <a:pt x="3335" y="59792"/>
                  <a:pt x="0" y="50584"/>
                  <a:pt x="0" y="38971"/>
                </a:cubicBezTo>
                <a:cubicBezTo>
                  <a:pt x="0" y="27094"/>
                  <a:pt x="3202" y="17617"/>
                  <a:pt x="9605" y="10543"/>
                </a:cubicBezTo>
                <a:cubicBezTo>
                  <a:pt x="16010" y="3604"/>
                  <a:pt x="24815" y="0"/>
                  <a:pt x="35754" y="0"/>
                </a:cubicBezTo>
                <a:cubicBezTo>
                  <a:pt x="45626" y="0"/>
                  <a:pt x="53365" y="3204"/>
                  <a:pt x="59101" y="9477"/>
                </a:cubicBezTo>
                <a:cubicBezTo>
                  <a:pt x="64705" y="15883"/>
                  <a:pt x="67640" y="24425"/>
                  <a:pt x="67640" y="35234"/>
                </a:cubicBezTo>
                <a:close/>
                <a:moveTo>
                  <a:pt x="55633" y="31764"/>
                </a:moveTo>
                <a:cubicBezTo>
                  <a:pt x="55499" y="25225"/>
                  <a:pt x="53632" y="20020"/>
                  <a:pt x="50162" y="16016"/>
                </a:cubicBezTo>
                <a:cubicBezTo>
                  <a:pt x="46561" y="12146"/>
                  <a:pt x="41758" y="10143"/>
                  <a:pt x="35888" y="10143"/>
                </a:cubicBezTo>
                <a:cubicBezTo>
                  <a:pt x="29218" y="10143"/>
                  <a:pt x="23881" y="12146"/>
                  <a:pt x="19878" y="15883"/>
                </a:cubicBezTo>
                <a:cubicBezTo>
                  <a:pt x="15875" y="19620"/>
                  <a:pt x="13474" y="24958"/>
                  <a:pt x="12940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F94F9-FD29-46FE-881D-84FCA1D0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688" y="2262591"/>
            <a:ext cx="61103" cy="74740"/>
          </a:xfrm>
          <a:custGeom xmlns:a="http://schemas.openxmlformats.org/drawingml/2006/main">
            <a:pathLst>
              <a:path w="61103" h="74740">
                <a:moveTo>
                  <a:pt x="61103" y="30696"/>
                </a:moveTo>
                <a:lnTo>
                  <a:pt x="61103" y="74740"/>
                </a:lnTo>
                <a:lnTo>
                  <a:pt x="49096" y="74740"/>
                </a:lnTo>
                <a:lnTo>
                  <a:pt x="49096" y="31097"/>
                </a:lnTo>
                <a:cubicBezTo>
                  <a:pt x="49096" y="24157"/>
                  <a:pt x="47628" y="19085"/>
                  <a:pt x="44960" y="15616"/>
                </a:cubicBezTo>
                <a:cubicBezTo>
                  <a:pt x="42293" y="12146"/>
                  <a:pt x="38290" y="10410"/>
                  <a:pt x="32953" y="10410"/>
                </a:cubicBezTo>
                <a:cubicBezTo>
                  <a:pt x="26416" y="10410"/>
                  <a:pt x="21346" y="12546"/>
                  <a:pt x="17611" y="16684"/>
                </a:cubicBezTo>
                <a:cubicBezTo>
                  <a:pt x="13875" y="20821"/>
                  <a:pt x="12007" y="26426"/>
                  <a:pt x="12007" y="33500"/>
                </a:cubicBezTo>
                <a:lnTo>
                  <a:pt x="12007" y="74740"/>
                </a:lnTo>
                <a:lnTo>
                  <a:pt x="0" y="74740"/>
                </a:lnTo>
                <a:lnTo>
                  <a:pt x="0" y="1736"/>
                </a:lnTo>
                <a:lnTo>
                  <a:pt x="12007" y="1736"/>
                </a:lnTo>
                <a:lnTo>
                  <a:pt x="12007" y="13079"/>
                </a:lnTo>
                <a:cubicBezTo>
                  <a:pt x="14809" y="8809"/>
                  <a:pt x="18144" y="5473"/>
                  <a:pt x="22147" y="3337"/>
                </a:cubicBezTo>
                <a:cubicBezTo>
                  <a:pt x="26015" y="1201"/>
                  <a:pt x="30551" y="0"/>
                  <a:pt x="35621" y="0"/>
                </a:cubicBezTo>
                <a:cubicBezTo>
                  <a:pt x="43892" y="0"/>
                  <a:pt x="50297" y="2669"/>
                  <a:pt x="54565" y="7874"/>
                </a:cubicBezTo>
                <a:cubicBezTo>
                  <a:pt x="58836" y="13079"/>
                  <a:pt x="61103" y="20688"/>
                  <a:pt x="61103" y="30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E50E6-8BAC-4B81-95D8-A6EFBD20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307" y="2262591"/>
            <a:ext cx="55768" cy="76475"/>
          </a:xfrm>
          <a:custGeom xmlns:a="http://schemas.openxmlformats.org/drawingml/2006/main">
            <a:pathLst>
              <a:path w="55768" h="76475">
                <a:moveTo>
                  <a:pt x="51898" y="3871"/>
                </a:moveTo>
                <a:lnTo>
                  <a:pt x="51898" y="15215"/>
                </a:lnTo>
                <a:cubicBezTo>
                  <a:pt x="48430" y="13614"/>
                  <a:pt x="44960" y="12279"/>
                  <a:pt x="41359" y="11345"/>
                </a:cubicBezTo>
                <a:cubicBezTo>
                  <a:pt x="37624" y="10543"/>
                  <a:pt x="33888" y="10010"/>
                  <a:pt x="30018" y="10010"/>
                </a:cubicBezTo>
                <a:cubicBezTo>
                  <a:pt x="24015" y="10010"/>
                  <a:pt x="19479" y="10945"/>
                  <a:pt x="16545" y="12814"/>
                </a:cubicBezTo>
                <a:cubicBezTo>
                  <a:pt x="13608" y="14682"/>
                  <a:pt x="12141" y="17351"/>
                  <a:pt x="12141" y="20954"/>
                </a:cubicBezTo>
                <a:cubicBezTo>
                  <a:pt x="12141" y="23757"/>
                  <a:pt x="13208" y="25893"/>
                  <a:pt x="15344" y="27494"/>
                </a:cubicBezTo>
                <a:cubicBezTo>
                  <a:pt x="17478" y="29095"/>
                  <a:pt x="21747" y="30696"/>
                  <a:pt x="28151" y="32032"/>
                </a:cubicBezTo>
                <a:lnTo>
                  <a:pt x="32287" y="32965"/>
                </a:lnTo>
                <a:cubicBezTo>
                  <a:pt x="40824" y="34834"/>
                  <a:pt x="46829" y="37504"/>
                  <a:pt x="50431" y="40707"/>
                </a:cubicBezTo>
                <a:cubicBezTo>
                  <a:pt x="53899" y="44043"/>
                  <a:pt x="55768" y="48715"/>
                  <a:pt x="55768" y="54587"/>
                </a:cubicBezTo>
                <a:cubicBezTo>
                  <a:pt x="55768" y="61393"/>
                  <a:pt x="53099" y="66733"/>
                  <a:pt x="47762" y="70602"/>
                </a:cubicBezTo>
                <a:cubicBezTo>
                  <a:pt x="42425" y="74607"/>
                  <a:pt x="34955" y="76475"/>
                  <a:pt x="25617" y="76475"/>
                </a:cubicBezTo>
                <a:cubicBezTo>
                  <a:pt x="21614" y="76475"/>
                  <a:pt x="17611" y="76075"/>
                  <a:pt x="13342" y="75407"/>
                </a:cubicBezTo>
                <a:cubicBezTo>
                  <a:pt x="9072" y="74740"/>
                  <a:pt x="4670" y="73672"/>
                  <a:pt x="0" y="72071"/>
                </a:cubicBezTo>
                <a:lnTo>
                  <a:pt x="0" y="59659"/>
                </a:lnTo>
                <a:cubicBezTo>
                  <a:pt x="4403" y="62061"/>
                  <a:pt x="8806" y="63796"/>
                  <a:pt x="13075" y="64864"/>
                </a:cubicBezTo>
                <a:cubicBezTo>
                  <a:pt x="17345" y="66065"/>
                  <a:pt x="21614" y="66598"/>
                  <a:pt x="25882" y="66598"/>
                </a:cubicBezTo>
                <a:cubicBezTo>
                  <a:pt x="31486" y="66598"/>
                  <a:pt x="35888" y="65665"/>
                  <a:pt x="38957" y="63796"/>
                </a:cubicBezTo>
                <a:cubicBezTo>
                  <a:pt x="41892" y="61928"/>
                  <a:pt x="43493" y="59124"/>
                  <a:pt x="43493" y="55522"/>
                </a:cubicBezTo>
                <a:cubicBezTo>
                  <a:pt x="43493" y="52318"/>
                  <a:pt x="42293" y="49782"/>
                  <a:pt x="40158" y="48048"/>
                </a:cubicBezTo>
                <a:cubicBezTo>
                  <a:pt x="38024" y="46312"/>
                  <a:pt x="33220" y="44576"/>
                  <a:pt x="25750" y="42975"/>
                </a:cubicBezTo>
                <a:lnTo>
                  <a:pt x="21614" y="42042"/>
                </a:lnTo>
                <a:cubicBezTo>
                  <a:pt x="14143" y="40439"/>
                  <a:pt x="8673" y="38037"/>
                  <a:pt x="5471" y="34834"/>
                </a:cubicBezTo>
                <a:cubicBezTo>
                  <a:pt x="2136" y="31631"/>
                  <a:pt x="535" y="27227"/>
                  <a:pt x="535" y="21488"/>
                </a:cubicBezTo>
                <a:cubicBezTo>
                  <a:pt x="535" y="14682"/>
                  <a:pt x="2936" y="9342"/>
                  <a:pt x="7738" y="5605"/>
                </a:cubicBezTo>
                <a:cubicBezTo>
                  <a:pt x="12542" y="1868"/>
                  <a:pt x="19479" y="0"/>
                  <a:pt x="28552" y="0"/>
                </a:cubicBezTo>
                <a:cubicBezTo>
                  <a:pt x="32953" y="0"/>
                  <a:pt x="37089" y="400"/>
                  <a:pt x="41092" y="1068"/>
                </a:cubicBezTo>
                <a:cubicBezTo>
                  <a:pt x="44960" y="1736"/>
                  <a:pt x="48563" y="2669"/>
                  <a:pt x="51898" y="3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F8492-E3F8-4443-9BAA-C747970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948" y="2262591"/>
            <a:ext cx="67640" cy="76475"/>
          </a:xfrm>
          <a:custGeom xmlns:a="http://schemas.openxmlformats.org/drawingml/2006/main">
            <a:pathLst>
              <a:path w="67640" h="76475">
                <a:moveTo>
                  <a:pt x="67640" y="35234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5" y="49381"/>
                  <a:pt x="15475" y="55787"/>
                  <a:pt x="20011" y="60059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2"/>
                  <a:pt x="51898" y="64864"/>
                </a:cubicBezTo>
                <a:cubicBezTo>
                  <a:pt x="56167" y="63796"/>
                  <a:pt x="60570" y="62061"/>
                  <a:pt x="64838" y="59659"/>
                </a:cubicBezTo>
                <a:lnTo>
                  <a:pt x="64838" y="71003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5"/>
                  <a:pt x="37889" y="76475"/>
                </a:cubicBezTo>
                <a:cubicBezTo>
                  <a:pt x="26148" y="76475"/>
                  <a:pt x="16943" y="73139"/>
                  <a:pt x="10140" y="66465"/>
                </a:cubicBezTo>
                <a:cubicBezTo>
                  <a:pt x="3335" y="59792"/>
                  <a:pt x="0" y="50584"/>
                  <a:pt x="0" y="38971"/>
                </a:cubicBezTo>
                <a:cubicBezTo>
                  <a:pt x="0" y="27094"/>
                  <a:pt x="3202" y="17617"/>
                  <a:pt x="9605" y="10543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5" y="3204"/>
                  <a:pt x="59101" y="9477"/>
                </a:cubicBezTo>
                <a:cubicBezTo>
                  <a:pt x="64705" y="15883"/>
                  <a:pt x="67640" y="24425"/>
                  <a:pt x="67640" y="35234"/>
                </a:cubicBezTo>
                <a:close/>
                <a:moveTo>
                  <a:pt x="55633" y="31764"/>
                </a:moveTo>
                <a:cubicBezTo>
                  <a:pt x="55499" y="25225"/>
                  <a:pt x="53632" y="20020"/>
                  <a:pt x="50164" y="16016"/>
                </a:cubicBezTo>
                <a:cubicBezTo>
                  <a:pt x="46561" y="12146"/>
                  <a:pt x="41758" y="10143"/>
                  <a:pt x="35888" y="10143"/>
                </a:cubicBezTo>
                <a:cubicBezTo>
                  <a:pt x="29218" y="10143"/>
                  <a:pt x="23881" y="12146"/>
                  <a:pt x="19878" y="15883"/>
                </a:cubicBezTo>
                <a:cubicBezTo>
                  <a:pt x="15875" y="19620"/>
                  <a:pt x="13475" y="24958"/>
                  <a:pt x="12940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0E3F5-399B-497D-914D-6B91EB2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103" y="2238301"/>
            <a:ext cx="90721" cy="100766"/>
          </a:xfrm>
          <a:custGeom xmlns:a="http://schemas.openxmlformats.org/drawingml/2006/main">
            <a:pathLst>
              <a:path w="90721" h="100766">
                <a:moveTo>
                  <a:pt x="66840" y="84482"/>
                </a:moveTo>
                <a:lnTo>
                  <a:pt x="71909" y="58991"/>
                </a:lnTo>
                <a:lnTo>
                  <a:pt x="50297" y="58991"/>
                </a:lnTo>
                <a:lnTo>
                  <a:pt x="52298" y="48181"/>
                </a:lnTo>
                <a:lnTo>
                  <a:pt x="86851" y="48181"/>
                </a:lnTo>
                <a:lnTo>
                  <a:pt x="78446" y="91023"/>
                </a:lnTo>
                <a:cubicBezTo>
                  <a:pt x="72577" y="94225"/>
                  <a:pt x="66307" y="96761"/>
                  <a:pt x="59502" y="98362"/>
                </a:cubicBezTo>
                <a:cubicBezTo>
                  <a:pt x="52698" y="99965"/>
                  <a:pt x="45894" y="100766"/>
                  <a:pt x="38956" y="100766"/>
                </a:cubicBezTo>
                <a:cubicBezTo>
                  <a:pt x="26682" y="100766"/>
                  <a:pt x="17211" y="97429"/>
                  <a:pt x="10273" y="90756"/>
                </a:cubicBezTo>
                <a:cubicBezTo>
                  <a:pt x="3335" y="84082"/>
                  <a:pt x="0" y="74607"/>
                  <a:pt x="0" y="62461"/>
                </a:cubicBezTo>
                <a:cubicBezTo>
                  <a:pt x="0" y="52452"/>
                  <a:pt x="2001" y="42975"/>
                  <a:pt x="6270" y="33900"/>
                </a:cubicBezTo>
                <a:cubicBezTo>
                  <a:pt x="10406" y="24825"/>
                  <a:pt x="16143" y="17351"/>
                  <a:pt x="23614" y="11211"/>
                </a:cubicBezTo>
                <a:cubicBezTo>
                  <a:pt x="28150" y="7474"/>
                  <a:pt x="33219" y="4672"/>
                  <a:pt x="38823" y="2803"/>
                </a:cubicBezTo>
                <a:cubicBezTo>
                  <a:pt x="44292" y="935"/>
                  <a:pt x="50430" y="0"/>
                  <a:pt x="57234" y="0"/>
                </a:cubicBezTo>
                <a:cubicBezTo>
                  <a:pt x="63237" y="0"/>
                  <a:pt x="69107" y="801"/>
                  <a:pt x="74711" y="2269"/>
                </a:cubicBezTo>
                <a:cubicBezTo>
                  <a:pt x="80313" y="3871"/>
                  <a:pt x="85650" y="6140"/>
                  <a:pt x="90721" y="9210"/>
                </a:cubicBezTo>
                <a:lnTo>
                  <a:pt x="88052" y="23222"/>
                </a:lnTo>
                <a:cubicBezTo>
                  <a:pt x="84050" y="19220"/>
                  <a:pt x="79514" y="16016"/>
                  <a:pt x="74311" y="13880"/>
                </a:cubicBezTo>
                <a:cubicBezTo>
                  <a:pt x="68974" y="11746"/>
                  <a:pt x="63370" y="10678"/>
                  <a:pt x="57500" y="10678"/>
                </a:cubicBezTo>
                <a:cubicBezTo>
                  <a:pt x="50563" y="10678"/>
                  <a:pt x="44425" y="12012"/>
                  <a:pt x="39223" y="14682"/>
                </a:cubicBezTo>
                <a:cubicBezTo>
                  <a:pt x="33887" y="17351"/>
                  <a:pt x="29218" y="21354"/>
                  <a:pt x="25215" y="26827"/>
                </a:cubicBezTo>
                <a:cubicBezTo>
                  <a:pt x="21612" y="31631"/>
                  <a:pt x="18810" y="37104"/>
                  <a:pt x="16810" y="43510"/>
                </a:cubicBezTo>
                <a:cubicBezTo>
                  <a:pt x="14809" y="49916"/>
                  <a:pt x="13874" y="56322"/>
                  <a:pt x="13874" y="62861"/>
                </a:cubicBezTo>
                <a:cubicBezTo>
                  <a:pt x="13874" y="71938"/>
                  <a:pt x="16143" y="78877"/>
                  <a:pt x="20812" y="83415"/>
                </a:cubicBezTo>
                <a:cubicBezTo>
                  <a:pt x="25348" y="87952"/>
                  <a:pt x="32285" y="90222"/>
                  <a:pt x="41625" y="90222"/>
                </a:cubicBezTo>
                <a:cubicBezTo>
                  <a:pt x="46161" y="90222"/>
                  <a:pt x="50697" y="89821"/>
                  <a:pt x="54966" y="88754"/>
                </a:cubicBezTo>
                <a:cubicBezTo>
                  <a:pt x="59234" y="87819"/>
                  <a:pt x="63104" y="86351"/>
                  <a:pt x="66840" y="84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4B7D0-C5AB-4093-BEB1-7184898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672" y="2291121"/>
            <a:ext cx="44080" cy="69320"/>
          </a:xfrm>
          <a:custGeom xmlns:a="http://schemas.openxmlformats.org/drawingml/2006/main">
            <a:pathLst>
              <a:path w="44080" h="69320">
                <a:moveTo>
                  <a:pt x="2896" y="0"/>
                </a:moveTo>
                <a:lnTo>
                  <a:pt x="39036" y="0"/>
                </a:lnTo>
                <a:lnTo>
                  <a:pt x="39036" y="7753"/>
                </a:lnTo>
                <a:lnTo>
                  <a:pt x="11300" y="7753"/>
                </a:lnTo>
                <a:lnTo>
                  <a:pt x="11300" y="24476"/>
                </a:lnTo>
                <a:cubicBezTo>
                  <a:pt x="12607" y="24009"/>
                  <a:pt x="14008" y="23636"/>
                  <a:pt x="15315" y="23449"/>
                </a:cubicBezTo>
                <a:cubicBezTo>
                  <a:pt x="16623" y="23262"/>
                  <a:pt x="18023" y="23076"/>
                  <a:pt x="19331" y="23076"/>
                </a:cubicBezTo>
                <a:cubicBezTo>
                  <a:pt x="26896" y="23076"/>
                  <a:pt x="32873" y="25224"/>
                  <a:pt x="37355" y="29334"/>
                </a:cubicBezTo>
                <a:cubicBezTo>
                  <a:pt x="41838" y="33539"/>
                  <a:pt x="44080" y="39145"/>
                  <a:pt x="44080" y="46244"/>
                </a:cubicBezTo>
                <a:cubicBezTo>
                  <a:pt x="44080" y="53624"/>
                  <a:pt x="41744" y="59323"/>
                  <a:pt x="37169" y="63341"/>
                </a:cubicBezTo>
                <a:cubicBezTo>
                  <a:pt x="32592" y="67358"/>
                  <a:pt x="26148" y="69320"/>
                  <a:pt x="17931" y="69320"/>
                </a:cubicBezTo>
                <a:cubicBezTo>
                  <a:pt x="15036" y="69320"/>
                  <a:pt x="12140" y="69041"/>
                  <a:pt x="9152" y="68666"/>
                </a:cubicBezTo>
                <a:cubicBezTo>
                  <a:pt x="6163" y="68199"/>
                  <a:pt x="3175" y="67545"/>
                  <a:pt x="0" y="66518"/>
                </a:cubicBezTo>
                <a:lnTo>
                  <a:pt x="0" y="57269"/>
                </a:lnTo>
                <a:cubicBezTo>
                  <a:pt x="2708" y="58763"/>
                  <a:pt x="5510" y="59884"/>
                  <a:pt x="8498" y="60632"/>
                </a:cubicBezTo>
                <a:cubicBezTo>
                  <a:pt x="11394" y="61379"/>
                  <a:pt x="14475" y="61660"/>
                  <a:pt x="17744" y="61660"/>
                </a:cubicBezTo>
                <a:cubicBezTo>
                  <a:pt x="22973" y="61660"/>
                  <a:pt x="27175" y="60352"/>
                  <a:pt x="30258" y="57549"/>
                </a:cubicBezTo>
                <a:cubicBezTo>
                  <a:pt x="33246" y="54747"/>
                  <a:pt x="34834" y="51010"/>
                  <a:pt x="34834" y="46244"/>
                </a:cubicBezTo>
                <a:cubicBezTo>
                  <a:pt x="34834" y="41574"/>
                  <a:pt x="33246" y="37837"/>
                  <a:pt x="30258" y="35033"/>
                </a:cubicBezTo>
                <a:cubicBezTo>
                  <a:pt x="27175" y="32231"/>
                  <a:pt x="22973" y="30829"/>
                  <a:pt x="17744" y="30829"/>
                </a:cubicBezTo>
                <a:cubicBezTo>
                  <a:pt x="15315" y="30829"/>
                  <a:pt x="12794" y="31110"/>
                  <a:pt x="10367" y="31671"/>
                </a:cubicBezTo>
                <a:cubicBezTo>
                  <a:pt x="7938" y="32231"/>
                  <a:pt x="5417" y="33071"/>
                  <a:pt x="2896" y="34193"/>
                </a:cubicBezTo>
                <a:lnTo>
                  <a:pt x="28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4EA01-D94F-4E5F-BCA0-70549DAE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6" y="2638018"/>
            <a:ext cx="3766865" cy="2416042"/>
          </a:xfrm>
          <a:custGeom xmlns:a="http://schemas.openxmlformats.org/drawingml/2006/main">
            <a:pathLst>
              <a:path w="3766865" h="2416042">
                <a:moveTo>
                  <a:pt x="0" y="2416042"/>
                </a:moveTo>
                <a:lnTo>
                  <a:pt x="3766865" y="2416042"/>
                </a:lnTo>
                <a:lnTo>
                  <a:pt x="3766865" y="0"/>
                </a:lnTo>
                <a:lnTo>
                  <a:pt x="0" y="0"/>
                </a:lnTo>
                <a:lnTo>
                  <a:pt x="0" y="24160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BC87D-4718-4C10-B4A5-31235513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908" y="2811973"/>
            <a:ext cx="570737" cy="1961826"/>
          </a:xfrm>
          <a:custGeom xmlns:a="http://schemas.openxmlformats.org/drawingml/2006/main">
            <a:pathLst>
              <a:path w="570737" h="1961826">
                <a:moveTo>
                  <a:pt x="0" y="1961826"/>
                </a:moveTo>
                <a:lnTo>
                  <a:pt x="570737" y="1961826"/>
                </a:lnTo>
                <a:lnTo>
                  <a:pt x="570737" y="0"/>
                </a:lnTo>
                <a:lnTo>
                  <a:pt x="0" y="0"/>
                </a:lnTo>
                <a:lnTo>
                  <a:pt x="0" y="1961826"/>
                </a:lnTo>
                <a:close/>
              </a:path>
            </a:pathLst>
          </a:custGeom>
          <a:solidFill xmlns:a="http://schemas.openxmlformats.org/drawingml/2006/main">
            <a:srgbClr val="4C72B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5AE0B-E598-40E4-869B-DBF55A22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329" y="4406561"/>
            <a:ext cx="570738" cy="367238"/>
          </a:xfrm>
          <a:custGeom xmlns:a="http://schemas.openxmlformats.org/drawingml/2006/main">
            <a:pathLst>
              <a:path w="570738" h="367238">
                <a:moveTo>
                  <a:pt x="0" y="367238"/>
                </a:moveTo>
                <a:lnTo>
                  <a:pt x="570738" y="367238"/>
                </a:lnTo>
                <a:lnTo>
                  <a:pt x="570738" y="0"/>
                </a:lnTo>
                <a:lnTo>
                  <a:pt x="0" y="0"/>
                </a:lnTo>
                <a:lnTo>
                  <a:pt x="0" y="367238"/>
                </a:lnTo>
                <a:close/>
              </a:path>
            </a:pathLst>
          </a:custGeom>
          <a:solidFill xmlns:a="http://schemas.openxmlformats.org/drawingml/2006/main">
            <a:srgbClr val="55A868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2B5EC-7D0C-442E-91A3-8F8DDB27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750" y="4396897"/>
            <a:ext cx="570737" cy="376903"/>
          </a:xfrm>
          <a:custGeom xmlns:a="http://schemas.openxmlformats.org/drawingml/2006/main">
            <a:pathLst>
              <a:path w="570737" h="376903">
                <a:moveTo>
                  <a:pt x="0" y="376903"/>
                </a:moveTo>
                <a:lnTo>
                  <a:pt x="570737" y="376903"/>
                </a:lnTo>
                <a:lnTo>
                  <a:pt x="570737" y="0"/>
                </a:lnTo>
                <a:lnTo>
                  <a:pt x="0" y="0"/>
                </a:lnTo>
                <a:lnTo>
                  <a:pt x="0" y="376903"/>
                </a:lnTo>
                <a:close/>
              </a:path>
            </a:pathLst>
          </a:custGeom>
          <a:solidFill xmlns:a="http://schemas.openxmlformats.org/drawingml/2006/main">
            <a:srgbClr val="8DA0C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B6F09-97A7-4351-B6EE-94B773F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71" y="4773799"/>
            <a:ext cx="570738" cy="48321"/>
          </a:xfrm>
          <a:custGeom xmlns:a="http://schemas.openxmlformats.org/drawingml/2006/main">
            <a:pathLst>
              <a:path w="570738" h="48321">
                <a:moveTo>
                  <a:pt x="0" y="48321"/>
                </a:moveTo>
                <a:lnTo>
                  <a:pt x="570738" y="48321"/>
                </a:lnTo>
                <a:lnTo>
                  <a:pt x="570738" y="0"/>
                </a:lnTo>
                <a:lnTo>
                  <a:pt x="0" y="0"/>
                </a:lnTo>
                <a:lnTo>
                  <a:pt x="0" y="48321"/>
                </a:lnTo>
                <a:close/>
              </a:path>
            </a:pathLst>
          </a:custGeom>
          <a:solidFill xmlns:a="http://schemas.openxmlformats.org/drawingml/2006/main">
            <a:srgbClr val="E78AC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3BB72-554C-46B9-BC22-AB9C99B8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594" y="4174621"/>
            <a:ext cx="570738" cy="599178"/>
          </a:xfrm>
          <a:custGeom xmlns:a="http://schemas.openxmlformats.org/drawingml/2006/main">
            <a:pathLst>
              <a:path w="570738" h="599178">
                <a:moveTo>
                  <a:pt x="0" y="599178"/>
                </a:moveTo>
                <a:lnTo>
                  <a:pt x="570738" y="599178"/>
                </a:lnTo>
                <a:lnTo>
                  <a:pt x="570738" y="0"/>
                </a:lnTo>
                <a:lnTo>
                  <a:pt x="0" y="0"/>
                </a:lnTo>
                <a:lnTo>
                  <a:pt x="0" y="599178"/>
                </a:lnTo>
                <a:close/>
              </a:path>
            </a:pathLst>
          </a:custGeom>
          <a:solidFill xmlns:a="http://schemas.openxmlformats.org/drawingml/2006/main">
            <a:srgbClr val="CC613D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8630F-6F05-4257-B2EF-907B7980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276" y="5054060"/>
            <a:ext cx="10" cy="31141"/>
          </a:xfrm>
          <a:custGeom xmlns:a="http://schemas.openxmlformats.org/drawingml/2006/main">
            <a:pathLst>
              <a:path w="1" h="31141">
                <a:moveTo>
                  <a:pt x="0" y="0"/>
                </a:moveTo>
                <a:lnTo>
                  <a:pt x="0" y="31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40912-35E0-4F88-ABD6-68B2FE9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276" y="5054060"/>
            <a:ext cx="10" cy="31141"/>
          </a:xfrm>
          <a:custGeom xmlns:a="http://schemas.openxmlformats.org/drawingml/2006/main">
            <a:pathLst>
              <a:path w="1" h="31141" fill="none">
                <a:moveTo>
                  <a:pt x="0" y="0"/>
                </a:moveTo>
                <a:lnTo>
                  <a:pt x="0" y="31141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8AE61-5FCF-4E25-BC9E-0A75A98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76" y="5118662"/>
            <a:ext cx="68441" cy="100765"/>
          </a:xfrm>
          <a:custGeom xmlns:a="http://schemas.openxmlformats.org/drawingml/2006/main">
            <a:pathLst>
              <a:path w="68441" h="100765">
                <a:moveTo>
                  <a:pt x="62571" y="4938"/>
                </a:moveTo>
                <a:lnTo>
                  <a:pt x="62571" y="17751"/>
                </a:lnTo>
                <a:cubicBezTo>
                  <a:pt x="57502" y="15348"/>
                  <a:pt x="52833" y="13613"/>
                  <a:pt x="48430" y="12412"/>
                </a:cubicBezTo>
                <a:cubicBezTo>
                  <a:pt x="43894" y="11344"/>
                  <a:pt x="39625" y="10677"/>
                  <a:pt x="35622" y="10677"/>
                </a:cubicBezTo>
                <a:cubicBezTo>
                  <a:pt x="28417" y="10677"/>
                  <a:pt x="22815" y="12145"/>
                  <a:pt x="18945" y="14814"/>
                </a:cubicBezTo>
                <a:cubicBezTo>
                  <a:pt x="15076" y="17617"/>
                  <a:pt x="13208" y="21621"/>
                  <a:pt x="13208" y="26693"/>
                </a:cubicBezTo>
                <a:cubicBezTo>
                  <a:pt x="13208" y="30963"/>
                  <a:pt x="14409" y="34300"/>
                  <a:pt x="17078" y="36435"/>
                </a:cubicBezTo>
                <a:cubicBezTo>
                  <a:pt x="19612" y="38704"/>
                  <a:pt x="24549" y="40439"/>
                  <a:pt x="31752" y="41774"/>
                </a:cubicBezTo>
                <a:lnTo>
                  <a:pt x="39758" y="43376"/>
                </a:lnTo>
                <a:cubicBezTo>
                  <a:pt x="49496" y="45244"/>
                  <a:pt x="56701" y="48581"/>
                  <a:pt x="61370" y="53252"/>
                </a:cubicBezTo>
                <a:cubicBezTo>
                  <a:pt x="66041" y="58057"/>
                  <a:pt x="68441" y="64329"/>
                  <a:pt x="68441" y="72204"/>
                </a:cubicBezTo>
                <a:cubicBezTo>
                  <a:pt x="68441" y="81680"/>
                  <a:pt x="65240" y="88753"/>
                  <a:pt x="58969" y="93558"/>
                </a:cubicBezTo>
                <a:cubicBezTo>
                  <a:pt x="52566" y="98362"/>
                  <a:pt x="43361" y="100765"/>
                  <a:pt x="31219" y="100765"/>
                </a:cubicBezTo>
                <a:cubicBezTo>
                  <a:pt x="26550" y="100765"/>
                  <a:pt x="21614" y="100231"/>
                  <a:pt x="16410" y="99297"/>
                </a:cubicBezTo>
                <a:cubicBezTo>
                  <a:pt x="11208" y="98362"/>
                  <a:pt x="5871" y="96894"/>
                  <a:pt x="400" y="94759"/>
                </a:cubicBezTo>
                <a:lnTo>
                  <a:pt x="400" y="81146"/>
                </a:lnTo>
                <a:cubicBezTo>
                  <a:pt x="5737" y="84215"/>
                  <a:pt x="10941" y="86484"/>
                  <a:pt x="16010" y="87952"/>
                </a:cubicBezTo>
                <a:cubicBezTo>
                  <a:pt x="21081" y="89554"/>
                  <a:pt x="26150" y="90221"/>
                  <a:pt x="31219" y="90221"/>
                </a:cubicBezTo>
                <a:cubicBezTo>
                  <a:pt x="38690" y="90221"/>
                  <a:pt x="44427" y="88753"/>
                  <a:pt x="48563" y="85817"/>
                </a:cubicBezTo>
                <a:cubicBezTo>
                  <a:pt x="52566" y="82881"/>
                  <a:pt x="54700" y="78743"/>
                  <a:pt x="54700" y="73138"/>
                </a:cubicBezTo>
                <a:cubicBezTo>
                  <a:pt x="54700" y="68333"/>
                  <a:pt x="53233" y="64596"/>
                  <a:pt x="50297" y="61927"/>
                </a:cubicBezTo>
                <a:cubicBezTo>
                  <a:pt x="47362" y="59258"/>
                  <a:pt x="42560" y="57256"/>
                  <a:pt x="35888" y="55921"/>
                </a:cubicBezTo>
                <a:lnTo>
                  <a:pt x="27884" y="54320"/>
                </a:lnTo>
                <a:cubicBezTo>
                  <a:pt x="18011" y="52451"/>
                  <a:pt x="10941" y="49381"/>
                  <a:pt x="6537" y="45111"/>
                </a:cubicBezTo>
                <a:cubicBezTo>
                  <a:pt x="2136" y="40973"/>
                  <a:pt x="0" y="35234"/>
                  <a:pt x="0" y="27760"/>
                </a:cubicBezTo>
                <a:cubicBezTo>
                  <a:pt x="0" y="19219"/>
                  <a:pt x="2936" y="12412"/>
                  <a:pt x="9072" y="7474"/>
                </a:cubicBezTo>
                <a:cubicBezTo>
                  <a:pt x="15076" y="2536"/>
                  <a:pt x="23481" y="0"/>
                  <a:pt x="34154" y="0"/>
                </a:cubicBezTo>
                <a:cubicBezTo>
                  <a:pt x="38690" y="0"/>
                  <a:pt x="43226" y="400"/>
                  <a:pt x="48029" y="1201"/>
                </a:cubicBezTo>
                <a:cubicBezTo>
                  <a:pt x="52698" y="2002"/>
                  <a:pt x="57502" y="3337"/>
                  <a:pt x="62571" y="49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7BACF-21C4-4440-9D80-4D4FA8D5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963" y="5120397"/>
            <a:ext cx="81782" cy="97295"/>
          </a:xfrm>
          <a:custGeom xmlns:a="http://schemas.openxmlformats.org/drawingml/2006/main">
            <a:pathLst>
              <a:path w="81782" h="97295">
                <a:moveTo>
                  <a:pt x="13208" y="10811"/>
                </a:moveTo>
                <a:lnTo>
                  <a:pt x="13208" y="86484"/>
                </a:lnTo>
                <a:lnTo>
                  <a:pt x="29085" y="86484"/>
                </a:lnTo>
                <a:cubicBezTo>
                  <a:pt x="42425" y="86484"/>
                  <a:pt x="52298" y="83548"/>
                  <a:pt x="58568" y="77409"/>
                </a:cubicBezTo>
                <a:cubicBezTo>
                  <a:pt x="64705" y="71269"/>
                  <a:pt x="67908" y="61660"/>
                  <a:pt x="67908" y="48581"/>
                </a:cubicBezTo>
                <a:cubicBezTo>
                  <a:pt x="67908" y="35501"/>
                  <a:pt x="64705" y="26025"/>
                  <a:pt x="58568" y="19886"/>
                </a:cubicBezTo>
                <a:cubicBezTo>
                  <a:pt x="52298" y="13880"/>
                  <a:pt x="42425" y="10811"/>
                  <a:pt x="29085" y="10811"/>
                </a:cubicBezTo>
                <a:lnTo>
                  <a:pt x="13208" y="10811"/>
                </a:lnTo>
                <a:close/>
                <a:moveTo>
                  <a:pt x="0" y="0"/>
                </a:moveTo>
                <a:lnTo>
                  <a:pt x="27083" y="0"/>
                </a:lnTo>
                <a:cubicBezTo>
                  <a:pt x="45894" y="0"/>
                  <a:pt x="59769" y="4004"/>
                  <a:pt x="68574" y="11745"/>
                </a:cubicBezTo>
                <a:cubicBezTo>
                  <a:pt x="77380" y="19619"/>
                  <a:pt x="81782" y="31898"/>
                  <a:pt x="81782" y="48581"/>
                </a:cubicBezTo>
                <a:cubicBezTo>
                  <a:pt x="81782" y="65397"/>
                  <a:pt x="77246" y="77676"/>
                  <a:pt x="68441" y="85550"/>
                </a:cubicBezTo>
                <a:cubicBezTo>
                  <a:pt x="59636" y="93424"/>
                  <a:pt x="45761" y="97295"/>
                  <a:pt x="27083" y="97295"/>
                </a:cubicBezTo>
                <a:lnTo>
                  <a:pt x="0" y="97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34756-0CDC-4B3F-AC97-19E5160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691" y="5120397"/>
            <a:ext cx="62838" cy="97295"/>
          </a:xfrm>
          <a:custGeom xmlns:a="http://schemas.openxmlformats.org/drawingml/2006/main">
            <a:pathLst>
              <a:path w="62838" h="97295">
                <a:moveTo>
                  <a:pt x="13208" y="10811"/>
                </a:moveTo>
                <a:lnTo>
                  <a:pt x="13208" y="47379"/>
                </a:lnTo>
                <a:lnTo>
                  <a:pt x="29751" y="47379"/>
                </a:lnTo>
                <a:cubicBezTo>
                  <a:pt x="35888" y="47379"/>
                  <a:pt x="40559" y="45911"/>
                  <a:pt x="43894" y="42708"/>
                </a:cubicBezTo>
                <a:cubicBezTo>
                  <a:pt x="47229" y="39505"/>
                  <a:pt x="48963" y="34967"/>
                  <a:pt x="48963" y="29095"/>
                </a:cubicBezTo>
                <a:cubicBezTo>
                  <a:pt x="48963" y="23223"/>
                  <a:pt x="47229" y="18818"/>
                  <a:pt x="43894" y="15615"/>
                </a:cubicBezTo>
                <a:cubicBezTo>
                  <a:pt x="40559" y="12412"/>
                  <a:pt x="35888" y="10811"/>
                  <a:pt x="29751" y="10811"/>
                </a:cubicBezTo>
                <a:lnTo>
                  <a:pt x="13208" y="10811"/>
                </a:lnTo>
                <a:close/>
                <a:moveTo>
                  <a:pt x="0" y="0"/>
                </a:moveTo>
                <a:lnTo>
                  <a:pt x="29751" y="0"/>
                </a:lnTo>
                <a:cubicBezTo>
                  <a:pt x="40559" y="0"/>
                  <a:pt x="48830" y="2536"/>
                  <a:pt x="54432" y="7474"/>
                </a:cubicBezTo>
                <a:cubicBezTo>
                  <a:pt x="60036" y="12412"/>
                  <a:pt x="62838" y="19619"/>
                  <a:pt x="62838" y="29095"/>
                </a:cubicBezTo>
                <a:cubicBezTo>
                  <a:pt x="62838" y="38704"/>
                  <a:pt x="60036" y="46045"/>
                  <a:pt x="54432" y="50850"/>
                </a:cubicBezTo>
                <a:cubicBezTo>
                  <a:pt x="48830" y="55788"/>
                  <a:pt x="40559" y="58190"/>
                  <a:pt x="29751" y="58190"/>
                </a:cubicBezTo>
                <a:lnTo>
                  <a:pt x="13208" y="58190"/>
                </a:lnTo>
                <a:lnTo>
                  <a:pt x="13208" y="97295"/>
                </a:lnTo>
                <a:lnTo>
                  <a:pt x="0" y="97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3CC89-0078-4FAA-B606-7459CF0D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655" y="5120397"/>
            <a:ext cx="89120" cy="97295"/>
          </a:xfrm>
          <a:custGeom xmlns:a="http://schemas.openxmlformats.org/drawingml/2006/main">
            <a:pathLst>
              <a:path w="89120" h="97295">
                <a:moveTo>
                  <a:pt x="44560" y="12946"/>
                </a:moveTo>
                <a:lnTo>
                  <a:pt x="26683" y="61393"/>
                </a:lnTo>
                <a:lnTo>
                  <a:pt x="62437" y="61393"/>
                </a:lnTo>
                <a:lnTo>
                  <a:pt x="44560" y="12946"/>
                </a:lnTo>
                <a:close/>
                <a:moveTo>
                  <a:pt x="37089" y="0"/>
                </a:moveTo>
                <a:lnTo>
                  <a:pt x="52031" y="0"/>
                </a:lnTo>
                <a:lnTo>
                  <a:pt x="89120" y="97295"/>
                </a:lnTo>
                <a:lnTo>
                  <a:pt x="75379" y="97295"/>
                </a:lnTo>
                <a:lnTo>
                  <a:pt x="66572" y="72337"/>
                </a:lnTo>
                <a:lnTo>
                  <a:pt x="22680" y="72337"/>
                </a:lnTo>
                <a:lnTo>
                  <a:pt x="13875" y="97295"/>
                </a:lnTo>
                <a:lnTo>
                  <a:pt x="0" y="97295"/>
                </a:lnTo>
                <a:lnTo>
                  <a:pt x="370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00528-FEBB-43A3-8623-E6C6C45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99" y="5054060"/>
            <a:ext cx="10" cy="31141"/>
          </a:xfrm>
          <a:custGeom xmlns:a="http://schemas.openxmlformats.org/drawingml/2006/main">
            <a:pathLst>
              <a:path w="1" h="31141">
                <a:moveTo>
                  <a:pt x="0" y="0"/>
                </a:moveTo>
                <a:lnTo>
                  <a:pt x="0" y="31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4FE4D-5FB4-4344-BF9E-621E4A37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99" y="5054060"/>
            <a:ext cx="10" cy="31141"/>
          </a:xfrm>
          <a:custGeom xmlns:a="http://schemas.openxmlformats.org/drawingml/2006/main">
            <a:pathLst>
              <a:path w="1" h="31141" fill="none">
                <a:moveTo>
                  <a:pt x="0" y="0"/>
                </a:moveTo>
                <a:lnTo>
                  <a:pt x="0" y="31141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33BBA-CF38-4724-BAEA-477A41C1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439" y="5144687"/>
            <a:ext cx="70976" cy="73004"/>
          </a:xfrm>
          <a:custGeom xmlns:a="http://schemas.openxmlformats.org/drawingml/2006/main">
            <a:pathLst>
              <a:path w="70976" h="73004">
                <a:moveTo>
                  <a:pt x="0" y="0"/>
                </a:moveTo>
                <a:lnTo>
                  <a:pt x="12675" y="0"/>
                </a:lnTo>
                <a:lnTo>
                  <a:pt x="35488" y="61260"/>
                </a:lnTo>
                <a:lnTo>
                  <a:pt x="58301" y="0"/>
                </a:lnTo>
                <a:lnTo>
                  <a:pt x="70976" y="0"/>
                </a:lnTo>
                <a:lnTo>
                  <a:pt x="43626" y="73004"/>
                </a:lnTo>
                <a:lnTo>
                  <a:pt x="27349" y="730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B73D5-4423-4BCD-80E8-DDD83869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421" y="5142952"/>
            <a:ext cx="61636" cy="76474"/>
          </a:xfrm>
          <a:custGeom xmlns:a="http://schemas.openxmlformats.org/drawingml/2006/main">
            <a:pathLst>
              <a:path w="61636" h="76474">
                <a:moveTo>
                  <a:pt x="37757" y="38037"/>
                </a:moveTo>
                <a:cubicBezTo>
                  <a:pt x="28017" y="38037"/>
                  <a:pt x="21346" y="39238"/>
                  <a:pt x="17611" y="41374"/>
                </a:cubicBezTo>
                <a:cubicBezTo>
                  <a:pt x="13875" y="43642"/>
                  <a:pt x="12007" y="47379"/>
                  <a:pt x="12007" y="52718"/>
                </a:cubicBezTo>
                <a:cubicBezTo>
                  <a:pt x="12007" y="56989"/>
                  <a:pt x="13341" y="60459"/>
                  <a:pt x="16143" y="62861"/>
                </a:cubicBezTo>
                <a:cubicBezTo>
                  <a:pt x="18945" y="65397"/>
                  <a:pt x="22813" y="66598"/>
                  <a:pt x="27617" y="66598"/>
                </a:cubicBezTo>
                <a:cubicBezTo>
                  <a:pt x="34287" y="66598"/>
                  <a:pt x="39624" y="64329"/>
                  <a:pt x="43626" y="59525"/>
                </a:cubicBezTo>
                <a:cubicBezTo>
                  <a:pt x="47628" y="54853"/>
                  <a:pt x="49629" y="48581"/>
                  <a:pt x="49629" y="40706"/>
                </a:cubicBezTo>
                <a:lnTo>
                  <a:pt x="49629" y="38037"/>
                </a:lnTo>
                <a:lnTo>
                  <a:pt x="37757" y="38037"/>
                </a:lnTo>
                <a:close/>
                <a:moveTo>
                  <a:pt x="61636" y="33099"/>
                </a:moveTo>
                <a:lnTo>
                  <a:pt x="61636" y="74739"/>
                </a:lnTo>
                <a:lnTo>
                  <a:pt x="49629" y="74739"/>
                </a:lnTo>
                <a:lnTo>
                  <a:pt x="49629" y="63662"/>
                </a:lnTo>
                <a:cubicBezTo>
                  <a:pt x="46829" y="68200"/>
                  <a:pt x="43359" y="71403"/>
                  <a:pt x="39356" y="73405"/>
                </a:cubicBezTo>
                <a:cubicBezTo>
                  <a:pt x="35355" y="75407"/>
                  <a:pt x="30284" y="76474"/>
                  <a:pt x="24414" y="76474"/>
                </a:cubicBezTo>
                <a:cubicBezTo>
                  <a:pt x="16943" y="76474"/>
                  <a:pt x="10941" y="74473"/>
                  <a:pt x="6537" y="70335"/>
                </a:cubicBezTo>
                <a:cubicBezTo>
                  <a:pt x="2134" y="66198"/>
                  <a:pt x="0" y="60592"/>
                  <a:pt x="0" y="53519"/>
                </a:cubicBezTo>
                <a:cubicBezTo>
                  <a:pt x="0" y="45378"/>
                  <a:pt x="2668" y="39238"/>
                  <a:pt x="8272" y="34967"/>
                </a:cubicBezTo>
                <a:cubicBezTo>
                  <a:pt x="13741" y="30830"/>
                  <a:pt x="21880" y="28695"/>
                  <a:pt x="32820" y="28695"/>
                </a:cubicBezTo>
                <a:lnTo>
                  <a:pt x="49629" y="28695"/>
                </a:lnTo>
                <a:lnTo>
                  <a:pt x="49629" y="27493"/>
                </a:lnTo>
                <a:cubicBezTo>
                  <a:pt x="49629" y="22021"/>
                  <a:pt x="47762" y="17751"/>
                  <a:pt x="44160" y="14681"/>
                </a:cubicBezTo>
                <a:cubicBezTo>
                  <a:pt x="40557" y="11745"/>
                  <a:pt x="35488" y="10143"/>
                  <a:pt x="28950" y="10143"/>
                </a:cubicBezTo>
                <a:cubicBezTo>
                  <a:pt x="24682" y="10143"/>
                  <a:pt x="20679" y="10677"/>
                  <a:pt x="16676" y="11745"/>
                </a:cubicBezTo>
                <a:cubicBezTo>
                  <a:pt x="12675" y="12812"/>
                  <a:pt x="8939" y="14281"/>
                  <a:pt x="5337" y="16149"/>
                </a:cubicBezTo>
                <a:lnTo>
                  <a:pt x="5337" y="5072"/>
                </a:lnTo>
                <a:cubicBezTo>
                  <a:pt x="9605" y="3470"/>
                  <a:pt x="13875" y="2135"/>
                  <a:pt x="18011" y="1335"/>
                </a:cubicBezTo>
                <a:cubicBezTo>
                  <a:pt x="22147" y="534"/>
                  <a:pt x="26148" y="0"/>
                  <a:pt x="30151" y="0"/>
                </a:cubicBezTo>
                <a:cubicBezTo>
                  <a:pt x="40691" y="0"/>
                  <a:pt x="48563" y="2803"/>
                  <a:pt x="53765" y="8275"/>
                </a:cubicBezTo>
                <a:cubicBezTo>
                  <a:pt x="58969" y="13747"/>
                  <a:pt x="61636" y="22021"/>
                  <a:pt x="61636" y="33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7119E-9FCF-4303-A94A-7D8B6D3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739" y="5116259"/>
            <a:ext cx="12008" cy="101432"/>
          </a:xfrm>
          <a:custGeom xmlns:a="http://schemas.openxmlformats.org/drawingml/2006/main">
            <a:pathLst>
              <a:path w="12008" h="101432">
                <a:moveTo>
                  <a:pt x="0" y="101432"/>
                </a:moveTo>
                <a:lnTo>
                  <a:pt x="12008" y="101432"/>
                </a:lnTo>
                <a:lnTo>
                  <a:pt x="12008" y="0"/>
                </a:lnTo>
                <a:lnTo>
                  <a:pt x="0" y="0"/>
                </a:lnTo>
                <a:lnTo>
                  <a:pt x="0" y="101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112CD-7481-41A7-9215-01220387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27" y="5142952"/>
            <a:ext cx="61103" cy="76474"/>
          </a:xfrm>
          <a:custGeom xmlns:a="http://schemas.openxmlformats.org/drawingml/2006/main">
            <a:pathLst>
              <a:path w="61103" h="76474">
                <a:moveTo>
                  <a:pt x="0" y="45911"/>
                </a:moveTo>
                <a:lnTo>
                  <a:pt x="0" y="1735"/>
                </a:lnTo>
                <a:lnTo>
                  <a:pt x="12007" y="1735"/>
                </a:lnTo>
                <a:lnTo>
                  <a:pt x="12007" y="45511"/>
                </a:lnTo>
                <a:cubicBezTo>
                  <a:pt x="12007" y="52451"/>
                  <a:pt x="13342" y="57523"/>
                  <a:pt x="16010" y="60993"/>
                </a:cubicBezTo>
                <a:cubicBezTo>
                  <a:pt x="18679" y="64463"/>
                  <a:pt x="22680" y="66198"/>
                  <a:pt x="28151" y="66198"/>
                </a:cubicBezTo>
                <a:cubicBezTo>
                  <a:pt x="34554" y="66198"/>
                  <a:pt x="39758" y="64196"/>
                  <a:pt x="43493" y="60058"/>
                </a:cubicBezTo>
                <a:cubicBezTo>
                  <a:pt x="47229" y="55921"/>
                  <a:pt x="49096" y="50316"/>
                  <a:pt x="49096" y="43109"/>
                </a:cubicBezTo>
                <a:lnTo>
                  <a:pt x="49096" y="1735"/>
                </a:lnTo>
                <a:lnTo>
                  <a:pt x="61103" y="1735"/>
                </a:lnTo>
                <a:lnTo>
                  <a:pt x="61103" y="74739"/>
                </a:lnTo>
                <a:lnTo>
                  <a:pt x="49096" y="74739"/>
                </a:lnTo>
                <a:lnTo>
                  <a:pt x="49096" y="63529"/>
                </a:lnTo>
                <a:cubicBezTo>
                  <a:pt x="46161" y="68066"/>
                  <a:pt x="42693" y="71269"/>
                  <a:pt x="38957" y="73405"/>
                </a:cubicBezTo>
                <a:cubicBezTo>
                  <a:pt x="35087" y="75407"/>
                  <a:pt x="30686" y="76474"/>
                  <a:pt x="25615" y="76474"/>
                </a:cubicBezTo>
                <a:cubicBezTo>
                  <a:pt x="17211" y="76474"/>
                  <a:pt x="10806" y="73939"/>
                  <a:pt x="6537" y="68734"/>
                </a:cubicBezTo>
                <a:cubicBezTo>
                  <a:pt x="2134" y="63662"/>
                  <a:pt x="0" y="56055"/>
                  <a:pt x="0" y="45911"/>
                </a:cubicBezTo>
                <a:close/>
                <a:moveTo>
                  <a:pt x="30151" y="0"/>
                </a:moveTo>
                <a:lnTo>
                  <a:pt x="301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F8E7B-A976-4597-9BCB-43454466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209" y="5142952"/>
            <a:ext cx="67640" cy="76474"/>
          </a:xfrm>
          <a:custGeom xmlns:a="http://schemas.openxmlformats.org/drawingml/2006/main">
            <a:pathLst>
              <a:path w="67640" h="76474">
                <a:moveTo>
                  <a:pt x="67640" y="35234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3" y="49381"/>
                  <a:pt x="15475" y="55788"/>
                  <a:pt x="20011" y="60058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1"/>
                  <a:pt x="51896" y="64863"/>
                </a:cubicBezTo>
                <a:cubicBezTo>
                  <a:pt x="56167" y="63795"/>
                  <a:pt x="60568" y="62060"/>
                  <a:pt x="64838" y="59658"/>
                </a:cubicBezTo>
                <a:lnTo>
                  <a:pt x="64838" y="71002"/>
                </a:lnTo>
                <a:cubicBezTo>
                  <a:pt x="60568" y="72871"/>
                  <a:pt x="56167" y="74339"/>
                  <a:pt x="51631" y="75140"/>
                </a:cubicBezTo>
                <a:cubicBezTo>
                  <a:pt x="47094" y="75941"/>
                  <a:pt x="42424" y="76474"/>
                  <a:pt x="37888" y="76474"/>
                </a:cubicBezTo>
                <a:cubicBezTo>
                  <a:pt x="26148" y="76474"/>
                  <a:pt x="16943" y="73138"/>
                  <a:pt x="10138" y="66465"/>
                </a:cubicBezTo>
                <a:cubicBezTo>
                  <a:pt x="3335" y="59792"/>
                  <a:pt x="0" y="50583"/>
                  <a:pt x="0" y="38971"/>
                </a:cubicBezTo>
                <a:cubicBezTo>
                  <a:pt x="0" y="27093"/>
                  <a:pt x="3201" y="17617"/>
                  <a:pt x="9605" y="10544"/>
                </a:cubicBezTo>
                <a:cubicBezTo>
                  <a:pt x="16008" y="3604"/>
                  <a:pt x="24815" y="0"/>
                  <a:pt x="35754" y="0"/>
                </a:cubicBezTo>
                <a:cubicBezTo>
                  <a:pt x="45626" y="0"/>
                  <a:pt x="53365" y="3203"/>
                  <a:pt x="59101" y="9476"/>
                </a:cubicBezTo>
                <a:cubicBezTo>
                  <a:pt x="64704" y="15882"/>
                  <a:pt x="67640" y="24424"/>
                  <a:pt x="67640" y="35234"/>
                </a:cubicBezTo>
                <a:close/>
                <a:moveTo>
                  <a:pt x="55632" y="31764"/>
                </a:moveTo>
                <a:cubicBezTo>
                  <a:pt x="55499" y="25225"/>
                  <a:pt x="53632" y="20019"/>
                  <a:pt x="50162" y="16016"/>
                </a:cubicBezTo>
                <a:cubicBezTo>
                  <a:pt x="46560" y="12145"/>
                  <a:pt x="41758" y="10143"/>
                  <a:pt x="35888" y="10143"/>
                </a:cubicBezTo>
                <a:cubicBezTo>
                  <a:pt x="29216" y="10143"/>
                  <a:pt x="23880" y="12145"/>
                  <a:pt x="19878" y="15882"/>
                </a:cubicBezTo>
                <a:cubicBezTo>
                  <a:pt x="15875" y="19619"/>
                  <a:pt x="13474" y="24958"/>
                  <a:pt x="12940" y="31764"/>
                </a:cubicBezTo>
                <a:lnTo>
                  <a:pt x="55632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5F801-1D15-4923-8018-8B12840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120" y="5054060"/>
            <a:ext cx="10" cy="31141"/>
          </a:xfrm>
          <a:custGeom xmlns:a="http://schemas.openxmlformats.org/drawingml/2006/main">
            <a:pathLst>
              <a:path w="1" h="31141">
                <a:moveTo>
                  <a:pt x="0" y="0"/>
                </a:moveTo>
                <a:lnTo>
                  <a:pt x="0" y="31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267F4-6FCC-4582-9798-29E9108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120" y="5054060"/>
            <a:ext cx="10" cy="31141"/>
          </a:xfrm>
          <a:custGeom xmlns:a="http://schemas.openxmlformats.org/drawingml/2006/main">
            <a:pathLst>
              <a:path w="1" h="31141" fill="none">
                <a:moveTo>
                  <a:pt x="0" y="0"/>
                </a:moveTo>
                <a:lnTo>
                  <a:pt x="0" y="31141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3EAB3-D23A-456D-A6AA-48FE610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314" y="5116259"/>
            <a:ext cx="64705" cy="101432"/>
          </a:xfrm>
          <a:custGeom xmlns:a="http://schemas.openxmlformats.org/drawingml/2006/main">
            <a:pathLst>
              <a:path w="64705" h="101432">
                <a:moveTo>
                  <a:pt x="0" y="0"/>
                </a:moveTo>
                <a:lnTo>
                  <a:pt x="12008" y="0"/>
                </a:lnTo>
                <a:lnTo>
                  <a:pt x="12008" y="59925"/>
                </a:lnTo>
                <a:lnTo>
                  <a:pt x="47762" y="28428"/>
                </a:lnTo>
                <a:lnTo>
                  <a:pt x="63104" y="28428"/>
                </a:lnTo>
                <a:lnTo>
                  <a:pt x="24416" y="62594"/>
                </a:lnTo>
                <a:lnTo>
                  <a:pt x="64705" y="101432"/>
                </a:lnTo>
                <a:lnTo>
                  <a:pt x="49096" y="101432"/>
                </a:lnTo>
                <a:lnTo>
                  <a:pt x="12008" y="65797"/>
                </a:lnTo>
                <a:lnTo>
                  <a:pt x="12008" y="101432"/>
                </a:lnTo>
                <a:lnTo>
                  <a:pt x="0" y="1014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243BB-409F-4B60-8A9E-DC63024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33" y="5142952"/>
            <a:ext cx="67640" cy="76474"/>
          </a:xfrm>
          <a:custGeom xmlns:a="http://schemas.openxmlformats.org/drawingml/2006/main">
            <a:pathLst>
              <a:path w="67640" h="76474">
                <a:moveTo>
                  <a:pt x="67640" y="35234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5" y="49381"/>
                  <a:pt x="15475" y="55788"/>
                  <a:pt x="20011" y="60058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1"/>
                  <a:pt x="51898" y="64863"/>
                </a:cubicBezTo>
                <a:cubicBezTo>
                  <a:pt x="56167" y="63795"/>
                  <a:pt x="60570" y="62060"/>
                  <a:pt x="64838" y="59658"/>
                </a:cubicBezTo>
                <a:lnTo>
                  <a:pt x="64838" y="71002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4"/>
                  <a:pt x="37889" y="76474"/>
                </a:cubicBezTo>
                <a:cubicBezTo>
                  <a:pt x="26148" y="76474"/>
                  <a:pt x="16943" y="73138"/>
                  <a:pt x="10140" y="66465"/>
                </a:cubicBezTo>
                <a:cubicBezTo>
                  <a:pt x="3335" y="59792"/>
                  <a:pt x="0" y="50583"/>
                  <a:pt x="0" y="38971"/>
                </a:cubicBezTo>
                <a:cubicBezTo>
                  <a:pt x="0" y="27093"/>
                  <a:pt x="3202" y="17617"/>
                  <a:pt x="9605" y="10544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5" y="3203"/>
                  <a:pt x="59101" y="9476"/>
                </a:cubicBezTo>
                <a:cubicBezTo>
                  <a:pt x="64705" y="15882"/>
                  <a:pt x="67640" y="24424"/>
                  <a:pt x="67640" y="35234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19"/>
                  <a:pt x="50164" y="16016"/>
                </a:cubicBezTo>
                <a:cubicBezTo>
                  <a:pt x="46561" y="12145"/>
                  <a:pt x="41758" y="10143"/>
                  <a:pt x="35888" y="10143"/>
                </a:cubicBezTo>
                <a:cubicBezTo>
                  <a:pt x="29218" y="10143"/>
                  <a:pt x="23881" y="12145"/>
                  <a:pt x="19878" y="15882"/>
                </a:cubicBezTo>
                <a:cubicBezTo>
                  <a:pt x="15875" y="19619"/>
                  <a:pt x="13475" y="24958"/>
                  <a:pt x="12940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28007-696C-4E30-92BE-97C8111E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747" y="5144687"/>
            <a:ext cx="70976" cy="100631"/>
          </a:xfrm>
          <a:custGeom xmlns:a="http://schemas.openxmlformats.org/drawingml/2006/main">
            <a:pathLst>
              <a:path w="70976" h="100631">
                <a:moveTo>
                  <a:pt x="38956" y="79678"/>
                </a:moveTo>
                <a:cubicBezTo>
                  <a:pt x="35488" y="88219"/>
                  <a:pt x="32153" y="93958"/>
                  <a:pt x="28950" y="96627"/>
                </a:cubicBezTo>
                <a:cubicBezTo>
                  <a:pt x="25748" y="99297"/>
                  <a:pt x="21479" y="100631"/>
                  <a:pt x="16143" y="100631"/>
                </a:cubicBezTo>
                <a:lnTo>
                  <a:pt x="6537" y="100631"/>
                </a:lnTo>
                <a:lnTo>
                  <a:pt x="6537" y="90622"/>
                </a:lnTo>
                <a:lnTo>
                  <a:pt x="13608" y="90622"/>
                </a:lnTo>
                <a:cubicBezTo>
                  <a:pt x="16810" y="90622"/>
                  <a:pt x="19345" y="89821"/>
                  <a:pt x="21212" y="88219"/>
                </a:cubicBezTo>
                <a:cubicBezTo>
                  <a:pt x="23080" y="86618"/>
                  <a:pt x="25082" y="83014"/>
                  <a:pt x="27349" y="77142"/>
                </a:cubicBezTo>
                <a:lnTo>
                  <a:pt x="29484" y="71803"/>
                </a:lnTo>
                <a:lnTo>
                  <a:pt x="0" y="0"/>
                </a:lnTo>
                <a:lnTo>
                  <a:pt x="12675" y="0"/>
                </a:lnTo>
                <a:lnTo>
                  <a:pt x="35488" y="57122"/>
                </a:lnTo>
                <a:lnTo>
                  <a:pt x="58301" y="0"/>
                </a:lnTo>
                <a:lnTo>
                  <a:pt x="70976" y="0"/>
                </a:lnTo>
                <a:lnTo>
                  <a:pt x="38956" y="7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A52CE-2235-437F-A1C0-5E8CCC1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541" y="5054060"/>
            <a:ext cx="10" cy="31141"/>
          </a:xfrm>
          <a:custGeom xmlns:a="http://schemas.openxmlformats.org/drawingml/2006/main">
            <a:pathLst>
              <a:path w="1" h="31141">
                <a:moveTo>
                  <a:pt x="0" y="0"/>
                </a:moveTo>
                <a:lnTo>
                  <a:pt x="0" y="31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88C58-1A72-471F-AF01-59669B35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541" y="5054060"/>
            <a:ext cx="10" cy="31141"/>
          </a:xfrm>
          <a:custGeom xmlns:a="http://schemas.openxmlformats.org/drawingml/2006/main">
            <a:pathLst>
              <a:path w="1" h="31141" fill="none">
                <a:moveTo>
                  <a:pt x="0" y="0"/>
                </a:moveTo>
                <a:lnTo>
                  <a:pt x="0" y="31141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906C1-19C0-4912-A9EF-1CE3B092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263" y="5142952"/>
            <a:ext cx="65239" cy="102366"/>
          </a:xfrm>
          <a:custGeom xmlns:a="http://schemas.openxmlformats.org/drawingml/2006/main">
            <a:pathLst>
              <a:path w="65239" h="102366">
                <a:moveTo>
                  <a:pt x="12407" y="38304"/>
                </a:moveTo>
                <a:cubicBezTo>
                  <a:pt x="12407" y="47113"/>
                  <a:pt x="14141" y="54053"/>
                  <a:pt x="17744" y="59124"/>
                </a:cubicBezTo>
                <a:cubicBezTo>
                  <a:pt x="21346" y="64196"/>
                  <a:pt x="26283" y="66598"/>
                  <a:pt x="32686" y="66598"/>
                </a:cubicBezTo>
                <a:cubicBezTo>
                  <a:pt x="39090" y="66598"/>
                  <a:pt x="44027" y="64196"/>
                  <a:pt x="47762" y="59124"/>
                </a:cubicBezTo>
                <a:cubicBezTo>
                  <a:pt x="51365" y="54053"/>
                  <a:pt x="53232" y="47113"/>
                  <a:pt x="53232" y="38304"/>
                </a:cubicBezTo>
                <a:cubicBezTo>
                  <a:pt x="53232" y="29495"/>
                  <a:pt x="51365" y="22689"/>
                  <a:pt x="47762" y="17617"/>
                </a:cubicBezTo>
                <a:cubicBezTo>
                  <a:pt x="44027" y="12546"/>
                  <a:pt x="39090" y="10010"/>
                  <a:pt x="32686" y="10010"/>
                </a:cubicBezTo>
                <a:cubicBezTo>
                  <a:pt x="26283" y="10010"/>
                  <a:pt x="21346" y="12546"/>
                  <a:pt x="17744" y="17617"/>
                </a:cubicBezTo>
                <a:cubicBezTo>
                  <a:pt x="14141" y="22689"/>
                  <a:pt x="12407" y="29495"/>
                  <a:pt x="12407" y="38304"/>
                </a:cubicBezTo>
                <a:close/>
                <a:moveTo>
                  <a:pt x="53232" y="63795"/>
                </a:moveTo>
                <a:cubicBezTo>
                  <a:pt x="50697" y="68200"/>
                  <a:pt x="47495" y="71403"/>
                  <a:pt x="43626" y="73405"/>
                </a:cubicBezTo>
                <a:cubicBezTo>
                  <a:pt x="39758" y="75407"/>
                  <a:pt x="35222" y="76474"/>
                  <a:pt x="29885" y="76474"/>
                </a:cubicBezTo>
                <a:cubicBezTo>
                  <a:pt x="21079" y="76474"/>
                  <a:pt x="13875" y="73004"/>
                  <a:pt x="8272" y="66064"/>
                </a:cubicBezTo>
                <a:cubicBezTo>
                  <a:pt x="2669" y="59124"/>
                  <a:pt x="0" y="49782"/>
                  <a:pt x="0" y="38304"/>
                </a:cubicBezTo>
                <a:cubicBezTo>
                  <a:pt x="0" y="26826"/>
                  <a:pt x="2669" y="17617"/>
                  <a:pt x="8272" y="10544"/>
                </a:cubicBezTo>
                <a:cubicBezTo>
                  <a:pt x="13875" y="3604"/>
                  <a:pt x="21079" y="0"/>
                  <a:pt x="29885" y="0"/>
                </a:cubicBezTo>
                <a:cubicBezTo>
                  <a:pt x="35222" y="0"/>
                  <a:pt x="39758" y="1068"/>
                  <a:pt x="43626" y="3203"/>
                </a:cubicBezTo>
                <a:cubicBezTo>
                  <a:pt x="47495" y="5339"/>
                  <a:pt x="50697" y="8542"/>
                  <a:pt x="53232" y="12812"/>
                </a:cubicBezTo>
                <a:lnTo>
                  <a:pt x="53232" y="1735"/>
                </a:lnTo>
                <a:lnTo>
                  <a:pt x="65239" y="1735"/>
                </a:lnTo>
                <a:lnTo>
                  <a:pt x="65239" y="102366"/>
                </a:lnTo>
                <a:lnTo>
                  <a:pt x="53232" y="102366"/>
                </a:lnTo>
                <a:lnTo>
                  <a:pt x="53232" y="637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B8C1D-0033-4D8E-B44A-495C25DF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983" y="5142952"/>
            <a:ext cx="61103" cy="76474"/>
          </a:xfrm>
          <a:custGeom xmlns:a="http://schemas.openxmlformats.org/drawingml/2006/main">
            <a:pathLst>
              <a:path w="61103" h="76474">
                <a:moveTo>
                  <a:pt x="0" y="45911"/>
                </a:moveTo>
                <a:lnTo>
                  <a:pt x="0" y="1735"/>
                </a:lnTo>
                <a:lnTo>
                  <a:pt x="12007" y="1735"/>
                </a:lnTo>
                <a:lnTo>
                  <a:pt x="12007" y="45511"/>
                </a:lnTo>
                <a:cubicBezTo>
                  <a:pt x="12007" y="52451"/>
                  <a:pt x="13342" y="57523"/>
                  <a:pt x="16010" y="60993"/>
                </a:cubicBezTo>
                <a:cubicBezTo>
                  <a:pt x="18677" y="64463"/>
                  <a:pt x="22680" y="66198"/>
                  <a:pt x="28150" y="66198"/>
                </a:cubicBezTo>
                <a:cubicBezTo>
                  <a:pt x="34554" y="66198"/>
                  <a:pt x="39758" y="64196"/>
                  <a:pt x="43493" y="60058"/>
                </a:cubicBezTo>
                <a:cubicBezTo>
                  <a:pt x="47229" y="55921"/>
                  <a:pt x="49096" y="50316"/>
                  <a:pt x="49096" y="43109"/>
                </a:cubicBezTo>
                <a:lnTo>
                  <a:pt x="49096" y="1735"/>
                </a:lnTo>
                <a:lnTo>
                  <a:pt x="61103" y="1735"/>
                </a:lnTo>
                <a:lnTo>
                  <a:pt x="61103" y="74739"/>
                </a:lnTo>
                <a:lnTo>
                  <a:pt x="49096" y="74739"/>
                </a:lnTo>
                <a:lnTo>
                  <a:pt x="49096" y="63529"/>
                </a:lnTo>
                <a:cubicBezTo>
                  <a:pt x="46161" y="68066"/>
                  <a:pt x="42693" y="71269"/>
                  <a:pt x="38957" y="73405"/>
                </a:cubicBezTo>
                <a:cubicBezTo>
                  <a:pt x="35087" y="75407"/>
                  <a:pt x="30686" y="76474"/>
                  <a:pt x="25615" y="76474"/>
                </a:cubicBezTo>
                <a:cubicBezTo>
                  <a:pt x="17211" y="76474"/>
                  <a:pt x="10806" y="73939"/>
                  <a:pt x="6537" y="68734"/>
                </a:cubicBezTo>
                <a:cubicBezTo>
                  <a:pt x="2134" y="63662"/>
                  <a:pt x="0" y="56055"/>
                  <a:pt x="0" y="45911"/>
                </a:cubicBezTo>
                <a:close/>
                <a:moveTo>
                  <a:pt x="30151" y="0"/>
                </a:moveTo>
                <a:lnTo>
                  <a:pt x="301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A982A-4215-4774-BE24-E2E9C994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565" y="5142952"/>
            <a:ext cx="67640" cy="76474"/>
          </a:xfrm>
          <a:custGeom xmlns:a="http://schemas.openxmlformats.org/drawingml/2006/main">
            <a:pathLst>
              <a:path w="67640" h="76474">
                <a:moveTo>
                  <a:pt x="67640" y="35234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3" y="49381"/>
                  <a:pt x="15475" y="55788"/>
                  <a:pt x="20011" y="60058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1"/>
                  <a:pt x="51896" y="64863"/>
                </a:cubicBezTo>
                <a:cubicBezTo>
                  <a:pt x="56167" y="63795"/>
                  <a:pt x="60568" y="62060"/>
                  <a:pt x="64838" y="59658"/>
                </a:cubicBezTo>
                <a:lnTo>
                  <a:pt x="64838" y="71002"/>
                </a:lnTo>
                <a:cubicBezTo>
                  <a:pt x="60568" y="72871"/>
                  <a:pt x="56167" y="74339"/>
                  <a:pt x="51631" y="75140"/>
                </a:cubicBezTo>
                <a:cubicBezTo>
                  <a:pt x="47094" y="75941"/>
                  <a:pt x="42424" y="76474"/>
                  <a:pt x="37888" y="76474"/>
                </a:cubicBezTo>
                <a:cubicBezTo>
                  <a:pt x="26148" y="76474"/>
                  <a:pt x="16943" y="73138"/>
                  <a:pt x="10138" y="66465"/>
                </a:cubicBezTo>
                <a:cubicBezTo>
                  <a:pt x="3335" y="59792"/>
                  <a:pt x="0" y="50583"/>
                  <a:pt x="0" y="38971"/>
                </a:cubicBezTo>
                <a:cubicBezTo>
                  <a:pt x="0" y="27093"/>
                  <a:pt x="3201" y="17617"/>
                  <a:pt x="9605" y="10544"/>
                </a:cubicBezTo>
                <a:cubicBezTo>
                  <a:pt x="16008" y="3604"/>
                  <a:pt x="24815" y="0"/>
                  <a:pt x="35754" y="0"/>
                </a:cubicBezTo>
                <a:cubicBezTo>
                  <a:pt x="45626" y="0"/>
                  <a:pt x="53365" y="3203"/>
                  <a:pt x="59101" y="9476"/>
                </a:cubicBezTo>
                <a:cubicBezTo>
                  <a:pt x="64704" y="15882"/>
                  <a:pt x="67640" y="24424"/>
                  <a:pt x="67640" y="35234"/>
                </a:cubicBezTo>
                <a:close/>
                <a:moveTo>
                  <a:pt x="55632" y="31764"/>
                </a:moveTo>
                <a:cubicBezTo>
                  <a:pt x="55499" y="25225"/>
                  <a:pt x="53632" y="20019"/>
                  <a:pt x="50162" y="16016"/>
                </a:cubicBezTo>
                <a:cubicBezTo>
                  <a:pt x="46560" y="12145"/>
                  <a:pt x="41758" y="10143"/>
                  <a:pt x="35888" y="10143"/>
                </a:cubicBezTo>
                <a:cubicBezTo>
                  <a:pt x="29216" y="10143"/>
                  <a:pt x="23880" y="12145"/>
                  <a:pt x="19878" y="15882"/>
                </a:cubicBezTo>
                <a:cubicBezTo>
                  <a:pt x="15875" y="19619"/>
                  <a:pt x="13474" y="24958"/>
                  <a:pt x="12940" y="31764"/>
                </a:cubicBezTo>
                <a:lnTo>
                  <a:pt x="55632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7D0AD-8CD2-405C-90AB-FC53BC6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416" y="5142952"/>
            <a:ext cx="42693" cy="74739"/>
          </a:xfrm>
          <a:custGeom xmlns:a="http://schemas.openxmlformats.org/drawingml/2006/main">
            <a:pathLst>
              <a:path w="42693" h="74739">
                <a:moveTo>
                  <a:pt x="42693" y="12946"/>
                </a:moveTo>
                <a:cubicBezTo>
                  <a:pt x="41358" y="12145"/>
                  <a:pt x="39891" y="11611"/>
                  <a:pt x="38290" y="11211"/>
                </a:cubicBezTo>
                <a:cubicBezTo>
                  <a:pt x="36689" y="10944"/>
                  <a:pt x="34955" y="10677"/>
                  <a:pt x="33086" y="10677"/>
                </a:cubicBezTo>
                <a:cubicBezTo>
                  <a:pt x="26283" y="10677"/>
                  <a:pt x="21079" y="12946"/>
                  <a:pt x="17477" y="17350"/>
                </a:cubicBezTo>
                <a:cubicBezTo>
                  <a:pt x="13741" y="21755"/>
                  <a:pt x="12007" y="28027"/>
                  <a:pt x="12007" y="36302"/>
                </a:cubicBezTo>
                <a:lnTo>
                  <a:pt x="12007" y="74739"/>
                </a:lnTo>
                <a:lnTo>
                  <a:pt x="0" y="74739"/>
                </a:lnTo>
                <a:lnTo>
                  <a:pt x="0" y="1735"/>
                </a:lnTo>
                <a:lnTo>
                  <a:pt x="12007" y="1735"/>
                </a:lnTo>
                <a:lnTo>
                  <a:pt x="12007" y="13079"/>
                </a:lnTo>
                <a:cubicBezTo>
                  <a:pt x="14409" y="8675"/>
                  <a:pt x="17744" y="5339"/>
                  <a:pt x="21747" y="3203"/>
                </a:cubicBezTo>
                <a:cubicBezTo>
                  <a:pt x="25748" y="1068"/>
                  <a:pt x="30684" y="0"/>
                  <a:pt x="36556" y="0"/>
                </a:cubicBezTo>
                <a:cubicBezTo>
                  <a:pt x="37356" y="0"/>
                  <a:pt x="38290" y="133"/>
                  <a:pt x="39356" y="133"/>
                </a:cubicBezTo>
                <a:cubicBezTo>
                  <a:pt x="40291" y="267"/>
                  <a:pt x="41358" y="400"/>
                  <a:pt x="42693" y="667"/>
                </a:cubicBezTo>
                <a:lnTo>
                  <a:pt x="42693" y="12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A8167-4C8A-4F9C-87D6-6DBED64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110" y="5144687"/>
            <a:ext cx="70976" cy="100631"/>
          </a:xfrm>
          <a:custGeom xmlns:a="http://schemas.openxmlformats.org/drawingml/2006/main">
            <a:pathLst>
              <a:path w="70976" h="100631">
                <a:moveTo>
                  <a:pt x="38957" y="79678"/>
                </a:moveTo>
                <a:cubicBezTo>
                  <a:pt x="35488" y="88219"/>
                  <a:pt x="32153" y="93958"/>
                  <a:pt x="28950" y="96627"/>
                </a:cubicBezTo>
                <a:cubicBezTo>
                  <a:pt x="25750" y="99297"/>
                  <a:pt x="21479" y="100631"/>
                  <a:pt x="16143" y="100631"/>
                </a:cubicBezTo>
                <a:lnTo>
                  <a:pt x="6537" y="100631"/>
                </a:lnTo>
                <a:lnTo>
                  <a:pt x="6537" y="90622"/>
                </a:lnTo>
                <a:lnTo>
                  <a:pt x="13608" y="90622"/>
                </a:lnTo>
                <a:cubicBezTo>
                  <a:pt x="16810" y="90622"/>
                  <a:pt x="19345" y="89821"/>
                  <a:pt x="21214" y="88219"/>
                </a:cubicBezTo>
                <a:cubicBezTo>
                  <a:pt x="23080" y="86618"/>
                  <a:pt x="25082" y="83014"/>
                  <a:pt x="27351" y="77142"/>
                </a:cubicBezTo>
                <a:lnTo>
                  <a:pt x="29485" y="71803"/>
                </a:lnTo>
                <a:lnTo>
                  <a:pt x="0" y="0"/>
                </a:lnTo>
                <a:lnTo>
                  <a:pt x="12675" y="0"/>
                </a:lnTo>
                <a:lnTo>
                  <a:pt x="35488" y="57122"/>
                </a:lnTo>
                <a:lnTo>
                  <a:pt x="58302" y="0"/>
                </a:lnTo>
                <a:lnTo>
                  <a:pt x="70976" y="0"/>
                </a:lnTo>
                <a:lnTo>
                  <a:pt x="38957" y="7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C36B9-15BB-4A97-8B01-4D6601C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963" y="5054060"/>
            <a:ext cx="10" cy="31141"/>
          </a:xfrm>
          <a:custGeom xmlns:a="http://schemas.openxmlformats.org/drawingml/2006/main">
            <a:pathLst>
              <a:path w="1" h="31141">
                <a:moveTo>
                  <a:pt x="0" y="0"/>
                </a:moveTo>
                <a:lnTo>
                  <a:pt x="0" y="31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2CECA-B48E-4340-8F7F-0FDBFD9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963" y="5054060"/>
            <a:ext cx="10" cy="31141"/>
          </a:xfrm>
          <a:custGeom xmlns:a="http://schemas.openxmlformats.org/drawingml/2006/main">
            <a:pathLst>
              <a:path w="1" h="31141" fill="none">
                <a:moveTo>
                  <a:pt x="0" y="0"/>
                </a:moveTo>
                <a:lnTo>
                  <a:pt x="0" y="31141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11F51-B9E9-4106-9255-6B452149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791" y="5116259"/>
            <a:ext cx="65239" cy="103167"/>
          </a:xfrm>
          <a:custGeom xmlns:a="http://schemas.openxmlformats.org/drawingml/2006/main">
            <a:pathLst>
              <a:path w="65239" h="103167">
                <a:moveTo>
                  <a:pt x="53232" y="39505"/>
                </a:moveTo>
                <a:lnTo>
                  <a:pt x="53232" y="0"/>
                </a:lnTo>
                <a:lnTo>
                  <a:pt x="65239" y="0"/>
                </a:lnTo>
                <a:lnTo>
                  <a:pt x="65239" y="101432"/>
                </a:lnTo>
                <a:lnTo>
                  <a:pt x="53232" y="101432"/>
                </a:lnTo>
                <a:lnTo>
                  <a:pt x="53232" y="90488"/>
                </a:lnTo>
                <a:cubicBezTo>
                  <a:pt x="50697" y="94892"/>
                  <a:pt x="47495" y="98096"/>
                  <a:pt x="43626" y="100097"/>
                </a:cubicBezTo>
                <a:cubicBezTo>
                  <a:pt x="39756" y="102099"/>
                  <a:pt x="35222" y="103167"/>
                  <a:pt x="29885" y="103167"/>
                </a:cubicBezTo>
                <a:cubicBezTo>
                  <a:pt x="21079" y="103167"/>
                  <a:pt x="13875" y="99697"/>
                  <a:pt x="8272" y="92757"/>
                </a:cubicBezTo>
                <a:cubicBezTo>
                  <a:pt x="2669" y="85817"/>
                  <a:pt x="0" y="76474"/>
                  <a:pt x="0" y="64997"/>
                </a:cubicBezTo>
                <a:cubicBezTo>
                  <a:pt x="0" y="53519"/>
                  <a:pt x="2669" y="44310"/>
                  <a:pt x="8272" y="37236"/>
                </a:cubicBezTo>
                <a:cubicBezTo>
                  <a:pt x="13875" y="30296"/>
                  <a:pt x="21079" y="26693"/>
                  <a:pt x="29885" y="26693"/>
                </a:cubicBezTo>
                <a:cubicBezTo>
                  <a:pt x="35222" y="26693"/>
                  <a:pt x="39756" y="27760"/>
                  <a:pt x="43626" y="29896"/>
                </a:cubicBezTo>
                <a:cubicBezTo>
                  <a:pt x="47495" y="32031"/>
                  <a:pt x="50697" y="35234"/>
                  <a:pt x="53232" y="39505"/>
                </a:cubicBezTo>
                <a:close/>
                <a:moveTo>
                  <a:pt x="12407" y="64997"/>
                </a:moveTo>
                <a:cubicBezTo>
                  <a:pt x="12407" y="73805"/>
                  <a:pt x="14141" y="80745"/>
                  <a:pt x="17744" y="85817"/>
                </a:cubicBezTo>
                <a:cubicBezTo>
                  <a:pt x="21346" y="90889"/>
                  <a:pt x="26283" y="93291"/>
                  <a:pt x="32686" y="93291"/>
                </a:cubicBezTo>
                <a:cubicBezTo>
                  <a:pt x="39090" y="93291"/>
                  <a:pt x="44027" y="90889"/>
                  <a:pt x="47762" y="85817"/>
                </a:cubicBezTo>
                <a:cubicBezTo>
                  <a:pt x="51365" y="80745"/>
                  <a:pt x="53232" y="73805"/>
                  <a:pt x="53232" y="64997"/>
                </a:cubicBezTo>
                <a:cubicBezTo>
                  <a:pt x="53232" y="56188"/>
                  <a:pt x="51365" y="49381"/>
                  <a:pt x="47762" y="44310"/>
                </a:cubicBezTo>
                <a:cubicBezTo>
                  <a:pt x="44027" y="39238"/>
                  <a:pt x="39090" y="36702"/>
                  <a:pt x="32686" y="36702"/>
                </a:cubicBezTo>
                <a:cubicBezTo>
                  <a:pt x="26283" y="36702"/>
                  <a:pt x="21346" y="39238"/>
                  <a:pt x="17744" y="44310"/>
                </a:cubicBezTo>
                <a:cubicBezTo>
                  <a:pt x="14141" y="49381"/>
                  <a:pt x="12407" y="56188"/>
                  <a:pt x="12407" y="649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9AE73-AE72-4F80-A308-F78C688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507" y="5142952"/>
            <a:ext cx="67640" cy="76474"/>
          </a:xfrm>
          <a:custGeom xmlns:a="http://schemas.openxmlformats.org/drawingml/2006/main">
            <a:pathLst>
              <a:path w="67640" h="76474">
                <a:moveTo>
                  <a:pt x="67640" y="35234"/>
                </a:moveTo>
                <a:lnTo>
                  <a:pt x="67640" y="41107"/>
                </a:lnTo>
                <a:lnTo>
                  <a:pt x="12542" y="41107"/>
                </a:lnTo>
                <a:cubicBezTo>
                  <a:pt x="13075" y="49381"/>
                  <a:pt x="15477" y="55788"/>
                  <a:pt x="20013" y="60058"/>
                </a:cubicBezTo>
                <a:cubicBezTo>
                  <a:pt x="24416" y="64329"/>
                  <a:pt x="30553" y="66465"/>
                  <a:pt x="38557" y="66465"/>
                </a:cubicBezTo>
                <a:cubicBezTo>
                  <a:pt x="43093" y="66465"/>
                  <a:pt x="47629" y="65931"/>
                  <a:pt x="51898" y="64863"/>
                </a:cubicBezTo>
                <a:cubicBezTo>
                  <a:pt x="56168" y="63795"/>
                  <a:pt x="60570" y="62060"/>
                  <a:pt x="64840" y="59658"/>
                </a:cubicBezTo>
                <a:lnTo>
                  <a:pt x="64840" y="71002"/>
                </a:lnTo>
                <a:cubicBezTo>
                  <a:pt x="60570" y="72871"/>
                  <a:pt x="56168" y="74339"/>
                  <a:pt x="51632" y="75140"/>
                </a:cubicBezTo>
                <a:cubicBezTo>
                  <a:pt x="47096" y="75941"/>
                  <a:pt x="42425" y="76474"/>
                  <a:pt x="37889" y="76474"/>
                </a:cubicBezTo>
                <a:cubicBezTo>
                  <a:pt x="26150" y="76474"/>
                  <a:pt x="16945" y="73138"/>
                  <a:pt x="10140" y="66465"/>
                </a:cubicBezTo>
                <a:cubicBezTo>
                  <a:pt x="3337" y="59792"/>
                  <a:pt x="0" y="50583"/>
                  <a:pt x="0" y="38971"/>
                </a:cubicBezTo>
                <a:cubicBezTo>
                  <a:pt x="0" y="27093"/>
                  <a:pt x="3202" y="17617"/>
                  <a:pt x="9607" y="10544"/>
                </a:cubicBezTo>
                <a:cubicBezTo>
                  <a:pt x="16010" y="3604"/>
                  <a:pt x="24816" y="0"/>
                  <a:pt x="35755" y="0"/>
                </a:cubicBezTo>
                <a:cubicBezTo>
                  <a:pt x="45628" y="0"/>
                  <a:pt x="53366" y="3203"/>
                  <a:pt x="59103" y="9476"/>
                </a:cubicBezTo>
                <a:cubicBezTo>
                  <a:pt x="64705" y="15882"/>
                  <a:pt x="67640" y="24424"/>
                  <a:pt x="67640" y="35234"/>
                </a:cubicBezTo>
                <a:close/>
                <a:moveTo>
                  <a:pt x="55633" y="31764"/>
                </a:moveTo>
                <a:cubicBezTo>
                  <a:pt x="55500" y="25225"/>
                  <a:pt x="53632" y="20019"/>
                  <a:pt x="50164" y="16016"/>
                </a:cubicBezTo>
                <a:cubicBezTo>
                  <a:pt x="46561" y="12145"/>
                  <a:pt x="41759" y="10143"/>
                  <a:pt x="35888" y="10143"/>
                </a:cubicBezTo>
                <a:cubicBezTo>
                  <a:pt x="29218" y="10143"/>
                  <a:pt x="23881" y="12145"/>
                  <a:pt x="19880" y="15882"/>
                </a:cubicBezTo>
                <a:cubicBezTo>
                  <a:pt x="15877" y="19619"/>
                  <a:pt x="13475" y="24958"/>
                  <a:pt x="12942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B6564-C5D4-4101-94A9-DEC1C824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360" y="5142952"/>
            <a:ext cx="61103" cy="74739"/>
          </a:xfrm>
          <a:custGeom xmlns:a="http://schemas.openxmlformats.org/drawingml/2006/main">
            <a:pathLst>
              <a:path w="61103" h="74739">
                <a:moveTo>
                  <a:pt x="61103" y="30697"/>
                </a:moveTo>
                <a:lnTo>
                  <a:pt x="61103" y="74739"/>
                </a:lnTo>
                <a:lnTo>
                  <a:pt x="49096" y="74739"/>
                </a:lnTo>
                <a:lnTo>
                  <a:pt x="49096" y="31097"/>
                </a:lnTo>
                <a:cubicBezTo>
                  <a:pt x="49096" y="24157"/>
                  <a:pt x="47628" y="19085"/>
                  <a:pt x="44960" y="15615"/>
                </a:cubicBezTo>
                <a:cubicBezTo>
                  <a:pt x="42293" y="12145"/>
                  <a:pt x="38290" y="10410"/>
                  <a:pt x="32953" y="10410"/>
                </a:cubicBezTo>
                <a:cubicBezTo>
                  <a:pt x="26416" y="10410"/>
                  <a:pt x="21346" y="12546"/>
                  <a:pt x="17611" y="16683"/>
                </a:cubicBezTo>
                <a:cubicBezTo>
                  <a:pt x="13875" y="20820"/>
                  <a:pt x="12007" y="26426"/>
                  <a:pt x="12007" y="33499"/>
                </a:cubicBezTo>
                <a:lnTo>
                  <a:pt x="12007" y="74739"/>
                </a:lnTo>
                <a:lnTo>
                  <a:pt x="0" y="74739"/>
                </a:lnTo>
                <a:lnTo>
                  <a:pt x="0" y="1735"/>
                </a:lnTo>
                <a:lnTo>
                  <a:pt x="12007" y="1735"/>
                </a:lnTo>
                <a:lnTo>
                  <a:pt x="12007" y="13079"/>
                </a:lnTo>
                <a:cubicBezTo>
                  <a:pt x="14809" y="8809"/>
                  <a:pt x="18144" y="5472"/>
                  <a:pt x="22147" y="3337"/>
                </a:cubicBezTo>
                <a:cubicBezTo>
                  <a:pt x="26015" y="1201"/>
                  <a:pt x="30551" y="0"/>
                  <a:pt x="35621" y="0"/>
                </a:cubicBezTo>
                <a:cubicBezTo>
                  <a:pt x="43892" y="0"/>
                  <a:pt x="50297" y="2669"/>
                  <a:pt x="54565" y="7874"/>
                </a:cubicBezTo>
                <a:cubicBezTo>
                  <a:pt x="58836" y="13079"/>
                  <a:pt x="61103" y="20687"/>
                  <a:pt x="61103" y="30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2BCFE-4ABF-4FD9-9078-3DE4B58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007" y="5142952"/>
            <a:ext cx="55766" cy="76474"/>
          </a:xfrm>
          <a:custGeom xmlns:a="http://schemas.openxmlformats.org/drawingml/2006/main">
            <a:pathLst>
              <a:path w="55766" h="76474">
                <a:moveTo>
                  <a:pt x="51898" y="3870"/>
                </a:moveTo>
                <a:lnTo>
                  <a:pt x="51898" y="15215"/>
                </a:lnTo>
                <a:cubicBezTo>
                  <a:pt x="48430" y="13613"/>
                  <a:pt x="44960" y="12279"/>
                  <a:pt x="41358" y="11344"/>
                </a:cubicBezTo>
                <a:cubicBezTo>
                  <a:pt x="37622" y="10544"/>
                  <a:pt x="33887" y="10010"/>
                  <a:pt x="30018" y="10010"/>
                </a:cubicBezTo>
                <a:cubicBezTo>
                  <a:pt x="24014" y="10010"/>
                  <a:pt x="19478" y="10944"/>
                  <a:pt x="16543" y="12812"/>
                </a:cubicBezTo>
                <a:cubicBezTo>
                  <a:pt x="13608" y="14681"/>
                  <a:pt x="12141" y="17350"/>
                  <a:pt x="12141" y="20954"/>
                </a:cubicBezTo>
                <a:cubicBezTo>
                  <a:pt x="12141" y="23756"/>
                  <a:pt x="13208" y="25892"/>
                  <a:pt x="15342" y="27493"/>
                </a:cubicBezTo>
                <a:cubicBezTo>
                  <a:pt x="17477" y="29095"/>
                  <a:pt x="21747" y="30697"/>
                  <a:pt x="28150" y="32031"/>
                </a:cubicBezTo>
                <a:lnTo>
                  <a:pt x="32285" y="32965"/>
                </a:lnTo>
                <a:cubicBezTo>
                  <a:pt x="40824" y="34834"/>
                  <a:pt x="46829" y="37503"/>
                  <a:pt x="50430" y="40706"/>
                </a:cubicBezTo>
                <a:cubicBezTo>
                  <a:pt x="53899" y="44043"/>
                  <a:pt x="55766" y="48714"/>
                  <a:pt x="55766" y="54586"/>
                </a:cubicBezTo>
                <a:cubicBezTo>
                  <a:pt x="55766" y="61393"/>
                  <a:pt x="53099" y="66732"/>
                  <a:pt x="47762" y="70602"/>
                </a:cubicBezTo>
                <a:cubicBezTo>
                  <a:pt x="42425" y="74606"/>
                  <a:pt x="34955" y="76474"/>
                  <a:pt x="25615" y="76474"/>
                </a:cubicBezTo>
                <a:cubicBezTo>
                  <a:pt x="21614" y="76474"/>
                  <a:pt x="17611" y="76074"/>
                  <a:pt x="13341" y="75407"/>
                </a:cubicBezTo>
                <a:cubicBezTo>
                  <a:pt x="9072" y="74739"/>
                  <a:pt x="4669" y="73672"/>
                  <a:pt x="0" y="72070"/>
                </a:cubicBezTo>
                <a:lnTo>
                  <a:pt x="0" y="59658"/>
                </a:lnTo>
                <a:cubicBezTo>
                  <a:pt x="4403" y="62060"/>
                  <a:pt x="8805" y="63795"/>
                  <a:pt x="13075" y="64863"/>
                </a:cubicBezTo>
                <a:cubicBezTo>
                  <a:pt x="17344" y="66064"/>
                  <a:pt x="21614" y="66598"/>
                  <a:pt x="25882" y="66598"/>
                </a:cubicBezTo>
                <a:cubicBezTo>
                  <a:pt x="31485" y="66598"/>
                  <a:pt x="35888" y="65664"/>
                  <a:pt x="38957" y="63795"/>
                </a:cubicBezTo>
                <a:cubicBezTo>
                  <a:pt x="41892" y="61927"/>
                  <a:pt x="43493" y="59124"/>
                  <a:pt x="43493" y="55521"/>
                </a:cubicBezTo>
                <a:cubicBezTo>
                  <a:pt x="43493" y="52318"/>
                  <a:pt x="42293" y="49782"/>
                  <a:pt x="40157" y="48047"/>
                </a:cubicBezTo>
                <a:cubicBezTo>
                  <a:pt x="38022" y="46312"/>
                  <a:pt x="33220" y="44577"/>
                  <a:pt x="25750" y="42975"/>
                </a:cubicBezTo>
                <a:lnTo>
                  <a:pt x="21614" y="42041"/>
                </a:lnTo>
                <a:cubicBezTo>
                  <a:pt x="14141" y="40439"/>
                  <a:pt x="8672" y="38037"/>
                  <a:pt x="5470" y="34834"/>
                </a:cubicBezTo>
                <a:cubicBezTo>
                  <a:pt x="2134" y="31631"/>
                  <a:pt x="533" y="27227"/>
                  <a:pt x="533" y="21488"/>
                </a:cubicBezTo>
                <a:cubicBezTo>
                  <a:pt x="533" y="14681"/>
                  <a:pt x="2935" y="9342"/>
                  <a:pt x="7738" y="5605"/>
                </a:cubicBezTo>
                <a:cubicBezTo>
                  <a:pt x="12542" y="1868"/>
                  <a:pt x="19478" y="0"/>
                  <a:pt x="28550" y="0"/>
                </a:cubicBezTo>
                <a:cubicBezTo>
                  <a:pt x="32953" y="0"/>
                  <a:pt x="37089" y="400"/>
                  <a:pt x="41092" y="1068"/>
                </a:cubicBezTo>
                <a:cubicBezTo>
                  <a:pt x="44960" y="1735"/>
                  <a:pt x="48563" y="2669"/>
                  <a:pt x="51898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349B1-A071-4DAF-A944-EF45A44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649" y="5142952"/>
            <a:ext cx="67640" cy="76474"/>
          </a:xfrm>
          <a:custGeom xmlns:a="http://schemas.openxmlformats.org/drawingml/2006/main">
            <a:pathLst>
              <a:path w="67640" h="76474">
                <a:moveTo>
                  <a:pt x="67640" y="35234"/>
                </a:moveTo>
                <a:lnTo>
                  <a:pt x="67640" y="41107"/>
                </a:lnTo>
                <a:lnTo>
                  <a:pt x="12540" y="41107"/>
                </a:lnTo>
                <a:cubicBezTo>
                  <a:pt x="13075" y="49381"/>
                  <a:pt x="15475" y="55788"/>
                  <a:pt x="20011" y="60058"/>
                </a:cubicBezTo>
                <a:cubicBezTo>
                  <a:pt x="24414" y="64329"/>
                  <a:pt x="30551" y="66465"/>
                  <a:pt x="38556" y="66465"/>
                </a:cubicBezTo>
                <a:cubicBezTo>
                  <a:pt x="43092" y="66465"/>
                  <a:pt x="47628" y="65931"/>
                  <a:pt x="51898" y="64863"/>
                </a:cubicBezTo>
                <a:cubicBezTo>
                  <a:pt x="56167" y="63795"/>
                  <a:pt x="60570" y="62060"/>
                  <a:pt x="64838" y="59658"/>
                </a:cubicBezTo>
                <a:lnTo>
                  <a:pt x="64838" y="71002"/>
                </a:lnTo>
                <a:cubicBezTo>
                  <a:pt x="60570" y="72871"/>
                  <a:pt x="56167" y="74339"/>
                  <a:pt x="51631" y="75140"/>
                </a:cubicBezTo>
                <a:cubicBezTo>
                  <a:pt x="47094" y="75941"/>
                  <a:pt x="42425" y="76474"/>
                  <a:pt x="37889" y="76474"/>
                </a:cubicBezTo>
                <a:cubicBezTo>
                  <a:pt x="26148" y="76474"/>
                  <a:pt x="16943" y="73138"/>
                  <a:pt x="10140" y="66465"/>
                </a:cubicBezTo>
                <a:cubicBezTo>
                  <a:pt x="3335" y="59792"/>
                  <a:pt x="0" y="50583"/>
                  <a:pt x="0" y="38971"/>
                </a:cubicBezTo>
                <a:cubicBezTo>
                  <a:pt x="0" y="27093"/>
                  <a:pt x="3202" y="17617"/>
                  <a:pt x="9605" y="10544"/>
                </a:cubicBezTo>
                <a:cubicBezTo>
                  <a:pt x="16010" y="3604"/>
                  <a:pt x="24815" y="0"/>
                  <a:pt x="35755" y="0"/>
                </a:cubicBezTo>
                <a:cubicBezTo>
                  <a:pt x="45628" y="0"/>
                  <a:pt x="53365" y="3203"/>
                  <a:pt x="59101" y="9476"/>
                </a:cubicBezTo>
                <a:cubicBezTo>
                  <a:pt x="64705" y="15882"/>
                  <a:pt x="67640" y="24424"/>
                  <a:pt x="67640" y="35234"/>
                </a:cubicBezTo>
                <a:close/>
                <a:moveTo>
                  <a:pt x="55633" y="31764"/>
                </a:moveTo>
                <a:cubicBezTo>
                  <a:pt x="55499" y="25225"/>
                  <a:pt x="53632" y="20019"/>
                  <a:pt x="50164" y="16016"/>
                </a:cubicBezTo>
                <a:cubicBezTo>
                  <a:pt x="46561" y="12145"/>
                  <a:pt x="41758" y="10143"/>
                  <a:pt x="35888" y="10143"/>
                </a:cubicBezTo>
                <a:cubicBezTo>
                  <a:pt x="29218" y="10143"/>
                  <a:pt x="23881" y="12145"/>
                  <a:pt x="19878" y="15882"/>
                </a:cubicBezTo>
                <a:cubicBezTo>
                  <a:pt x="15875" y="19619"/>
                  <a:pt x="13475" y="24958"/>
                  <a:pt x="12940" y="31764"/>
                </a:cubicBezTo>
                <a:lnTo>
                  <a:pt x="55633" y="3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D6A36-B2FA-4110-9172-4862975E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5054060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B4B0D-840E-47D1-AE84-C980A158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5054060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17B67-B2FE-4F28-BAB2-A47DC0FF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579" y="5007440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0" y="34300"/>
                  <a:pt x="20011" y="33766"/>
                  <a:pt x="21880" y="33499"/>
                </a:cubicBezTo>
                <a:cubicBezTo>
                  <a:pt x="23747" y="33232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0" y="55921"/>
                  <a:pt x="62970" y="66064"/>
                </a:cubicBezTo>
                <a:cubicBezTo>
                  <a:pt x="62970" y="76608"/>
                  <a:pt x="59635" y="84749"/>
                  <a:pt x="53097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9"/>
                  <a:pt x="13073" y="98095"/>
                </a:cubicBezTo>
                <a:cubicBezTo>
                  <a:pt x="8805" y="97428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7"/>
                  <a:pt x="43225" y="82213"/>
                </a:cubicBezTo>
                <a:cubicBezTo>
                  <a:pt x="47495" y="78209"/>
                  <a:pt x="49762" y="72871"/>
                  <a:pt x="49762" y="66064"/>
                </a:cubicBezTo>
                <a:cubicBezTo>
                  <a:pt x="49762" y="59391"/>
                  <a:pt x="47495" y="54053"/>
                  <a:pt x="43225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3"/>
                  <a:pt x="14809" y="45244"/>
                </a:cubicBezTo>
                <a:cubicBezTo>
                  <a:pt x="11339" y="46045"/>
                  <a:pt x="7737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70D82-CE14-4C79-A787-C7FB8175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27" y="5005705"/>
            <a:ext cx="66707" cy="100765"/>
          </a:xfrm>
          <a:custGeom xmlns:a="http://schemas.openxmlformats.org/drawingml/2006/main">
            <a:pathLst>
              <a:path w="66707" h="100765">
                <a:moveTo>
                  <a:pt x="33353" y="52851"/>
                </a:moveTo>
                <a:cubicBezTo>
                  <a:pt x="27083" y="52851"/>
                  <a:pt x="22147" y="54587"/>
                  <a:pt x="18544" y="57923"/>
                </a:cubicBezTo>
                <a:cubicBezTo>
                  <a:pt x="14943" y="61260"/>
                  <a:pt x="13208" y="65798"/>
                  <a:pt x="13208" y="71670"/>
                </a:cubicBezTo>
                <a:cubicBezTo>
                  <a:pt x="13208" y="77542"/>
                  <a:pt x="14943" y="82213"/>
                  <a:pt x="18544" y="85550"/>
                </a:cubicBezTo>
                <a:cubicBezTo>
                  <a:pt x="22147" y="88887"/>
                  <a:pt x="27083" y="90488"/>
                  <a:pt x="33353" y="90488"/>
                </a:cubicBezTo>
                <a:cubicBezTo>
                  <a:pt x="39491" y="90488"/>
                  <a:pt x="44427" y="88887"/>
                  <a:pt x="48029" y="85417"/>
                </a:cubicBezTo>
                <a:cubicBezTo>
                  <a:pt x="51632" y="82080"/>
                  <a:pt x="53499" y="77542"/>
                  <a:pt x="53499" y="71670"/>
                </a:cubicBezTo>
                <a:cubicBezTo>
                  <a:pt x="53499" y="65798"/>
                  <a:pt x="51632" y="61260"/>
                  <a:pt x="48162" y="57923"/>
                </a:cubicBezTo>
                <a:cubicBezTo>
                  <a:pt x="44560" y="54587"/>
                  <a:pt x="39625" y="52851"/>
                  <a:pt x="33353" y="52851"/>
                </a:cubicBezTo>
                <a:close/>
                <a:moveTo>
                  <a:pt x="20146" y="47246"/>
                </a:moveTo>
                <a:cubicBezTo>
                  <a:pt x="14543" y="45911"/>
                  <a:pt x="10140" y="43242"/>
                  <a:pt x="6938" y="39372"/>
                </a:cubicBezTo>
                <a:cubicBezTo>
                  <a:pt x="3737" y="35501"/>
                  <a:pt x="2269" y="30830"/>
                  <a:pt x="2269" y="25225"/>
                </a:cubicBezTo>
                <a:cubicBezTo>
                  <a:pt x="2269" y="17484"/>
                  <a:pt x="4936" y="11344"/>
                  <a:pt x="10540" y="6807"/>
                </a:cubicBezTo>
                <a:cubicBezTo>
                  <a:pt x="16010" y="2269"/>
                  <a:pt x="23615" y="0"/>
                  <a:pt x="33353" y="0"/>
                </a:cubicBezTo>
                <a:cubicBezTo>
                  <a:pt x="42960" y="0"/>
                  <a:pt x="50564" y="2269"/>
                  <a:pt x="56168" y="6807"/>
                </a:cubicBezTo>
                <a:cubicBezTo>
                  <a:pt x="61638" y="11344"/>
                  <a:pt x="64440" y="17484"/>
                  <a:pt x="64440" y="25225"/>
                </a:cubicBezTo>
                <a:cubicBezTo>
                  <a:pt x="64440" y="30830"/>
                  <a:pt x="62838" y="35501"/>
                  <a:pt x="59636" y="39372"/>
                </a:cubicBezTo>
                <a:cubicBezTo>
                  <a:pt x="56434" y="43242"/>
                  <a:pt x="52165" y="45911"/>
                  <a:pt x="46561" y="47246"/>
                </a:cubicBezTo>
                <a:cubicBezTo>
                  <a:pt x="52833" y="48714"/>
                  <a:pt x="57768" y="51650"/>
                  <a:pt x="61370" y="55921"/>
                </a:cubicBezTo>
                <a:cubicBezTo>
                  <a:pt x="64840" y="60192"/>
                  <a:pt x="66707" y="65530"/>
                  <a:pt x="66707" y="71670"/>
                </a:cubicBezTo>
                <a:cubicBezTo>
                  <a:pt x="66707" y="81146"/>
                  <a:pt x="63772" y="88353"/>
                  <a:pt x="58035" y="93291"/>
                </a:cubicBezTo>
                <a:cubicBezTo>
                  <a:pt x="52165" y="98362"/>
                  <a:pt x="43894" y="100765"/>
                  <a:pt x="33220" y="100765"/>
                </a:cubicBezTo>
                <a:cubicBezTo>
                  <a:pt x="22547" y="100765"/>
                  <a:pt x="14276" y="98362"/>
                  <a:pt x="8539" y="93291"/>
                </a:cubicBezTo>
                <a:cubicBezTo>
                  <a:pt x="2802" y="88353"/>
                  <a:pt x="0" y="81146"/>
                  <a:pt x="0" y="71670"/>
                </a:cubicBezTo>
                <a:cubicBezTo>
                  <a:pt x="0" y="65530"/>
                  <a:pt x="1736" y="60192"/>
                  <a:pt x="5337" y="55921"/>
                </a:cubicBezTo>
                <a:cubicBezTo>
                  <a:pt x="8806" y="51650"/>
                  <a:pt x="13743" y="48714"/>
                  <a:pt x="20146" y="47246"/>
                </a:cubicBezTo>
                <a:close/>
                <a:moveTo>
                  <a:pt x="15344" y="26426"/>
                </a:moveTo>
                <a:cubicBezTo>
                  <a:pt x="15344" y="31497"/>
                  <a:pt x="16810" y="35501"/>
                  <a:pt x="20013" y="38304"/>
                </a:cubicBezTo>
                <a:cubicBezTo>
                  <a:pt x="23215" y="41107"/>
                  <a:pt x="27617" y="42441"/>
                  <a:pt x="33353" y="42441"/>
                </a:cubicBezTo>
                <a:cubicBezTo>
                  <a:pt x="38957" y="42441"/>
                  <a:pt x="43361" y="41107"/>
                  <a:pt x="46561" y="38304"/>
                </a:cubicBezTo>
                <a:cubicBezTo>
                  <a:pt x="49764" y="35501"/>
                  <a:pt x="51365" y="31497"/>
                  <a:pt x="51365" y="26426"/>
                </a:cubicBezTo>
                <a:cubicBezTo>
                  <a:pt x="51365" y="21354"/>
                  <a:pt x="49764" y="17484"/>
                  <a:pt x="46561" y="14681"/>
                </a:cubicBezTo>
                <a:cubicBezTo>
                  <a:pt x="43361" y="11878"/>
                  <a:pt x="38957" y="10410"/>
                  <a:pt x="33353" y="10410"/>
                </a:cubicBezTo>
                <a:cubicBezTo>
                  <a:pt x="27617" y="10410"/>
                  <a:pt x="23215" y="11878"/>
                  <a:pt x="20013" y="14681"/>
                </a:cubicBezTo>
                <a:cubicBezTo>
                  <a:pt x="16810" y="17484"/>
                  <a:pt x="15344" y="21354"/>
                  <a:pt x="15344" y="264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4470D-79E6-4BB6-A0A0-05F692F0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82" y="5088185"/>
            <a:ext cx="13742" cy="16549"/>
          </a:xfrm>
          <a:custGeom xmlns:a="http://schemas.openxmlformats.org/drawingml/2006/main">
            <a:pathLst>
              <a:path w="13742" h="16549">
                <a:moveTo>
                  <a:pt x="0" y="16549"/>
                </a:moveTo>
                <a:lnTo>
                  <a:pt x="13742" y="16549"/>
                </a:lnTo>
                <a:lnTo>
                  <a:pt x="13742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3FBA9-2C3A-4C7A-BF81-ECE3622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5007440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1" y="34300"/>
                  <a:pt x="20011" y="33766"/>
                  <a:pt x="21880" y="33499"/>
                </a:cubicBezTo>
                <a:cubicBezTo>
                  <a:pt x="23747" y="33232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1" y="55921"/>
                  <a:pt x="62971" y="66064"/>
                </a:cubicBezTo>
                <a:cubicBezTo>
                  <a:pt x="62971" y="76608"/>
                  <a:pt x="59635" y="84749"/>
                  <a:pt x="53099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9"/>
                  <a:pt x="13075" y="98095"/>
                </a:cubicBezTo>
                <a:cubicBezTo>
                  <a:pt x="8805" y="97428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7"/>
                  <a:pt x="43226" y="82213"/>
                </a:cubicBezTo>
                <a:cubicBezTo>
                  <a:pt x="47495" y="78209"/>
                  <a:pt x="49764" y="72871"/>
                  <a:pt x="49764" y="66064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3"/>
                  <a:pt x="14809" y="45244"/>
                </a:cubicBezTo>
                <a:cubicBezTo>
                  <a:pt x="11339" y="46045"/>
                  <a:pt x="7738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BB2C4-847D-4434-836F-24F6D89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4570852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920FD-4292-4AB4-BAD8-507008A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4570852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E1559-AB1C-400B-8316-0FB974D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579" y="4524231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0" y="34300"/>
                  <a:pt x="20011" y="33766"/>
                  <a:pt x="21880" y="33499"/>
                </a:cubicBezTo>
                <a:cubicBezTo>
                  <a:pt x="23747" y="33232"/>
                  <a:pt x="25748" y="32965"/>
                  <a:pt x="27617" y="32965"/>
                </a:cubicBezTo>
                <a:cubicBezTo>
                  <a:pt x="38423" y="32965"/>
                  <a:pt x="46962" y="36035"/>
                  <a:pt x="53365" y="41907"/>
                </a:cubicBezTo>
                <a:cubicBezTo>
                  <a:pt x="59769" y="47913"/>
                  <a:pt x="62970" y="55921"/>
                  <a:pt x="62970" y="66064"/>
                </a:cubicBezTo>
                <a:cubicBezTo>
                  <a:pt x="62970" y="76608"/>
                  <a:pt x="59635" y="84749"/>
                  <a:pt x="53097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9"/>
                  <a:pt x="13073" y="98096"/>
                </a:cubicBezTo>
                <a:cubicBezTo>
                  <a:pt x="8805" y="97428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7"/>
                  <a:pt x="43225" y="82213"/>
                </a:cubicBezTo>
                <a:cubicBezTo>
                  <a:pt x="47495" y="78209"/>
                  <a:pt x="49762" y="72871"/>
                  <a:pt x="49762" y="66064"/>
                </a:cubicBezTo>
                <a:cubicBezTo>
                  <a:pt x="49762" y="59391"/>
                  <a:pt x="47495" y="54053"/>
                  <a:pt x="43225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3"/>
                  <a:pt x="14809" y="45244"/>
                </a:cubicBezTo>
                <a:cubicBezTo>
                  <a:pt x="11339" y="46045"/>
                  <a:pt x="7737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CBCF7-7204-4EFB-8E8A-AC4F5DE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561" y="4522496"/>
            <a:ext cx="67107" cy="100765"/>
          </a:xfrm>
          <a:custGeom xmlns:a="http://schemas.openxmlformats.org/drawingml/2006/main">
            <a:pathLst>
              <a:path w="67107" h="100765">
                <a:moveTo>
                  <a:pt x="6270" y="97028"/>
                </a:moveTo>
                <a:lnTo>
                  <a:pt x="6270" y="85016"/>
                </a:lnTo>
                <a:cubicBezTo>
                  <a:pt x="9472" y="86618"/>
                  <a:pt x="12808" y="87819"/>
                  <a:pt x="16276" y="88620"/>
                </a:cubicBezTo>
                <a:cubicBezTo>
                  <a:pt x="19611" y="89420"/>
                  <a:pt x="22946" y="89821"/>
                  <a:pt x="26283" y="89821"/>
                </a:cubicBezTo>
                <a:cubicBezTo>
                  <a:pt x="34820" y="89821"/>
                  <a:pt x="41490" y="87018"/>
                  <a:pt x="46027" y="81146"/>
                </a:cubicBezTo>
                <a:cubicBezTo>
                  <a:pt x="50563" y="75273"/>
                  <a:pt x="53232" y="66465"/>
                  <a:pt x="54032" y="54453"/>
                </a:cubicBezTo>
                <a:cubicBezTo>
                  <a:pt x="51363" y="58190"/>
                  <a:pt x="48162" y="61126"/>
                  <a:pt x="44427" y="63128"/>
                </a:cubicBezTo>
                <a:cubicBezTo>
                  <a:pt x="40557" y="65130"/>
                  <a:pt x="36288" y="66064"/>
                  <a:pt x="31618" y="66064"/>
                </a:cubicBezTo>
                <a:cubicBezTo>
                  <a:pt x="21747" y="66064"/>
                  <a:pt x="14008" y="63128"/>
                  <a:pt x="8404" y="57256"/>
                </a:cubicBezTo>
                <a:cubicBezTo>
                  <a:pt x="2802" y="51383"/>
                  <a:pt x="0" y="43376"/>
                  <a:pt x="0" y="33099"/>
                </a:cubicBezTo>
                <a:cubicBezTo>
                  <a:pt x="0" y="23223"/>
                  <a:pt x="2935" y="15215"/>
                  <a:pt x="8805" y="9076"/>
                </a:cubicBezTo>
                <a:cubicBezTo>
                  <a:pt x="14675" y="3070"/>
                  <a:pt x="22546" y="0"/>
                  <a:pt x="32418" y="0"/>
                </a:cubicBezTo>
                <a:cubicBezTo>
                  <a:pt x="43626" y="0"/>
                  <a:pt x="52298" y="4404"/>
                  <a:pt x="58168" y="12946"/>
                </a:cubicBezTo>
                <a:cubicBezTo>
                  <a:pt x="64038" y="21621"/>
                  <a:pt x="67107" y="34167"/>
                  <a:pt x="67107" y="50449"/>
                </a:cubicBezTo>
                <a:cubicBezTo>
                  <a:pt x="67107" y="65931"/>
                  <a:pt x="63370" y="78076"/>
                  <a:pt x="56167" y="87152"/>
                </a:cubicBezTo>
                <a:cubicBezTo>
                  <a:pt x="48829" y="96227"/>
                  <a:pt x="39090" y="100765"/>
                  <a:pt x="26816" y="100765"/>
                </a:cubicBezTo>
                <a:cubicBezTo>
                  <a:pt x="23481" y="100765"/>
                  <a:pt x="20146" y="100364"/>
                  <a:pt x="16810" y="99831"/>
                </a:cubicBezTo>
                <a:cubicBezTo>
                  <a:pt x="13341" y="99297"/>
                  <a:pt x="9873" y="98363"/>
                  <a:pt x="6270" y="97028"/>
                </a:cubicBezTo>
                <a:close/>
                <a:moveTo>
                  <a:pt x="32418" y="55788"/>
                </a:moveTo>
                <a:cubicBezTo>
                  <a:pt x="38290" y="55788"/>
                  <a:pt x="42959" y="53786"/>
                  <a:pt x="46427" y="49782"/>
                </a:cubicBezTo>
                <a:cubicBezTo>
                  <a:pt x="49896" y="45778"/>
                  <a:pt x="51631" y="40173"/>
                  <a:pt x="51631" y="33099"/>
                </a:cubicBezTo>
                <a:cubicBezTo>
                  <a:pt x="51631" y="26159"/>
                  <a:pt x="49896" y="20553"/>
                  <a:pt x="46427" y="16550"/>
                </a:cubicBezTo>
                <a:cubicBezTo>
                  <a:pt x="42959" y="12546"/>
                  <a:pt x="38290" y="10410"/>
                  <a:pt x="32418" y="10410"/>
                </a:cubicBezTo>
                <a:cubicBezTo>
                  <a:pt x="26549" y="10410"/>
                  <a:pt x="21880" y="12546"/>
                  <a:pt x="18410" y="16550"/>
                </a:cubicBezTo>
                <a:cubicBezTo>
                  <a:pt x="14942" y="20553"/>
                  <a:pt x="13208" y="26159"/>
                  <a:pt x="13208" y="33099"/>
                </a:cubicBezTo>
                <a:cubicBezTo>
                  <a:pt x="13208" y="40173"/>
                  <a:pt x="14942" y="45778"/>
                  <a:pt x="18410" y="49782"/>
                </a:cubicBezTo>
                <a:cubicBezTo>
                  <a:pt x="21880" y="53786"/>
                  <a:pt x="26549" y="55788"/>
                  <a:pt x="32418" y="557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9EA19-B1E4-4151-A17D-EA3C0D40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82" y="4604976"/>
            <a:ext cx="13742" cy="16549"/>
          </a:xfrm>
          <a:custGeom xmlns:a="http://schemas.openxmlformats.org/drawingml/2006/main">
            <a:pathLst>
              <a:path w="13742" h="16549">
                <a:moveTo>
                  <a:pt x="0" y="16549"/>
                </a:moveTo>
                <a:lnTo>
                  <a:pt x="13742" y="16549"/>
                </a:lnTo>
                <a:lnTo>
                  <a:pt x="13742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0798C-F129-46D8-BB08-47FFB062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237" y="4522496"/>
            <a:ext cx="67240" cy="100765"/>
          </a:xfrm>
          <a:custGeom xmlns:a="http://schemas.openxmlformats.org/drawingml/2006/main">
            <a:pathLst>
              <a:path w="67240" h="100765">
                <a:moveTo>
                  <a:pt x="33621" y="10410"/>
                </a:moveTo>
                <a:cubicBezTo>
                  <a:pt x="26816" y="10410"/>
                  <a:pt x="21747" y="13747"/>
                  <a:pt x="18279" y="20420"/>
                </a:cubicBezTo>
                <a:cubicBezTo>
                  <a:pt x="14809" y="27093"/>
                  <a:pt x="13208" y="37103"/>
                  <a:pt x="13208" y="50449"/>
                </a:cubicBezTo>
                <a:cubicBezTo>
                  <a:pt x="13208" y="63795"/>
                  <a:pt x="14809" y="73805"/>
                  <a:pt x="18279" y="80478"/>
                </a:cubicBezTo>
                <a:cubicBezTo>
                  <a:pt x="21747" y="87152"/>
                  <a:pt x="26816" y="90488"/>
                  <a:pt x="33621" y="90488"/>
                </a:cubicBezTo>
                <a:cubicBezTo>
                  <a:pt x="40424" y="90488"/>
                  <a:pt x="45495" y="87152"/>
                  <a:pt x="48963" y="80478"/>
                </a:cubicBezTo>
                <a:cubicBezTo>
                  <a:pt x="52298" y="73805"/>
                  <a:pt x="54032" y="63795"/>
                  <a:pt x="54032" y="50449"/>
                </a:cubicBezTo>
                <a:cubicBezTo>
                  <a:pt x="54032" y="37103"/>
                  <a:pt x="52298" y="27093"/>
                  <a:pt x="48963" y="20420"/>
                </a:cubicBezTo>
                <a:cubicBezTo>
                  <a:pt x="45495" y="13747"/>
                  <a:pt x="40424" y="10410"/>
                  <a:pt x="33621" y="10410"/>
                </a:cubicBezTo>
                <a:close/>
                <a:moveTo>
                  <a:pt x="33621" y="0"/>
                </a:moveTo>
                <a:cubicBezTo>
                  <a:pt x="44427" y="0"/>
                  <a:pt x="52698" y="4404"/>
                  <a:pt x="58568" y="12946"/>
                </a:cubicBezTo>
                <a:cubicBezTo>
                  <a:pt x="64305" y="21621"/>
                  <a:pt x="67240" y="34167"/>
                  <a:pt x="67240" y="50449"/>
                </a:cubicBezTo>
                <a:cubicBezTo>
                  <a:pt x="67240" y="66865"/>
                  <a:pt x="64305" y="79411"/>
                  <a:pt x="58568" y="87952"/>
                </a:cubicBezTo>
                <a:cubicBezTo>
                  <a:pt x="52698" y="96494"/>
                  <a:pt x="44427" y="100765"/>
                  <a:pt x="33488" y="100765"/>
                </a:cubicBezTo>
                <a:cubicBezTo>
                  <a:pt x="22547" y="100765"/>
                  <a:pt x="14276" y="96494"/>
                  <a:pt x="8539" y="87952"/>
                </a:cubicBezTo>
                <a:cubicBezTo>
                  <a:pt x="2802" y="79411"/>
                  <a:pt x="0" y="66865"/>
                  <a:pt x="0" y="50449"/>
                </a:cubicBezTo>
                <a:cubicBezTo>
                  <a:pt x="0" y="34167"/>
                  <a:pt x="2802" y="21621"/>
                  <a:pt x="8539" y="12946"/>
                </a:cubicBezTo>
                <a:cubicBezTo>
                  <a:pt x="14276" y="4404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5A05C-A71B-4579-80F2-F8655B10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4087643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E6819-707D-4C48-AF99-9BA887BA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4087643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90126-6F33-4862-B1C6-46066B8D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579" y="4041023"/>
            <a:ext cx="62970" cy="99030"/>
          </a:xfrm>
          <a:custGeom xmlns:a="http://schemas.openxmlformats.org/drawingml/2006/main">
            <a:pathLst>
              <a:path w="62970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0" y="34300"/>
                  <a:pt x="20011" y="33766"/>
                  <a:pt x="21880" y="33499"/>
                </a:cubicBezTo>
                <a:cubicBezTo>
                  <a:pt x="23747" y="33232"/>
                  <a:pt x="25748" y="32966"/>
                  <a:pt x="27617" y="32966"/>
                </a:cubicBezTo>
                <a:cubicBezTo>
                  <a:pt x="38423" y="32966"/>
                  <a:pt x="46962" y="36035"/>
                  <a:pt x="53365" y="41908"/>
                </a:cubicBezTo>
                <a:cubicBezTo>
                  <a:pt x="59769" y="47913"/>
                  <a:pt x="62970" y="55921"/>
                  <a:pt x="62970" y="66064"/>
                </a:cubicBezTo>
                <a:cubicBezTo>
                  <a:pt x="62970" y="76608"/>
                  <a:pt x="59635" y="84749"/>
                  <a:pt x="53097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9"/>
                  <a:pt x="13073" y="98096"/>
                </a:cubicBezTo>
                <a:cubicBezTo>
                  <a:pt x="8805" y="97428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7"/>
                  <a:pt x="43225" y="82213"/>
                </a:cubicBezTo>
                <a:cubicBezTo>
                  <a:pt x="47495" y="78209"/>
                  <a:pt x="49762" y="72871"/>
                  <a:pt x="49762" y="66064"/>
                </a:cubicBezTo>
                <a:cubicBezTo>
                  <a:pt x="49762" y="59391"/>
                  <a:pt x="47495" y="54053"/>
                  <a:pt x="43225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3"/>
                  <a:pt x="14809" y="45244"/>
                </a:cubicBezTo>
                <a:cubicBezTo>
                  <a:pt x="11339" y="46045"/>
                  <a:pt x="7737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11267-3CCA-425C-A29F-C36C77B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561" y="4039288"/>
            <a:ext cx="67107" cy="100765"/>
          </a:xfrm>
          <a:custGeom xmlns:a="http://schemas.openxmlformats.org/drawingml/2006/main">
            <a:pathLst>
              <a:path w="67107" h="100765">
                <a:moveTo>
                  <a:pt x="6270" y="97028"/>
                </a:moveTo>
                <a:lnTo>
                  <a:pt x="6270" y="85016"/>
                </a:lnTo>
                <a:cubicBezTo>
                  <a:pt x="9472" y="86618"/>
                  <a:pt x="12808" y="87819"/>
                  <a:pt x="16276" y="88620"/>
                </a:cubicBezTo>
                <a:cubicBezTo>
                  <a:pt x="19611" y="89420"/>
                  <a:pt x="22946" y="89821"/>
                  <a:pt x="26283" y="89821"/>
                </a:cubicBezTo>
                <a:cubicBezTo>
                  <a:pt x="34820" y="89821"/>
                  <a:pt x="41490" y="87018"/>
                  <a:pt x="46027" y="81146"/>
                </a:cubicBezTo>
                <a:cubicBezTo>
                  <a:pt x="50563" y="75273"/>
                  <a:pt x="53232" y="66465"/>
                  <a:pt x="54032" y="54453"/>
                </a:cubicBezTo>
                <a:cubicBezTo>
                  <a:pt x="51363" y="58190"/>
                  <a:pt x="48162" y="61126"/>
                  <a:pt x="44427" y="63128"/>
                </a:cubicBezTo>
                <a:cubicBezTo>
                  <a:pt x="40557" y="65130"/>
                  <a:pt x="36288" y="66064"/>
                  <a:pt x="31618" y="66064"/>
                </a:cubicBezTo>
                <a:cubicBezTo>
                  <a:pt x="21747" y="66064"/>
                  <a:pt x="14008" y="63128"/>
                  <a:pt x="8404" y="57256"/>
                </a:cubicBezTo>
                <a:cubicBezTo>
                  <a:pt x="2802" y="51383"/>
                  <a:pt x="0" y="43376"/>
                  <a:pt x="0" y="33099"/>
                </a:cubicBezTo>
                <a:cubicBezTo>
                  <a:pt x="0" y="23223"/>
                  <a:pt x="2935" y="15215"/>
                  <a:pt x="8805" y="9075"/>
                </a:cubicBezTo>
                <a:cubicBezTo>
                  <a:pt x="14675" y="3070"/>
                  <a:pt x="22546" y="0"/>
                  <a:pt x="32418" y="0"/>
                </a:cubicBezTo>
                <a:cubicBezTo>
                  <a:pt x="43626" y="0"/>
                  <a:pt x="52298" y="4404"/>
                  <a:pt x="58168" y="12946"/>
                </a:cubicBezTo>
                <a:cubicBezTo>
                  <a:pt x="64038" y="21621"/>
                  <a:pt x="67107" y="34167"/>
                  <a:pt x="67107" y="50449"/>
                </a:cubicBezTo>
                <a:cubicBezTo>
                  <a:pt x="67107" y="65931"/>
                  <a:pt x="63370" y="78076"/>
                  <a:pt x="56167" y="87151"/>
                </a:cubicBezTo>
                <a:cubicBezTo>
                  <a:pt x="48829" y="96227"/>
                  <a:pt x="39090" y="100765"/>
                  <a:pt x="26816" y="100765"/>
                </a:cubicBezTo>
                <a:cubicBezTo>
                  <a:pt x="23481" y="100765"/>
                  <a:pt x="20146" y="100364"/>
                  <a:pt x="16810" y="99831"/>
                </a:cubicBezTo>
                <a:cubicBezTo>
                  <a:pt x="13341" y="99297"/>
                  <a:pt x="9873" y="98362"/>
                  <a:pt x="6270" y="97028"/>
                </a:cubicBezTo>
                <a:close/>
                <a:moveTo>
                  <a:pt x="32418" y="55788"/>
                </a:moveTo>
                <a:cubicBezTo>
                  <a:pt x="38290" y="55788"/>
                  <a:pt x="42959" y="53786"/>
                  <a:pt x="46427" y="49782"/>
                </a:cubicBezTo>
                <a:cubicBezTo>
                  <a:pt x="49896" y="45778"/>
                  <a:pt x="51631" y="40172"/>
                  <a:pt x="51631" y="33099"/>
                </a:cubicBezTo>
                <a:cubicBezTo>
                  <a:pt x="51631" y="26159"/>
                  <a:pt x="49896" y="20553"/>
                  <a:pt x="46427" y="16549"/>
                </a:cubicBezTo>
                <a:cubicBezTo>
                  <a:pt x="42959" y="12545"/>
                  <a:pt x="38290" y="10410"/>
                  <a:pt x="32418" y="10410"/>
                </a:cubicBezTo>
                <a:cubicBezTo>
                  <a:pt x="26549" y="10410"/>
                  <a:pt x="21880" y="12545"/>
                  <a:pt x="18410" y="16549"/>
                </a:cubicBezTo>
                <a:cubicBezTo>
                  <a:pt x="14942" y="20553"/>
                  <a:pt x="13208" y="26159"/>
                  <a:pt x="13208" y="33099"/>
                </a:cubicBezTo>
                <a:cubicBezTo>
                  <a:pt x="13208" y="40172"/>
                  <a:pt x="14942" y="45778"/>
                  <a:pt x="18410" y="49782"/>
                </a:cubicBezTo>
                <a:cubicBezTo>
                  <a:pt x="21880" y="53786"/>
                  <a:pt x="26549" y="55788"/>
                  <a:pt x="32418" y="557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391D9-209F-4EB8-BEB5-CDB78B7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82" y="4121768"/>
            <a:ext cx="13742" cy="16549"/>
          </a:xfrm>
          <a:custGeom xmlns:a="http://schemas.openxmlformats.org/drawingml/2006/main">
            <a:pathLst>
              <a:path w="13742" h="16549">
                <a:moveTo>
                  <a:pt x="0" y="16549"/>
                </a:moveTo>
                <a:lnTo>
                  <a:pt x="13742" y="16549"/>
                </a:lnTo>
                <a:lnTo>
                  <a:pt x="13742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DCAAF-7352-48ED-9562-126E991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4041023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7"/>
                </a:lnTo>
                <a:lnTo>
                  <a:pt x="16143" y="11077"/>
                </a:lnTo>
                <a:lnTo>
                  <a:pt x="16143" y="34967"/>
                </a:lnTo>
                <a:cubicBezTo>
                  <a:pt x="18011" y="34300"/>
                  <a:pt x="20011" y="33766"/>
                  <a:pt x="21880" y="33499"/>
                </a:cubicBezTo>
                <a:cubicBezTo>
                  <a:pt x="23747" y="33232"/>
                  <a:pt x="25748" y="32966"/>
                  <a:pt x="27617" y="32966"/>
                </a:cubicBezTo>
                <a:cubicBezTo>
                  <a:pt x="38423" y="32966"/>
                  <a:pt x="46962" y="36035"/>
                  <a:pt x="53365" y="41908"/>
                </a:cubicBezTo>
                <a:cubicBezTo>
                  <a:pt x="59769" y="47913"/>
                  <a:pt x="62971" y="55921"/>
                  <a:pt x="62971" y="66064"/>
                </a:cubicBezTo>
                <a:cubicBezTo>
                  <a:pt x="62971" y="76608"/>
                  <a:pt x="59635" y="84749"/>
                  <a:pt x="53099" y="90488"/>
                </a:cubicBezTo>
                <a:cubicBezTo>
                  <a:pt x="46561" y="96227"/>
                  <a:pt x="37355" y="99030"/>
                  <a:pt x="25615" y="99030"/>
                </a:cubicBezTo>
                <a:cubicBezTo>
                  <a:pt x="21479" y="99030"/>
                  <a:pt x="17344" y="98629"/>
                  <a:pt x="13075" y="98096"/>
                </a:cubicBezTo>
                <a:cubicBezTo>
                  <a:pt x="8805" y="97428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8"/>
                  <a:pt x="7871" y="85550"/>
                  <a:pt x="12140" y="86618"/>
                </a:cubicBezTo>
                <a:cubicBezTo>
                  <a:pt x="16276" y="87685"/>
                  <a:pt x="20679" y="88086"/>
                  <a:pt x="25348" y="88086"/>
                </a:cubicBezTo>
                <a:cubicBezTo>
                  <a:pt x="32819" y="88086"/>
                  <a:pt x="38823" y="86217"/>
                  <a:pt x="43226" y="82213"/>
                </a:cubicBezTo>
                <a:cubicBezTo>
                  <a:pt x="47495" y="78209"/>
                  <a:pt x="49764" y="72871"/>
                  <a:pt x="49764" y="66064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3"/>
                  <a:pt x="14809" y="45244"/>
                </a:cubicBezTo>
                <a:cubicBezTo>
                  <a:pt x="11339" y="46045"/>
                  <a:pt x="7738" y="47246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EE719-3EFD-4691-B672-04796A8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3604435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2B446-169F-41E2-9458-11B94A66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3604435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DBDC7-B7E8-4A80-8E7C-6BFFDB3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44" y="3556080"/>
            <a:ext cx="67107" cy="100764"/>
          </a:xfrm>
          <a:custGeom xmlns:a="http://schemas.openxmlformats.org/drawingml/2006/main">
            <a:pathLst>
              <a:path w="67107" h="100764">
                <a:moveTo>
                  <a:pt x="34689" y="45110"/>
                </a:moveTo>
                <a:cubicBezTo>
                  <a:pt x="28817" y="45110"/>
                  <a:pt x="24148" y="47246"/>
                  <a:pt x="20680" y="51250"/>
                </a:cubicBezTo>
                <a:cubicBezTo>
                  <a:pt x="17211" y="55253"/>
                  <a:pt x="15477" y="60858"/>
                  <a:pt x="15477" y="67799"/>
                </a:cubicBezTo>
                <a:cubicBezTo>
                  <a:pt x="15477" y="74873"/>
                  <a:pt x="17211" y="80478"/>
                  <a:pt x="20680" y="84481"/>
                </a:cubicBezTo>
                <a:cubicBezTo>
                  <a:pt x="24148" y="88485"/>
                  <a:pt x="28817" y="90488"/>
                  <a:pt x="34689" y="90488"/>
                </a:cubicBezTo>
                <a:cubicBezTo>
                  <a:pt x="40559" y="90488"/>
                  <a:pt x="45227" y="88485"/>
                  <a:pt x="48696" y="84481"/>
                </a:cubicBezTo>
                <a:cubicBezTo>
                  <a:pt x="52165" y="80478"/>
                  <a:pt x="53899" y="74873"/>
                  <a:pt x="53899" y="67799"/>
                </a:cubicBezTo>
                <a:cubicBezTo>
                  <a:pt x="53899" y="60858"/>
                  <a:pt x="52165" y="55253"/>
                  <a:pt x="48696" y="51250"/>
                </a:cubicBezTo>
                <a:cubicBezTo>
                  <a:pt x="45227" y="47246"/>
                  <a:pt x="40559" y="45110"/>
                  <a:pt x="34689" y="45110"/>
                </a:cubicBezTo>
                <a:close/>
                <a:moveTo>
                  <a:pt x="60837" y="3870"/>
                </a:moveTo>
                <a:lnTo>
                  <a:pt x="60837" y="15881"/>
                </a:lnTo>
                <a:cubicBezTo>
                  <a:pt x="57502" y="14280"/>
                  <a:pt x="54167" y="13079"/>
                  <a:pt x="50831" y="12277"/>
                </a:cubicBezTo>
                <a:cubicBezTo>
                  <a:pt x="47362" y="11477"/>
                  <a:pt x="44027" y="11077"/>
                  <a:pt x="40824" y="11077"/>
                </a:cubicBezTo>
                <a:cubicBezTo>
                  <a:pt x="32020" y="11077"/>
                  <a:pt x="25349" y="14013"/>
                  <a:pt x="20813" y="19886"/>
                </a:cubicBezTo>
                <a:cubicBezTo>
                  <a:pt x="16277" y="25757"/>
                  <a:pt x="13608" y="34699"/>
                  <a:pt x="13075" y="46445"/>
                </a:cubicBezTo>
                <a:cubicBezTo>
                  <a:pt x="15610" y="42708"/>
                  <a:pt x="18812" y="39772"/>
                  <a:pt x="22680" y="37770"/>
                </a:cubicBezTo>
                <a:cubicBezTo>
                  <a:pt x="26550" y="35767"/>
                  <a:pt x="30819" y="34699"/>
                  <a:pt x="35488" y="34699"/>
                </a:cubicBezTo>
                <a:cubicBezTo>
                  <a:pt x="45227" y="34699"/>
                  <a:pt x="52966" y="37770"/>
                  <a:pt x="58568" y="43641"/>
                </a:cubicBezTo>
                <a:cubicBezTo>
                  <a:pt x="64172" y="49514"/>
                  <a:pt x="67107" y="57656"/>
                  <a:pt x="67107" y="67799"/>
                </a:cubicBezTo>
                <a:cubicBezTo>
                  <a:pt x="67107" y="77809"/>
                  <a:pt x="64039" y="85816"/>
                  <a:pt x="58168" y="91822"/>
                </a:cubicBezTo>
                <a:cubicBezTo>
                  <a:pt x="52298" y="97828"/>
                  <a:pt x="44427" y="100764"/>
                  <a:pt x="34689" y="100764"/>
                </a:cubicBezTo>
                <a:cubicBezTo>
                  <a:pt x="23481" y="100764"/>
                  <a:pt x="14809" y="96494"/>
                  <a:pt x="8939" y="87952"/>
                </a:cubicBezTo>
                <a:cubicBezTo>
                  <a:pt x="2936" y="79410"/>
                  <a:pt x="0" y="66864"/>
                  <a:pt x="0" y="50448"/>
                </a:cubicBezTo>
                <a:cubicBezTo>
                  <a:pt x="0" y="35100"/>
                  <a:pt x="3603" y="22822"/>
                  <a:pt x="10941" y="13746"/>
                </a:cubicBezTo>
                <a:cubicBezTo>
                  <a:pt x="18144" y="4670"/>
                  <a:pt x="28017" y="0"/>
                  <a:pt x="40291" y="0"/>
                </a:cubicBezTo>
                <a:cubicBezTo>
                  <a:pt x="43493" y="0"/>
                  <a:pt x="46829" y="400"/>
                  <a:pt x="50297" y="933"/>
                </a:cubicBezTo>
                <a:cubicBezTo>
                  <a:pt x="53632" y="1601"/>
                  <a:pt x="57102" y="2535"/>
                  <a:pt x="60837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E456B-AD77-4C7C-A0CC-D90B2753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62" y="3556080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19" y="10409"/>
                </a:moveTo>
                <a:cubicBezTo>
                  <a:pt x="26816" y="10409"/>
                  <a:pt x="21747" y="13746"/>
                  <a:pt x="18277" y="20419"/>
                </a:cubicBezTo>
                <a:cubicBezTo>
                  <a:pt x="14809" y="27092"/>
                  <a:pt x="13208" y="37102"/>
                  <a:pt x="13208" y="50448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7" y="87151"/>
                  <a:pt x="26816" y="90488"/>
                  <a:pt x="33619" y="90488"/>
                </a:cubicBezTo>
                <a:cubicBezTo>
                  <a:pt x="40424" y="90488"/>
                  <a:pt x="45493" y="87151"/>
                  <a:pt x="48963" y="80478"/>
                </a:cubicBezTo>
                <a:cubicBezTo>
                  <a:pt x="52298" y="73805"/>
                  <a:pt x="54032" y="63795"/>
                  <a:pt x="54032" y="50448"/>
                </a:cubicBezTo>
                <a:cubicBezTo>
                  <a:pt x="54032" y="37102"/>
                  <a:pt x="52298" y="27092"/>
                  <a:pt x="48963" y="20419"/>
                </a:cubicBezTo>
                <a:cubicBezTo>
                  <a:pt x="45493" y="13746"/>
                  <a:pt x="40424" y="10409"/>
                  <a:pt x="33619" y="10409"/>
                </a:cubicBezTo>
                <a:close/>
                <a:moveTo>
                  <a:pt x="33619" y="0"/>
                </a:moveTo>
                <a:cubicBezTo>
                  <a:pt x="44427" y="0"/>
                  <a:pt x="52698" y="4403"/>
                  <a:pt x="58568" y="12945"/>
                </a:cubicBezTo>
                <a:cubicBezTo>
                  <a:pt x="64305" y="21620"/>
                  <a:pt x="67240" y="34166"/>
                  <a:pt x="67240" y="50448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8" y="96494"/>
                  <a:pt x="44427" y="100764"/>
                  <a:pt x="33486" y="100764"/>
                </a:cubicBezTo>
                <a:cubicBezTo>
                  <a:pt x="22546" y="100764"/>
                  <a:pt x="14274" y="96494"/>
                  <a:pt x="8539" y="87952"/>
                </a:cubicBezTo>
                <a:cubicBezTo>
                  <a:pt x="2802" y="79410"/>
                  <a:pt x="0" y="66864"/>
                  <a:pt x="0" y="50448"/>
                </a:cubicBezTo>
                <a:cubicBezTo>
                  <a:pt x="0" y="34166"/>
                  <a:pt x="2802" y="21620"/>
                  <a:pt x="8539" y="12945"/>
                </a:cubicBezTo>
                <a:cubicBezTo>
                  <a:pt x="14274" y="4403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45E71-DA8D-4B07-8A32-1E996D3A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82" y="3638559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D9159-0F63-409C-97D2-E386977A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237" y="3556080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21" y="10409"/>
                </a:moveTo>
                <a:cubicBezTo>
                  <a:pt x="26816" y="10409"/>
                  <a:pt x="21747" y="13746"/>
                  <a:pt x="18279" y="20419"/>
                </a:cubicBezTo>
                <a:cubicBezTo>
                  <a:pt x="14809" y="27092"/>
                  <a:pt x="13208" y="37102"/>
                  <a:pt x="13208" y="50448"/>
                </a:cubicBezTo>
                <a:cubicBezTo>
                  <a:pt x="13208" y="63795"/>
                  <a:pt x="14809" y="73805"/>
                  <a:pt x="18279" y="80478"/>
                </a:cubicBezTo>
                <a:cubicBezTo>
                  <a:pt x="21747" y="87151"/>
                  <a:pt x="26816" y="90488"/>
                  <a:pt x="33621" y="90488"/>
                </a:cubicBezTo>
                <a:cubicBezTo>
                  <a:pt x="40424" y="90488"/>
                  <a:pt x="45495" y="87151"/>
                  <a:pt x="48963" y="80478"/>
                </a:cubicBezTo>
                <a:cubicBezTo>
                  <a:pt x="52298" y="73805"/>
                  <a:pt x="54032" y="63795"/>
                  <a:pt x="54032" y="50448"/>
                </a:cubicBezTo>
                <a:cubicBezTo>
                  <a:pt x="54032" y="37102"/>
                  <a:pt x="52298" y="27092"/>
                  <a:pt x="48963" y="20419"/>
                </a:cubicBezTo>
                <a:cubicBezTo>
                  <a:pt x="45495" y="13746"/>
                  <a:pt x="40424" y="10409"/>
                  <a:pt x="33621" y="10409"/>
                </a:cubicBezTo>
                <a:close/>
                <a:moveTo>
                  <a:pt x="33621" y="0"/>
                </a:moveTo>
                <a:cubicBezTo>
                  <a:pt x="44427" y="0"/>
                  <a:pt x="52698" y="4403"/>
                  <a:pt x="58568" y="12945"/>
                </a:cubicBezTo>
                <a:cubicBezTo>
                  <a:pt x="64305" y="21620"/>
                  <a:pt x="67240" y="34166"/>
                  <a:pt x="67240" y="50448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8" y="96494"/>
                  <a:pt x="44427" y="100764"/>
                  <a:pt x="33488" y="100764"/>
                </a:cubicBezTo>
                <a:cubicBezTo>
                  <a:pt x="22547" y="100764"/>
                  <a:pt x="14276" y="96494"/>
                  <a:pt x="8539" y="87952"/>
                </a:cubicBezTo>
                <a:cubicBezTo>
                  <a:pt x="2802" y="79410"/>
                  <a:pt x="0" y="66864"/>
                  <a:pt x="0" y="50448"/>
                </a:cubicBezTo>
                <a:cubicBezTo>
                  <a:pt x="0" y="34166"/>
                  <a:pt x="2802" y="21620"/>
                  <a:pt x="8539" y="12945"/>
                </a:cubicBezTo>
                <a:cubicBezTo>
                  <a:pt x="14276" y="4403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1E005-F26B-4A72-BBEA-7862799F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3121227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05021-FCB9-4134-B133-6790EFE1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3121227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03D01-7ED5-4E60-81A5-03B1090D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44" y="3072872"/>
            <a:ext cx="67107" cy="100764"/>
          </a:xfrm>
          <a:custGeom xmlns:a="http://schemas.openxmlformats.org/drawingml/2006/main">
            <a:pathLst>
              <a:path w="67107" h="100764">
                <a:moveTo>
                  <a:pt x="34689" y="45110"/>
                </a:moveTo>
                <a:cubicBezTo>
                  <a:pt x="28817" y="45110"/>
                  <a:pt x="24148" y="47246"/>
                  <a:pt x="20680" y="51250"/>
                </a:cubicBezTo>
                <a:cubicBezTo>
                  <a:pt x="17211" y="55253"/>
                  <a:pt x="15477" y="60858"/>
                  <a:pt x="15477" y="67799"/>
                </a:cubicBezTo>
                <a:cubicBezTo>
                  <a:pt x="15477" y="74873"/>
                  <a:pt x="17211" y="80478"/>
                  <a:pt x="20680" y="84482"/>
                </a:cubicBezTo>
                <a:cubicBezTo>
                  <a:pt x="24148" y="88485"/>
                  <a:pt x="28817" y="90488"/>
                  <a:pt x="34689" y="90488"/>
                </a:cubicBezTo>
                <a:cubicBezTo>
                  <a:pt x="40559" y="90488"/>
                  <a:pt x="45227" y="88485"/>
                  <a:pt x="48696" y="84482"/>
                </a:cubicBezTo>
                <a:cubicBezTo>
                  <a:pt x="52165" y="80478"/>
                  <a:pt x="53899" y="74873"/>
                  <a:pt x="53899" y="67799"/>
                </a:cubicBezTo>
                <a:cubicBezTo>
                  <a:pt x="53899" y="60858"/>
                  <a:pt x="52165" y="55253"/>
                  <a:pt x="48696" y="51250"/>
                </a:cubicBezTo>
                <a:cubicBezTo>
                  <a:pt x="45227" y="47246"/>
                  <a:pt x="40559" y="45110"/>
                  <a:pt x="34689" y="45110"/>
                </a:cubicBezTo>
                <a:close/>
                <a:moveTo>
                  <a:pt x="60837" y="3870"/>
                </a:moveTo>
                <a:lnTo>
                  <a:pt x="60837" y="15881"/>
                </a:lnTo>
                <a:cubicBezTo>
                  <a:pt x="57502" y="14280"/>
                  <a:pt x="54167" y="13079"/>
                  <a:pt x="50831" y="12277"/>
                </a:cubicBezTo>
                <a:cubicBezTo>
                  <a:pt x="47362" y="11477"/>
                  <a:pt x="44027" y="11077"/>
                  <a:pt x="40824" y="11077"/>
                </a:cubicBezTo>
                <a:cubicBezTo>
                  <a:pt x="32020" y="11077"/>
                  <a:pt x="25349" y="14013"/>
                  <a:pt x="20813" y="19886"/>
                </a:cubicBezTo>
                <a:cubicBezTo>
                  <a:pt x="16277" y="25759"/>
                  <a:pt x="13608" y="34699"/>
                  <a:pt x="13075" y="46445"/>
                </a:cubicBezTo>
                <a:cubicBezTo>
                  <a:pt x="15610" y="42708"/>
                  <a:pt x="18812" y="39772"/>
                  <a:pt x="22680" y="37770"/>
                </a:cubicBezTo>
                <a:cubicBezTo>
                  <a:pt x="26550" y="35767"/>
                  <a:pt x="30819" y="34699"/>
                  <a:pt x="35488" y="34699"/>
                </a:cubicBezTo>
                <a:cubicBezTo>
                  <a:pt x="45227" y="34699"/>
                  <a:pt x="52966" y="37770"/>
                  <a:pt x="58568" y="43641"/>
                </a:cubicBezTo>
                <a:cubicBezTo>
                  <a:pt x="64172" y="49514"/>
                  <a:pt x="67107" y="57656"/>
                  <a:pt x="67107" y="67799"/>
                </a:cubicBezTo>
                <a:cubicBezTo>
                  <a:pt x="67107" y="77809"/>
                  <a:pt x="64039" y="85816"/>
                  <a:pt x="58168" y="91822"/>
                </a:cubicBezTo>
                <a:cubicBezTo>
                  <a:pt x="52298" y="97828"/>
                  <a:pt x="44427" y="100764"/>
                  <a:pt x="34689" y="100764"/>
                </a:cubicBezTo>
                <a:cubicBezTo>
                  <a:pt x="23481" y="100764"/>
                  <a:pt x="14809" y="96494"/>
                  <a:pt x="8939" y="87952"/>
                </a:cubicBezTo>
                <a:cubicBezTo>
                  <a:pt x="2936" y="79410"/>
                  <a:pt x="0" y="66864"/>
                  <a:pt x="0" y="50449"/>
                </a:cubicBezTo>
                <a:cubicBezTo>
                  <a:pt x="0" y="35100"/>
                  <a:pt x="3603" y="22822"/>
                  <a:pt x="10941" y="13746"/>
                </a:cubicBezTo>
                <a:cubicBezTo>
                  <a:pt x="18144" y="4670"/>
                  <a:pt x="28017" y="0"/>
                  <a:pt x="40291" y="0"/>
                </a:cubicBezTo>
                <a:cubicBezTo>
                  <a:pt x="43493" y="0"/>
                  <a:pt x="46829" y="400"/>
                  <a:pt x="50297" y="933"/>
                </a:cubicBezTo>
                <a:cubicBezTo>
                  <a:pt x="53632" y="1601"/>
                  <a:pt x="57102" y="2535"/>
                  <a:pt x="60837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14AA6-A415-4256-A8F3-0524625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62" y="3072872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19" y="10409"/>
                </a:moveTo>
                <a:cubicBezTo>
                  <a:pt x="26816" y="10409"/>
                  <a:pt x="21747" y="13746"/>
                  <a:pt x="18277" y="20419"/>
                </a:cubicBezTo>
                <a:cubicBezTo>
                  <a:pt x="14809" y="27092"/>
                  <a:pt x="13208" y="37102"/>
                  <a:pt x="13208" y="50449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7" y="87151"/>
                  <a:pt x="26816" y="90488"/>
                  <a:pt x="33619" y="90488"/>
                </a:cubicBezTo>
                <a:cubicBezTo>
                  <a:pt x="40424" y="90488"/>
                  <a:pt x="45493" y="87151"/>
                  <a:pt x="48963" y="80478"/>
                </a:cubicBezTo>
                <a:cubicBezTo>
                  <a:pt x="52298" y="73805"/>
                  <a:pt x="54032" y="63795"/>
                  <a:pt x="54032" y="50449"/>
                </a:cubicBezTo>
                <a:cubicBezTo>
                  <a:pt x="54032" y="37102"/>
                  <a:pt x="52298" y="27092"/>
                  <a:pt x="48963" y="20419"/>
                </a:cubicBezTo>
                <a:cubicBezTo>
                  <a:pt x="45493" y="13746"/>
                  <a:pt x="40424" y="10409"/>
                  <a:pt x="33619" y="10409"/>
                </a:cubicBezTo>
                <a:close/>
                <a:moveTo>
                  <a:pt x="33619" y="0"/>
                </a:moveTo>
                <a:cubicBezTo>
                  <a:pt x="44427" y="0"/>
                  <a:pt x="52698" y="4403"/>
                  <a:pt x="58568" y="12945"/>
                </a:cubicBezTo>
                <a:cubicBezTo>
                  <a:pt x="64305" y="21620"/>
                  <a:pt x="67240" y="34166"/>
                  <a:pt x="67240" y="50449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8" y="96494"/>
                  <a:pt x="44427" y="100764"/>
                  <a:pt x="33486" y="100764"/>
                </a:cubicBezTo>
                <a:cubicBezTo>
                  <a:pt x="22546" y="100764"/>
                  <a:pt x="14274" y="96494"/>
                  <a:pt x="8539" y="87952"/>
                </a:cubicBezTo>
                <a:cubicBezTo>
                  <a:pt x="2802" y="79410"/>
                  <a:pt x="0" y="66864"/>
                  <a:pt x="0" y="50449"/>
                </a:cubicBezTo>
                <a:cubicBezTo>
                  <a:pt x="0" y="34166"/>
                  <a:pt x="2802" y="21620"/>
                  <a:pt x="8539" y="12945"/>
                </a:cubicBezTo>
                <a:cubicBezTo>
                  <a:pt x="14274" y="4403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CE26F-B7D7-49FE-A8DB-69B41710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82" y="3155351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CFAB5-131E-49B2-9092-18BD7B4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05" y="3074606"/>
            <a:ext cx="62971" cy="99030"/>
          </a:xfrm>
          <a:custGeom xmlns:a="http://schemas.openxmlformats.org/drawingml/2006/main">
            <a:pathLst>
              <a:path w="62971" h="99030">
                <a:moveTo>
                  <a:pt x="4136" y="0"/>
                </a:moveTo>
                <a:lnTo>
                  <a:pt x="55766" y="0"/>
                </a:lnTo>
                <a:lnTo>
                  <a:pt x="55766" y="11078"/>
                </a:lnTo>
                <a:lnTo>
                  <a:pt x="16143" y="11078"/>
                </a:lnTo>
                <a:lnTo>
                  <a:pt x="16143" y="34968"/>
                </a:lnTo>
                <a:cubicBezTo>
                  <a:pt x="18011" y="34301"/>
                  <a:pt x="20011" y="33767"/>
                  <a:pt x="21880" y="33500"/>
                </a:cubicBezTo>
                <a:cubicBezTo>
                  <a:pt x="23747" y="33233"/>
                  <a:pt x="25748" y="32965"/>
                  <a:pt x="27617" y="32965"/>
                </a:cubicBezTo>
                <a:cubicBezTo>
                  <a:pt x="38423" y="32965"/>
                  <a:pt x="46962" y="36036"/>
                  <a:pt x="53365" y="41907"/>
                </a:cubicBezTo>
                <a:cubicBezTo>
                  <a:pt x="59769" y="47913"/>
                  <a:pt x="62971" y="55922"/>
                  <a:pt x="62971" y="66065"/>
                </a:cubicBezTo>
                <a:cubicBezTo>
                  <a:pt x="62971" y="76608"/>
                  <a:pt x="59635" y="84750"/>
                  <a:pt x="53099" y="90488"/>
                </a:cubicBezTo>
                <a:cubicBezTo>
                  <a:pt x="46561" y="96228"/>
                  <a:pt x="37355" y="99030"/>
                  <a:pt x="25615" y="99030"/>
                </a:cubicBezTo>
                <a:cubicBezTo>
                  <a:pt x="21479" y="99030"/>
                  <a:pt x="17344" y="98630"/>
                  <a:pt x="13075" y="98097"/>
                </a:cubicBezTo>
                <a:cubicBezTo>
                  <a:pt x="8805" y="97429"/>
                  <a:pt x="4536" y="96494"/>
                  <a:pt x="0" y="95026"/>
                </a:cubicBezTo>
                <a:lnTo>
                  <a:pt x="0" y="81813"/>
                </a:lnTo>
                <a:cubicBezTo>
                  <a:pt x="3868" y="83949"/>
                  <a:pt x="7871" y="85550"/>
                  <a:pt x="12140" y="86618"/>
                </a:cubicBezTo>
                <a:cubicBezTo>
                  <a:pt x="16276" y="87686"/>
                  <a:pt x="20679" y="88086"/>
                  <a:pt x="25348" y="88086"/>
                </a:cubicBezTo>
                <a:cubicBezTo>
                  <a:pt x="32819" y="88086"/>
                  <a:pt x="38823" y="86218"/>
                  <a:pt x="43226" y="82214"/>
                </a:cubicBezTo>
                <a:cubicBezTo>
                  <a:pt x="47495" y="78209"/>
                  <a:pt x="49764" y="72871"/>
                  <a:pt x="49764" y="66065"/>
                </a:cubicBezTo>
                <a:cubicBezTo>
                  <a:pt x="49764" y="59391"/>
                  <a:pt x="47495" y="54053"/>
                  <a:pt x="43226" y="50049"/>
                </a:cubicBezTo>
                <a:cubicBezTo>
                  <a:pt x="38823" y="46045"/>
                  <a:pt x="32819" y="44043"/>
                  <a:pt x="25348" y="44043"/>
                </a:cubicBezTo>
                <a:cubicBezTo>
                  <a:pt x="21880" y="44043"/>
                  <a:pt x="18277" y="44444"/>
                  <a:pt x="14809" y="45244"/>
                </a:cubicBezTo>
                <a:cubicBezTo>
                  <a:pt x="11339" y="46045"/>
                  <a:pt x="7738" y="47247"/>
                  <a:pt x="4136" y="48848"/>
                </a:cubicBezTo>
                <a:lnTo>
                  <a:pt x="4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7BE2A-E99E-4BE6-A191-F371AA3B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2638018"/>
            <a:ext cx="31130" cy="10"/>
          </a:xfrm>
          <a:custGeom xmlns:a="http://schemas.openxmlformats.org/drawingml/2006/main">
            <a:pathLst>
              <a:path w="31130" h="1">
                <a:moveTo>
                  <a:pt x="3113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AEA7D-A01F-4356-9504-83D1651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557" y="2638018"/>
            <a:ext cx="31130" cy="10"/>
          </a:xfrm>
          <a:custGeom xmlns:a="http://schemas.openxmlformats.org/drawingml/2006/main">
            <a:pathLst>
              <a:path w="31130" h="1" fill="none">
                <a:moveTo>
                  <a:pt x="311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flat">
            <a:solidFill>
              <a:srgbClr val="000000"/>
            </a:solidFill>
            <a:round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BDC01-4962-4468-9A0E-5B6FE600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44" y="2589663"/>
            <a:ext cx="67107" cy="100764"/>
          </a:xfrm>
          <a:custGeom xmlns:a="http://schemas.openxmlformats.org/drawingml/2006/main">
            <a:pathLst>
              <a:path w="67107" h="100764">
                <a:moveTo>
                  <a:pt x="34689" y="45110"/>
                </a:moveTo>
                <a:cubicBezTo>
                  <a:pt x="28817" y="45110"/>
                  <a:pt x="24148" y="47246"/>
                  <a:pt x="20680" y="51250"/>
                </a:cubicBezTo>
                <a:cubicBezTo>
                  <a:pt x="17211" y="55253"/>
                  <a:pt x="15477" y="60858"/>
                  <a:pt x="15477" y="67799"/>
                </a:cubicBezTo>
                <a:cubicBezTo>
                  <a:pt x="15477" y="74873"/>
                  <a:pt x="17211" y="80478"/>
                  <a:pt x="20680" y="84482"/>
                </a:cubicBezTo>
                <a:cubicBezTo>
                  <a:pt x="24148" y="88485"/>
                  <a:pt x="28817" y="90488"/>
                  <a:pt x="34689" y="90488"/>
                </a:cubicBezTo>
                <a:cubicBezTo>
                  <a:pt x="40559" y="90488"/>
                  <a:pt x="45227" y="88485"/>
                  <a:pt x="48696" y="84482"/>
                </a:cubicBezTo>
                <a:cubicBezTo>
                  <a:pt x="52165" y="80478"/>
                  <a:pt x="53899" y="74873"/>
                  <a:pt x="53899" y="67799"/>
                </a:cubicBezTo>
                <a:cubicBezTo>
                  <a:pt x="53899" y="60858"/>
                  <a:pt x="52165" y="55253"/>
                  <a:pt x="48696" y="51250"/>
                </a:cubicBezTo>
                <a:cubicBezTo>
                  <a:pt x="45227" y="47246"/>
                  <a:pt x="40559" y="45110"/>
                  <a:pt x="34689" y="45110"/>
                </a:cubicBezTo>
                <a:close/>
                <a:moveTo>
                  <a:pt x="60837" y="3870"/>
                </a:moveTo>
                <a:lnTo>
                  <a:pt x="60837" y="15881"/>
                </a:lnTo>
                <a:cubicBezTo>
                  <a:pt x="57502" y="14280"/>
                  <a:pt x="54167" y="13079"/>
                  <a:pt x="50831" y="12277"/>
                </a:cubicBezTo>
                <a:cubicBezTo>
                  <a:pt x="47362" y="11477"/>
                  <a:pt x="44027" y="11077"/>
                  <a:pt x="40824" y="11077"/>
                </a:cubicBezTo>
                <a:cubicBezTo>
                  <a:pt x="32020" y="11077"/>
                  <a:pt x="25349" y="14013"/>
                  <a:pt x="20813" y="19886"/>
                </a:cubicBezTo>
                <a:cubicBezTo>
                  <a:pt x="16277" y="25759"/>
                  <a:pt x="13608" y="34699"/>
                  <a:pt x="13075" y="46445"/>
                </a:cubicBezTo>
                <a:cubicBezTo>
                  <a:pt x="15610" y="42708"/>
                  <a:pt x="18812" y="39772"/>
                  <a:pt x="22680" y="37770"/>
                </a:cubicBezTo>
                <a:cubicBezTo>
                  <a:pt x="26550" y="35767"/>
                  <a:pt x="30819" y="34699"/>
                  <a:pt x="35488" y="34699"/>
                </a:cubicBezTo>
                <a:cubicBezTo>
                  <a:pt x="45227" y="34699"/>
                  <a:pt x="52966" y="37770"/>
                  <a:pt x="58568" y="43641"/>
                </a:cubicBezTo>
                <a:cubicBezTo>
                  <a:pt x="64172" y="49514"/>
                  <a:pt x="67107" y="57656"/>
                  <a:pt x="67107" y="67799"/>
                </a:cubicBezTo>
                <a:cubicBezTo>
                  <a:pt x="67107" y="77809"/>
                  <a:pt x="64039" y="85816"/>
                  <a:pt x="58168" y="91822"/>
                </a:cubicBezTo>
                <a:cubicBezTo>
                  <a:pt x="52298" y="97828"/>
                  <a:pt x="44427" y="100764"/>
                  <a:pt x="34689" y="100764"/>
                </a:cubicBezTo>
                <a:cubicBezTo>
                  <a:pt x="23481" y="100764"/>
                  <a:pt x="14809" y="96494"/>
                  <a:pt x="8939" y="87952"/>
                </a:cubicBezTo>
                <a:cubicBezTo>
                  <a:pt x="2936" y="79410"/>
                  <a:pt x="0" y="66864"/>
                  <a:pt x="0" y="50449"/>
                </a:cubicBezTo>
                <a:cubicBezTo>
                  <a:pt x="0" y="35101"/>
                  <a:pt x="3603" y="22822"/>
                  <a:pt x="10941" y="13746"/>
                </a:cubicBezTo>
                <a:cubicBezTo>
                  <a:pt x="18144" y="4670"/>
                  <a:pt x="28017" y="0"/>
                  <a:pt x="40291" y="0"/>
                </a:cubicBezTo>
                <a:cubicBezTo>
                  <a:pt x="43493" y="0"/>
                  <a:pt x="46829" y="400"/>
                  <a:pt x="50297" y="933"/>
                </a:cubicBezTo>
                <a:cubicBezTo>
                  <a:pt x="53632" y="1601"/>
                  <a:pt x="57102" y="2535"/>
                  <a:pt x="60837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50AB8-799D-4730-AE87-870FC2AC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831" y="2591397"/>
            <a:ext cx="57901" cy="97295"/>
          </a:xfrm>
          <a:custGeom xmlns:a="http://schemas.openxmlformats.org/drawingml/2006/main">
            <a:pathLst>
              <a:path w="57901" h="97295">
                <a:moveTo>
                  <a:pt x="1868" y="86218"/>
                </a:moveTo>
                <a:lnTo>
                  <a:pt x="23348" y="86218"/>
                </a:lnTo>
                <a:lnTo>
                  <a:pt x="23348" y="12012"/>
                </a:lnTo>
                <a:lnTo>
                  <a:pt x="0" y="16684"/>
                </a:lnTo>
                <a:lnTo>
                  <a:pt x="0" y="4672"/>
                </a:lnTo>
                <a:lnTo>
                  <a:pt x="23213" y="0"/>
                </a:lnTo>
                <a:lnTo>
                  <a:pt x="36421" y="0"/>
                </a:lnTo>
                <a:lnTo>
                  <a:pt x="36421" y="86218"/>
                </a:lnTo>
                <a:lnTo>
                  <a:pt x="57901" y="86218"/>
                </a:lnTo>
                <a:lnTo>
                  <a:pt x="57901" y="97295"/>
                </a:lnTo>
                <a:lnTo>
                  <a:pt x="1868" y="97295"/>
                </a:lnTo>
                <a:lnTo>
                  <a:pt x="1868" y="8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BCDD1-671F-4FB9-B3E1-6F4C1041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82" y="2672142"/>
            <a:ext cx="13742" cy="16550"/>
          </a:xfrm>
          <a:custGeom xmlns:a="http://schemas.openxmlformats.org/drawingml/2006/main">
            <a:pathLst>
              <a:path w="13742" h="16550">
                <a:moveTo>
                  <a:pt x="0" y="16550"/>
                </a:moveTo>
                <a:lnTo>
                  <a:pt x="13742" y="16550"/>
                </a:lnTo>
                <a:lnTo>
                  <a:pt x="13742" y="0"/>
                </a:lnTo>
                <a:lnTo>
                  <a:pt x="0" y="0"/>
                </a:lnTo>
                <a:lnTo>
                  <a:pt x="0" y="16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098BD-0F7A-4039-A1CA-39F5786C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237" y="2589663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21" y="10409"/>
                </a:moveTo>
                <a:cubicBezTo>
                  <a:pt x="26816" y="10409"/>
                  <a:pt x="21747" y="13746"/>
                  <a:pt x="18279" y="20419"/>
                </a:cubicBezTo>
                <a:cubicBezTo>
                  <a:pt x="14809" y="27092"/>
                  <a:pt x="13208" y="37102"/>
                  <a:pt x="13208" y="50449"/>
                </a:cubicBezTo>
                <a:cubicBezTo>
                  <a:pt x="13208" y="63795"/>
                  <a:pt x="14809" y="73805"/>
                  <a:pt x="18279" y="80478"/>
                </a:cubicBezTo>
                <a:cubicBezTo>
                  <a:pt x="21747" y="87151"/>
                  <a:pt x="26816" y="90488"/>
                  <a:pt x="33621" y="90488"/>
                </a:cubicBezTo>
                <a:cubicBezTo>
                  <a:pt x="40424" y="90488"/>
                  <a:pt x="45495" y="87151"/>
                  <a:pt x="48963" y="80478"/>
                </a:cubicBezTo>
                <a:cubicBezTo>
                  <a:pt x="52298" y="73805"/>
                  <a:pt x="54032" y="63795"/>
                  <a:pt x="54032" y="50449"/>
                </a:cubicBezTo>
                <a:cubicBezTo>
                  <a:pt x="54032" y="37102"/>
                  <a:pt x="52298" y="27092"/>
                  <a:pt x="48963" y="20419"/>
                </a:cubicBezTo>
                <a:cubicBezTo>
                  <a:pt x="45495" y="13746"/>
                  <a:pt x="40424" y="10409"/>
                  <a:pt x="33621" y="10409"/>
                </a:cubicBezTo>
                <a:close/>
                <a:moveTo>
                  <a:pt x="33621" y="0"/>
                </a:moveTo>
                <a:cubicBezTo>
                  <a:pt x="44427" y="0"/>
                  <a:pt x="52698" y="4403"/>
                  <a:pt x="58568" y="12945"/>
                </a:cubicBezTo>
                <a:cubicBezTo>
                  <a:pt x="64305" y="21620"/>
                  <a:pt x="67240" y="34166"/>
                  <a:pt x="67240" y="50449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8" y="96494"/>
                  <a:pt x="44427" y="100764"/>
                  <a:pt x="33488" y="100764"/>
                </a:cubicBezTo>
                <a:cubicBezTo>
                  <a:pt x="22547" y="100764"/>
                  <a:pt x="14276" y="96494"/>
                  <a:pt x="8539" y="87952"/>
                </a:cubicBezTo>
                <a:cubicBezTo>
                  <a:pt x="2802" y="79410"/>
                  <a:pt x="0" y="66864"/>
                  <a:pt x="0" y="50449"/>
                </a:cubicBezTo>
                <a:cubicBezTo>
                  <a:pt x="0" y="34166"/>
                  <a:pt x="2802" y="21620"/>
                  <a:pt x="8539" y="12945"/>
                </a:cubicBezTo>
                <a:cubicBezTo>
                  <a:pt x="14276" y="4403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9A73D-1D4C-4AF7-AA3D-3F5743B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3941771"/>
            <a:ext cx="97258" cy="89020"/>
          </a:xfrm>
          <a:custGeom xmlns:a="http://schemas.openxmlformats.org/drawingml/2006/main">
            <a:pathLst>
              <a:path w="97258" h="89020">
                <a:moveTo>
                  <a:pt x="0" y="89020"/>
                </a:moveTo>
                <a:lnTo>
                  <a:pt x="0" y="69401"/>
                </a:lnTo>
                <a:lnTo>
                  <a:pt x="66174" y="44577"/>
                </a:lnTo>
                <a:lnTo>
                  <a:pt x="0" y="19619"/>
                </a:lnTo>
                <a:lnTo>
                  <a:pt x="0" y="0"/>
                </a:lnTo>
                <a:lnTo>
                  <a:pt x="97258" y="0"/>
                </a:lnTo>
                <a:lnTo>
                  <a:pt x="97258" y="12813"/>
                </a:lnTo>
                <a:lnTo>
                  <a:pt x="11874" y="12813"/>
                </a:lnTo>
                <a:lnTo>
                  <a:pt x="78581" y="37904"/>
                </a:lnTo>
                <a:lnTo>
                  <a:pt x="78581" y="51116"/>
                </a:lnTo>
                <a:lnTo>
                  <a:pt x="11874" y="76208"/>
                </a:lnTo>
                <a:lnTo>
                  <a:pt x="97258" y="76208"/>
                </a:lnTo>
                <a:lnTo>
                  <a:pt x="97258" y="89020"/>
                </a:lnTo>
                <a:lnTo>
                  <a:pt x="0" y="89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6D360-8D53-4774-A2B5-97668E4C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3826592"/>
            <a:ext cx="97258" cy="89020"/>
          </a:xfrm>
          <a:custGeom xmlns:a="http://schemas.openxmlformats.org/drawingml/2006/main">
            <a:pathLst>
              <a:path w="97258" h="89020">
                <a:moveTo>
                  <a:pt x="0" y="89020"/>
                </a:moveTo>
                <a:lnTo>
                  <a:pt x="0" y="69401"/>
                </a:lnTo>
                <a:lnTo>
                  <a:pt x="66174" y="44577"/>
                </a:lnTo>
                <a:lnTo>
                  <a:pt x="0" y="19619"/>
                </a:lnTo>
                <a:lnTo>
                  <a:pt x="0" y="0"/>
                </a:lnTo>
                <a:lnTo>
                  <a:pt x="97258" y="0"/>
                </a:lnTo>
                <a:lnTo>
                  <a:pt x="97258" y="12812"/>
                </a:lnTo>
                <a:lnTo>
                  <a:pt x="11874" y="12812"/>
                </a:lnTo>
                <a:lnTo>
                  <a:pt x="78581" y="37904"/>
                </a:lnTo>
                <a:lnTo>
                  <a:pt x="78581" y="51116"/>
                </a:lnTo>
                <a:lnTo>
                  <a:pt x="11874" y="76207"/>
                </a:lnTo>
                <a:lnTo>
                  <a:pt x="97258" y="76207"/>
                </a:lnTo>
                <a:lnTo>
                  <a:pt x="97258" y="89020"/>
                </a:lnTo>
                <a:lnTo>
                  <a:pt x="0" y="89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8118C-A64C-4A39-8F0F-6F58C411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3739841"/>
            <a:ext cx="97258" cy="60592"/>
          </a:xfrm>
          <a:custGeom xmlns:a="http://schemas.openxmlformats.org/drawingml/2006/main">
            <a:pathLst>
              <a:path w="97258" h="60592">
                <a:moveTo>
                  <a:pt x="0" y="60592"/>
                </a:moveTo>
                <a:lnTo>
                  <a:pt x="0" y="47379"/>
                </a:lnTo>
                <a:lnTo>
                  <a:pt x="86185" y="47379"/>
                </a:lnTo>
                <a:lnTo>
                  <a:pt x="86185" y="0"/>
                </a:lnTo>
                <a:lnTo>
                  <a:pt x="97258" y="0"/>
                </a:lnTo>
                <a:lnTo>
                  <a:pt x="97258" y="60592"/>
                </a:lnTo>
                <a:lnTo>
                  <a:pt x="0" y="60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891D4-6DA0-4E06-900C-198670F7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76" y="3659624"/>
            <a:ext cx="98992" cy="74474"/>
          </a:xfrm>
          <a:custGeom xmlns:a="http://schemas.openxmlformats.org/drawingml/2006/main">
            <a:pathLst>
              <a:path w="98992" h="74474">
                <a:moveTo>
                  <a:pt x="0" y="74474"/>
                </a:moveTo>
                <a:lnTo>
                  <a:pt x="0" y="61260"/>
                </a:lnTo>
                <a:lnTo>
                  <a:pt x="59103" y="61260"/>
                </a:lnTo>
                <a:cubicBezTo>
                  <a:pt x="69509" y="61260"/>
                  <a:pt x="77113" y="59391"/>
                  <a:pt x="81649" y="55654"/>
                </a:cubicBezTo>
                <a:cubicBezTo>
                  <a:pt x="86185" y="51918"/>
                  <a:pt x="88454" y="45779"/>
                  <a:pt x="88454" y="37237"/>
                </a:cubicBezTo>
                <a:cubicBezTo>
                  <a:pt x="88454" y="28829"/>
                  <a:pt x="86185" y="22689"/>
                  <a:pt x="81649" y="18952"/>
                </a:cubicBezTo>
                <a:cubicBezTo>
                  <a:pt x="77113" y="15215"/>
                  <a:pt x="69509" y="13214"/>
                  <a:pt x="59103" y="13214"/>
                </a:cubicBezTo>
                <a:lnTo>
                  <a:pt x="0" y="13214"/>
                </a:lnTo>
                <a:lnTo>
                  <a:pt x="0" y="0"/>
                </a:lnTo>
                <a:lnTo>
                  <a:pt x="60704" y="0"/>
                </a:lnTo>
                <a:cubicBezTo>
                  <a:pt x="73512" y="0"/>
                  <a:pt x="82984" y="3204"/>
                  <a:pt x="89387" y="9477"/>
                </a:cubicBezTo>
                <a:cubicBezTo>
                  <a:pt x="95792" y="15750"/>
                  <a:pt x="98992" y="24958"/>
                  <a:pt x="98992" y="37237"/>
                </a:cubicBezTo>
                <a:cubicBezTo>
                  <a:pt x="98992" y="49516"/>
                  <a:pt x="95792" y="58858"/>
                  <a:pt x="89387" y="65131"/>
                </a:cubicBezTo>
                <a:cubicBezTo>
                  <a:pt x="82984" y="71403"/>
                  <a:pt x="73512" y="74474"/>
                  <a:pt x="60704" y="74474"/>
                </a:cubicBezTo>
                <a:lnTo>
                  <a:pt x="0" y="744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6BFB7-C89B-4763-B1EA-C98AC252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4773799"/>
            <a:ext cx="3766866" cy="10"/>
          </a:xfrm>
          <a:custGeom xmlns:a="http://schemas.openxmlformats.org/drawingml/2006/main">
            <a:pathLst>
              <a:path w="3766866" h="1" fill="none">
                <a:moveTo>
                  <a:pt x="0" y="0"/>
                </a:moveTo>
                <a:lnTo>
                  <a:pt x="3766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44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69C52-7D45-4CFD-9F00-1AD7F79F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2638018"/>
            <a:ext cx="10" cy="2416042"/>
          </a:xfrm>
          <a:custGeom xmlns:a="http://schemas.openxmlformats.org/drawingml/2006/main">
            <a:pathLst>
              <a:path w="1" h="2416042" fill="none">
                <a:moveTo>
                  <a:pt x="0" y="24160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5673B-92D3-4113-84DE-1C59CD9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553" y="2638018"/>
            <a:ext cx="10" cy="2416042"/>
          </a:xfrm>
          <a:custGeom xmlns:a="http://schemas.openxmlformats.org/drawingml/2006/main">
            <a:pathLst>
              <a:path w="1" h="2416042" fill="none">
                <a:moveTo>
                  <a:pt x="0" y="24160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B45AD-6F2F-49A6-A8F5-079BA984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5054060"/>
            <a:ext cx="3766866" cy="10"/>
          </a:xfrm>
          <a:custGeom xmlns:a="http://schemas.openxmlformats.org/drawingml/2006/main">
            <a:pathLst>
              <a:path w="3766866" h="1" fill="none">
                <a:moveTo>
                  <a:pt x="0" y="0"/>
                </a:moveTo>
                <a:lnTo>
                  <a:pt x="3766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0005D-1743-4398-913F-72C21BAE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87" y="2638018"/>
            <a:ext cx="3766866" cy="10"/>
          </a:xfrm>
          <a:custGeom xmlns:a="http://schemas.openxmlformats.org/drawingml/2006/main">
            <a:pathLst>
              <a:path w="3766866" h="1" fill="none">
                <a:moveTo>
                  <a:pt x="0" y="0"/>
                </a:moveTo>
                <a:lnTo>
                  <a:pt x="3766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17" cap="sq">
            <a:solidFill>
              <a:srgbClr val="000000"/>
            </a:solidFill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02488-9BCB-48FE-9249-7E382D4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991" y="3681400"/>
            <a:ext cx="83516" cy="83681"/>
          </a:xfrm>
          <a:custGeom xmlns:a="http://schemas.openxmlformats.org/drawingml/2006/main">
            <a:pathLst>
              <a:path w="83516" h="83681">
                <a:moveTo>
                  <a:pt x="47227" y="0"/>
                </a:moveTo>
                <a:lnTo>
                  <a:pt x="47227" y="36302"/>
                </a:lnTo>
                <a:lnTo>
                  <a:pt x="83516" y="36302"/>
                </a:lnTo>
                <a:lnTo>
                  <a:pt x="83516" y="47378"/>
                </a:lnTo>
                <a:lnTo>
                  <a:pt x="47227" y="47378"/>
                </a:lnTo>
                <a:lnTo>
                  <a:pt x="47227" y="83681"/>
                </a:lnTo>
                <a:lnTo>
                  <a:pt x="36288" y="83681"/>
                </a:lnTo>
                <a:lnTo>
                  <a:pt x="36288" y="47378"/>
                </a:lnTo>
                <a:lnTo>
                  <a:pt x="0" y="47378"/>
                </a:lnTo>
                <a:lnTo>
                  <a:pt x="0" y="36302"/>
                </a:lnTo>
                <a:lnTo>
                  <a:pt x="36288" y="36302"/>
                </a:lnTo>
                <a:lnTo>
                  <a:pt x="36288" y="0"/>
                </a:lnTo>
                <a:lnTo>
                  <a:pt x="472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9502F-A1C5-4DBF-A0FB-EB85BB45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388" y="3666052"/>
            <a:ext cx="61771" cy="99029"/>
          </a:xfrm>
          <a:custGeom xmlns:a="http://schemas.openxmlformats.org/drawingml/2006/main">
            <a:pathLst>
              <a:path w="61771" h="99029">
                <a:moveTo>
                  <a:pt x="15875" y="87952"/>
                </a:moveTo>
                <a:lnTo>
                  <a:pt x="61771" y="87952"/>
                </a:lnTo>
                <a:lnTo>
                  <a:pt x="61771" y="99029"/>
                </a:lnTo>
                <a:lnTo>
                  <a:pt x="0" y="99029"/>
                </a:lnTo>
                <a:lnTo>
                  <a:pt x="0" y="87952"/>
                </a:lnTo>
                <a:cubicBezTo>
                  <a:pt x="4936" y="82880"/>
                  <a:pt x="11740" y="75940"/>
                  <a:pt x="20411" y="67131"/>
                </a:cubicBezTo>
                <a:cubicBezTo>
                  <a:pt x="28950" y="58456"/>
                  <a:pt x="34420" y="52851"/>
                  <a:pt x="36689" y="50315"/>
                </a:cubicBezTo>
                <a:cubicBezTo>
                  <a:pt x="40957" y="45644"/>
                  <a:pt x="43892" y="41640"/>
                  <a:pt x="45493" y="38303"/>
                </a:cubicBezTo>
                <a:cubicBezTo>
                  <a:pt x="47094" y="35100"/>
                  <a:pt x="48028" y="31763"/>
                  <a:pt x="48028" y="28561"/>
                </a:cubicBezTo>
                <a:cubicBezTo>
                  <a:pt x="48028" y="23488"/>
                  <a:pt x="46161" y="19218"/>
                  <a:pt x="42558" y="16014"/>
                </a:cubicBezTo>
                <a:cubicBezTo>
                  <a:pt x="38956" y="12812"/>
                  <a:pt x="34287" y="11077"/>
                  <a:pt x="28417" y="11077"/>
                </a:cubicBezTo>
                <a:cubicBezTo>
                  <a:pt x="24281" y="11077"/>
                  <a:pt x="19878" y="11877"/>
                  <a:pt x="15342" y="13212"/>
                </a:cubicBezTo>
                <a:cubicBezTo>
                  <a:pt x="10806" y="14681"/>
                  <a:pt x="5870" y="16815"/>
                  <a:pt x="668" y="19751"/>
                </a:cubicBezTo>
                <a:lnTo>
                  <a:pt x="668" y="6406"/>
                </a:lnTo>
                <a:cubicBezTo>
                  <a:pt x="6004" y="4270"/>
                  <a:pt x="10941" y="2669"/>
                  <a:pt x="15477" y="1601"/>
                </a:cubicBezTo>
                <a:cubicBezTo>
                  <a:pt x="20013" y="533"/>
                  <a:pt x="24281" y="0"/>
                  <a:pt x="28150" y="0"/>
                </a:cubicBezTo>
                <a:cubicBezTo>
                  <a:pt x="38155" y="0"/>
                  <a:pt x="46161" y="2535"/>
                  <a:pt x="52164" y="7607"/>
                </a:cubicBezTo>
                <a:cubicBezTo>
                  <a:pt x="58168" y="12678"/>
                  <a:pt x="61236" y="19351"/>
                  <a:pt x="61236" y="27760"/>
                </a:cubicBezTo>
                <a:cubicBezTo>
                  <a:pt x="61236" y="31763"/>
                  <a:pt x="60435" y="35634"/>
                  <a:pt x="58969" y="39104"/>
                </a:cubicBezTo>
                <a:cubicBezTo>
                  <a:pt x="57500" y="42708"/>
                  <a:pt x="54833" y="46978"/>
                  <a:pt x="50830" y="51783"/>
                </a:cubicBezTo>
                <a:cubicBezTo>
                  <a:pt x="49764" y="53118"/>
                  <a:pt x="46294" y="56721"/>
                  <a:pt x="40424" y="62727"/>
                </a:cubicBezTo>
                <a:cubicBezTo>
                  <a:pt x="34554" y="68732"/>
                  <a:pt x="26416" y="77141"/>
                  <a:pt x="15875" y="879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2EAE0-B448-4BCF-B8B7-17A5526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775" y="3748532"/>
            <a:ext cx="13742" cy="16549"/>
          </a:xfrm>
          <a:custGeom xmlns:a="http://schemas.openxmlformats.org/drawingml/2006/main">
            <a:pathLst>
              <a:path w="13742" h="16549">
                <a:moveTo>
                  <a:pt x="0" y="16549"/>
                </a:moveTo>
                <a:lnTo>
                  <a:pt x="13742" y="16549"/>
                </a:lnTo>
                <a:lnTo>
                  <a:pt x="13742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21CC8-0DEC-4520-8D77-71948AD0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729" y="3666052"/>
            <a:ext cx="67240" cy="100764"/>
          </a:xfrm>
          <a:custGeom xmlns:a="http://schemas.openxmlformats.org/drawingml/2006/main">
            <a:pathLst>
              <a:path w="67240" h="100764">
                <a:moveTo>
                  <a:pt x="33621" y="10409"/>
                </a:moveTo>
                <a:cubicBezTo>
                  <a:pt x="26816" y="10409"/>
                  <a:pt x="21747" y="13746"/>
                  <a:pt x="18279" y="20419"/>
                </a:cubicBezTo>
                <a:cubicBezTo>
                  <a:pt x="14809" y="27092"/>
                  <a:pt x="13208" y="37102"/>
                  <a:pt x="13208" y="50448"/>
                </a:cubicBezTo>
                <a:cubicBezTo>
                  <a:pt x="13208" y="63795"/>
                  <a:pt x="14809" y="73805"/>
                  <a:pt x="18279" y="80478"/>
                </a:cubicBezTo>
                <a:cubicBezTo>
                  <a:pt x="21747" y="87151"/>
                  <a:pt x="26816" y="90487"/>
                  <a:pt x="33621" y="90487"/>
                </a:cubicBezTo>
                <a:cubicBezTo>
                  <a:pt x="40424" y="90487"/>
                  <a:pt x="45495" y="87151"/>
                  <a:pt x="48963" y="80478"/>
                </a:cubicBezTo>
                <a:cubicBezTo>
                  <a:pt x="52298" y="73805"/>
                  <a:pt x="54032" y="63795"/>
                  <a:pt x="54032" y="50448"/>
                </a:cubicBezTo>
                <a:cubicBezTo>
                  <a:pt x="54032" y="37102"/>
                  <a:pt x="52298" y="27092"/>
                  <a:pt x="48963" y="20419"/>
                </a:cubicBezTo>
                <a:cubicBezTo>
                  <a:pt x="45495" y="13746"/>
                  <a:pt x="40424" y="10409"/>
                  <a:pt x="33621" y="10409"/>
                </a:cubicBezTo>
                <a:close/>
                <a:moveTo>
                  <a:pt x="33621" y="0"/>
                </a:moveTo>
                <a:cubicBezTo>
                  <a:pt x="44427" y="0"/>
                  <a:pt x="52698" y="4403"/>
                  <a:pt x="58568" y="12945"/>
                </a:cubicBezTo>
                <a:cubicBezTo>
                  <a:pt x="64305" y="21620"/>
                  <a:pt x="67240" y="34166"/>
                  <a:pt x="67240" y="50448"/>
                </a:cubicBezTo>
                <a:cubicBezTo>
                  <a:pt x="67240" y="66864"/>
                  <a:pt x="64305" y="79410"/>
                  <a:pt x="58568" y="87952"/>
                </a:cubicBezTo>
                <a:cubicBezTo>
                  <a:pt x="52698" y="96493"/>
                  <a:pt x="44427" y="100764"/>
                  <a:pt x="33486" y="100764"/>
                </a:cubicBezTo>
                <a:cubicBezTo>
                  <a:pt x="22547" y="100764"/>
                  <a:pt x="14276" y="96493"/>
                  <a:pt x="8539" y="87952"/>
                </a:cubicBezTo>
                <a:cubicBezTo>
                  <a:pt x="2802" y="79410"/>
                  <a:pt x="0" y="66864"/>
                  <a:pt x="0" y="50448"/>
                </a:cubicBezTo>
                <a:cubicBezTo>
                  <a:pt x="0" y="34166"/>
                  <a:pt x="2802" y="21620"/>
                  <a:pt x="8539" y="12945"/>
                </a:cubicBezTo>
                <a:cubicBezTo>
                  <a:pt x="14276" y="4403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646FE-B962-49DD-86BA-C66CD6E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914" y="3666052"/>
            <a:ext cx="64038" cy="100764"/>
          </a:xfrm>
          <a:custGeom xmlns:a="http://schemas.openxmlformats.org/drawingml/2006/main">
            <a:pathLst>
              <a:path w="64038" h="100764">
                <a:moveTo>
                  <a:pt x="44027" y="46578"/>
                </a:moveTo>
                <a:cubicBezTo>
                  <a:pt x="50297" y="47913"/>
                  <a:pt x="55233" y="50715"/>
                  <a:pt x="58701" y="54987"/>
                </a:cubicBezTo>
                <a:cubicBezTo>
                  <a:pt x="62171" y="59257"/>
                  <a:pt x="64038" y="64595"/>
                  <a:pt x="64038" y="70735"/>
                </a:cubicBezTo>
                <a:cubicBezTo>
                  <a:pt x="64038" y="80344"/>
                  <a:pt x="60703" y="87818"/>
                  <a:pt x="54165" y="93023"/>
                </a:cubicBezTo>
                <a:cubicBezTo>
                  <a:pt x="47495" y="98228"/>
                  <a:pt x="38157" y="100764"/>
                  <a:pt x="26015" y="100764"/>
                </a:cubicBezTo>
                <a:cubicBezTo>
                  <a:pt x="21880" y="100764"/>
                  <a:pt x="17611" y="100364"/>
                  <a:pt x="13342" y="99563"/>
                </a:cubicBezTo>
                <a:cubicBezTo>
                  <a:pt x="9072" y="98896"/>
                  <a:pt x="4536" y="97694"/>
                  <a:pt x="0" y="96093"/>
                </a:cubicBezTo>
                <a:lnTo>
                  <a:pt x="0" y="83414"/>
                </a:lnTo>
                <a:cubicBezTo>
                  <a:pt x="3603" y="85549"/>
                  <a:pt x="7605" y="87151"/>
                  <a:pt x="12007" y="88219"/>
                </a:cubicBezTo>
                <a:cubicBezTo>
                  <a:pt x="16277" y="89286"/>
                  <a:pt x="20813" y="89820"/>
                  <a:pt x="25615" y="89820"/>
                </a:cubicBezTo>
                <a:cubicBezTo>
                  <a:pt x="33887" y="89820"/>
                  <a:pt x="40158" y="88219"/>
                  <a:pt x="44427" y="85015"/>
                </a:cubicBezTo>
                <a:cubicBezTo>
                  <a:pt x="48696" y="81812"/>
                  <a:pt x="50964" y="77008"/>
                  <a:pt x="50964" y="70735"/>
                </a:cubicBezTo>
                <a:cubicBezTo>
                  <a:pt x="50964" y="65130"/>
                  <a:pt x="48963" y="60592"/>
                  <a:pt x="44960" y="57389"/>
                </a:cubicBezTo>
                <a:cubicBezTo>
                  <a:pt x="40957" y="54185"/>
                  <a:pt x="35355" y="52451"/>
                  <a:pt x="28150" y="52451"/>
                </a:cubicBezTo>
                <a:lnTo>
                  <a:pt x="16810" y="52451"/>
                </a:lnTo>
                <a:lnTo>
                  <a:pt x="16810" y="41640"/>
                </a:lnTo>
                <a:lnTo>
                  <a:pt x="28684" y="41640"/>
                </a:lnTo>
                <a:cubicBezTo>
                  <a:pt x="35087" y="41640"/>
                  <a:pt x="40024" y="40439"/>
                  <a:pt x="43493" y="37770"/>
                </a:cubicBezTo>
                <a:cubicBezTo>
                  <a:pt x="46962" y="35234"/>
                  <a:pt x="48696" y="31497"/>
                  <a:pt x="48696" y="26559"/>
                </a:cubicBezTo>
                <a:cubicBezTo>
                  <a:pt x="48696" y="21620"/>
                  <a:pt x="46829" y="17750"/>
                  <a:pt x="43359" y="15081"/>
                </a:cubicBezTo>
                <a:cubicBezTo>
                  <a:pt x="39758" y="12412"/>
                  <a:pt x="34687" y="11077"/>
                  <a:pt x="28150" y="11077"/>
                </a:cubicBezTo>
                <a:cubicBezTo>
                  <a:pt x="24549" y="11077"/>
                  <a:pt x="20679" y="11477"/>
                  <a:pt x="16543" y="12277"/>
                </a:cubicBezTo>
                <a:cubicBezTo>
                  <a:pt x="12407" y="13078"/>
                  <a:pt x="7871" y="14280"/>
                  <a:pt x="2935" y="15881"/>
                </a:cubicBezTo>
                <a:lnTo>
                  <a:pt x="2935" y="4137"/>
                </a:lnTo>
                <a:cubicBezTo>
                  <a:pt x="7871" y="2802"/>
                  <a:pt x="12542" y="1734"/>
                  <a:pt x="16943" y="1066"/>
                </a:cubicBezTo>
                <a:cubicBezTo>
                  <a:pt x="21214" y="400"/>
                  <a:pt x="25349" y="0"/>
                  <a:pt x="29351" y="0"/>
                </a:cubicBezTo>
                <a:cubicBezTo>
                  <a:pt x="39223" y="0"/>
                  <a:pt x="47094" y="2269"/>
                  <a:pt x="52966" y="6806"/>
                </a:cubicBezTo>
                <a:cubicBezTo>
                  <a:pt x="58836" y="11344"/>
                  <a:pt x="61771" y="17483"/>
                  <a:pt x="61771" y="25224"/>
                </a:cubicBezTo>
                <a:cubicBezTo>
                  <a:pt x="61771" y="30562"/>
                  <a:pt x="60169" y="35100"/>
                  <a:pt x="57102" y="38837"/>
                </a:cubicBezTo>
                <a:cubicBezTo>
                  <a:pt x="54032" y="42574"/>
                  <a:pt x="49631" y="45243"/>
                  <a:pt x="44027" y="46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EDEE7-F4E3-4D55-990B-285632E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412" y="4527014"/>
            <a:ext cx="83516" cy="83681"/>
          </a:xfrm>
          <a:custGeom xmlns:a="http://schemas.openxmlformats.org/drawingml/2006/main">
            <a:pathLst>
              <a:path w="83516" h="83681">
                <a:moveTo>
                  <a:pt x="47227" y="0"/>
                </a:moveTo>
                <a:lnTo>
                  <a:pt x="47227" y="36302"/>
                </a:lnTo>
                <a:lnTo>
                  <a:pt x="83516" y="36302"/>
                </a:lnTo>
                <a:lnTo>
                  <a:pt x="83516" y="47379"/>
                </a:lnTo>
                <a:lnTo>
                  <a:pt x="47227" y="47379"/>
                </a:lnTo>
                <a:lnTo>
                  <a:pt x="47227" y="83681"/>
                </a:lnTo>
                <a:lnTo>
                  <a:pt x="36288" y="83681"/>
                </a:lnTo>
                <a:lnTo>
                  <a:pt x="36288" y="47379"/>
                </a:lnTo>
                <a:lnTo>
                  <a:pt x="0" y="47379"/>
                </a:lnTo>
                <a:lnTo>
                  <a:pt x="0" y="36302"/>
                </a:lnTo>
                <a:lnTo>
                  <a:pt x="36288" y="36302"/>
                </a:lnTo>
                <a:lnTo>
                  <a:pt x="36288" y="0"/>
                </a:lnTo>
                <a:lnTo>
                  <a:pt x="472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35AD4-7853-4594-8FB5-E1B2737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875" y="4511666"/>
            <a:ext cx="67240" cy="100765"/>
          </a:xfrm>
          <a:custGeom xmlns:a="http://schemas.openxmlformats.org/drawingml/2006/main">
            <a:pathLst>
              <a:path w="67240" h="100765">
                <a:moveTo>
                  <a:pt x="33619" y="10410"/>
                </a:moveTo>
                <a:cubicBezTo>
                  <a:pt x="26816" y="10410"/>
                  <a:pt x="21747" y="13747"/>
                  <a:pt x="18277" y="20420"/>
                </a:cubicBezTo>
                <a:cubicBezTo>
                  <a:pt x="14809" y="27093"/>
                  <a:pt x="13208" y="37103"/>
                  <a:pt x="13208" y="50449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7" y="87152"/>
                  <a:pt x="26816" y="90488"/>
                  <a:pt x="33619" y="90488"/>
                </a:cubicBezTo>
                <a:cubicBezTo>
                  <a:pt x="40424" y="90488"/>
                  <a:pt x="45493" y="87152"/>
                  <a:pt x="48963" y="80478"/>
                </a:cubicBezTo>
                <a:cubicBezTo>
                  <a:pt x="52298" y="73805"/>
                  <a:pt x="54032" y="63795"/>
                  <a:pt x="54032" y="50449"/>
                </a:cubicBezTo>
                <a:cubicBezTo>
                  <a:pt x="54032" y="37103"/>
                  <a:pt x="52298" y="27093"/>
                  <a:pt x="48963" y="20420"/>
                </a:cubicBezTo>
                <a:cubicBezTo>
                  <a:pt x="45493" y="13747"/>
                  <a:pt x="40424" y="10410"/>
                  <a:pt x="33619" y="10410"/>
                </a:cubicBezTo>
                <a:close/>
                <a:moveTo>
                  <a:pt x="33619" y="0"/>
                </a:moveTo>
                <a:cubicBezTo>
                  <a:pt x="44427" y="0"/>
                  <a:pt x="52698" y="4404"/>
                  <a:pt x="58568" y="12946"/>
                </a:cubicBezTo>
                <a:cubicBezTo>
                  <a:pt x="64305" y="21621"/>
                  <a:pt x="67240" y="34167"/>
                  <a:pt x="67240" y="50449"/>
                </a:cubicBezTo>
                <a:cubicBezTo>
                  <a:pt x="67240" y="66865"/>
                  <a:pt x="64305" y="79411"/>
                  <a:pt x="58568" y="87952"/>
                </a:cubicBezTo>
                <a:cubicBezTo>
                  <a:pt x="52698" y="96494"/>
                  <a:pt x="44427" y="100765"/>
                  <a:pt x="33486" y="100765"/>
                </a:cubicBezTo>
                <a:cubicBezTo>
                  <a:pt x="22547" y="100765"/>
                  <a:pt x="14276" y="96494"/>
                  <a:pt x="8539" y="87952"/>
                </a:cubicBezTo>
                <a:cubicBezTo>
                  <a:pt x="2802" y="79411"/>
                  <a:pt x="0" y="66865"/>
                  <a:pt x="0" y="50449"/>
                </a:cubicBezTo>
                <a:cubicBezTo>
                  <a:pt x="0" y="34167"/>
                  <a:pt x="2802" y="21621"/>
                  <a:pt x="8539" y="12946"/>
                </a:cubicBezTo>
                <a:cubicBezTo>
                  <a:pt x="14276" y="4404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7A67D-2AC7-4091-B274-B9124C4F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196" y="4594146"/>
            <a:ext cx="13741" cy="16549"/>
          </a:xfrm>
          <a:custGeom xmlns:a="http://schemas.openxmlformats.org/drawingml/2006/main">
            <a:pathLst>
              <a:path w="13741" h="16549">
                <a:moveTo>
                  <a:pt x="0" y="16549"/>
                </a:moveTo>
                <a:lnTo>
                  <a:pt x="13741" y="16549"/>
                </a:lnTo>
                <a:lnTo>
                  <a:pt x="13741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1587D-AF07-417D-887B-428CE03A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486" y="4511666"/>
            <a:ext cx="64038" cy="100765"/>
          </a:xfrm>
          <a:custGeom xmlns:a="http://schemas.openxmlformats.org/drawingml/2006/main">
            <a:pathLst>
              <a:path w="64038" h="100765">
                <a:moveTo>
                  <a:pt x="44025" y="46579"/>
                </a:moveTo>
                <a:cubicBezTo>
                  <a:pt x="50297" y="47913"/>
                  <a:pt x="55233" y="50716"/>
                  <a:pt x="58701" y="54987"/>
                </a:cubicBezTo>
                <a:cubicBezTo>
                  <a:pt x="62169" y="59258"/>
                  <a:pt x="64038" y="64596"/>
                  <a:pt x="64038" y="70736"/>
                </a:cubicBezTo>
                <a:cubicBezTo>
                  <a:pt x="64038" y="80345"/>
                  <a:pt x="60703" y="87819"/>
                  <a:pt x="54165" y="93024"/>
                </a:cubicBezTo>
                <a:cubicBezTo>
                  <a:pt x="47495" y="98229"/>
                  <a:pt x="38155" y="100765"/>
                  <a:pt x="26015" y="100765"/>
                </a:cubicBezTo>
                <a:cubicBezTo>
                  <a:pt x="21880" y="100765"/>
                  <a:pt x="17609" y="100364"/>
                  <a:pt x="13341" y="99564"/>
                </a:cubicBezTo>
                <a:cubicBezTo>
                  <a:pt x="9072" y="98896"/>
                  <a:pt x="4536" y="97695"/>
                  <a:pt x="0" y="96094"/>
                </a:cubicBezTo>
                <a:lnTo>
                  <a:pt x="0" y="83415"/>
                </a:lnTo>
                <a:cubicBezTo>
                  <a:pt x="3601" y="85550"/>
                  <a:pt x="7604" y="87152"/>
                  <a:pt x="12007" y="88219"/>
                </a:cubicBezTo>
                <a:cubicBezTo>
                  <a:pt x="16276" y="89287"/>
                  <a:pt x="20812" y="89821"/>
                  <a:pt x="25615" y="89821"/>
                </a:cubicBezTo>
                <a:cubicBezTo>
                  <a:pt x="33887" y="89821"/>
                  <a:pt x="40157" y="88219"/>
                  <a:pt x="44425" y="85016"/>
                </a:cubicBezTo>
                <a:cubicBezTo>
                  <a:pt x="48696" y="81813"/>
                  <a:pt x="50963" y="77008"/>
                  <a:pt x="50963" y="70736"/>
                </a:cubicBezTo>
                <a:cubicBezTo>
                  <a:pt x="50963" y="65130"/>
                  <a:pt x="48961" y="60592"/>
                  <a:pt x="44960" y="57389"/>
                </a:cubicBezTo>
                <a:cubicBezTo>
                  <a:pt x="40957" y="54186"/>
                  <a:pt x="35353" y="52451"/>
                  <a:pt x="28150" y="52451"/>
                </a:cubicBezTo>
                <a:lnTo>
                  <a:pt x="16809" y="52451"/>
                </a:lnTo>
                <a:lnTo>
                  <a:pt x="16809" y="41641"/>
                </a:lnTo>
                <a:lnTo>
                  <a:pt x="28683" y="41641"/>
                </a:lnTo>
                <a:cubicBezTo>
                  <a:pt x="35087" y="41641"/>
                  <a:pt x="40024" y="40439"/>
                  <a:pt x="43492" y="37770"/>
                </a:cubicBezTo>
                <a:cubicBezTo>
                  <a:pt x="46962" y="35234"/>
                  <a:pt x="48696" y="31497"/>
                  <a:pt x="48696" y="26559"/>
                </a:cubicBezTo>
                <a:cubicBezTo>
                  <a:pt x="48696" y="21621"/>
                  <a:pt x="46827" y="17751"/>
                  <a:pt x="43359" y="15081"/>
                </a:cubicBezTo>
                <a:cubicBezTo>
                  <a:pt x="39756" y="12412"/>
                  <a:pt x="34687" y="11077"/>
                  <a:pt x="28150" y="11077"/>
                </a:cubicBezTo>
                <a:cubicBezTo>
                  <a:pt x="24547" y="11077"/>
                  <a:pt x="20679" y="11478"/>
                  <a:pt x="16543" y="12279"/>
                </a:cubicBezTo>
                <a:cubicBezTo>
                  <a:pt x="12407" y="13079"/>
                  <a:pt x="7871" y="14281"/>
                  <a:pt x="2935" y="15882"/>
                </a:cubicBezTo>
                <a:lnTo>
                  <a:pt x="2935" y="4137"/>
                </a:lnTo>
                <a:cubicBezTo>
                  <a:pt x="7871" y="2803"/>
                  <a:pt x="12540" y="1735"/>
                  <a:pt x="16943" y="1068"/>
                </a:cubicBezTo>
                <a:cubicBezTo>
                  <a:pt x="21212" y="400"/>
                  <a:pt x="25348" y="0"/>
                  <a:pt x="29351" y="0"/>
                </a:cubicBezTo>
                <a:cubicBezTo>
                  <a:pt x="39223" y="0"/>
                  <a:pt x="47094" y="2269"/>
                  <a:pt x="52964" y="6807"/>
                </a:cubicBezTo>
                <a:cubicBezTo>
                  <a:pt x="58834" y="11344"/>
                  <a:pt x="61769" y="17484"/>
                  <a:pt x="61769" y="25225"/>
                </a:cubicBezTo>
                <a:cubicBezTo>
                  <a:pt x="61769" y="30563"/>
                  <a:pt x="60169" y="35101"/>
                  <a:pt x="57100" y="38838"/>
                </a:cubicBezTo>
                <a:cubicBezTo>
                  <a:pt x="54032" y="42575"/>
                  <a:pt x="49629" y="45244"/>
                  <a:pt x="44025" y="465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F46E0-44B2-4E10-8613-CF8F4BFC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69" y="4511666"/>
            <a:ext cx="66707" cy="100765"/>
          </a:xfrm>
          <a:custGeom xmlns:a="http://schemas.openxmlformats.org/drawingml/2006/main">
            <a:pathLst>
              <a:path w="66707" h="100765">
                <a:moveTo>
                  <a:pt x="33353" y="52851"/>
                </a:moveTo>
                <a:cubicBezTo>
                  <a:pt x="27082" y="52851"/>
                  <a:pt x="22147" y="54587"/>
                  <a:pt x="18544" y="57923"/>
                </a:cubicBezTo>
                <a:cubicBezTo>
                  <a:pt x="14942" y="61260"/>
                  <a:pt x="13208" y="65798"/>
                  <a:pt x="13208" y="71670"/>
                </a:cubicBezTo>
                <a:cubicBezTo>
                  <a:pt x="13208" y="77542"/>
                  <a:pt x="14942" y="82214"/>
                  <a:pt x="18544" y="85550"/>
                </a:cubicBezTo>
                <a:cubicBezTo>
                  <a:pt x="22147" y="88887"/>
                  <a:pt x="27082" y="90488"/>
                  <a:pt x="33353" y="90488"/>
                </a:cubicBezTo>
                <a:cubicBezTo>
                  <a:pt x="39491" y="90488"/>
                  <a:pt x="44427" y="88887"/>
                  <a:pt x="48028" y="85417"/>
                </a:cubicBezTo>
                <a:cubicBezTo>
                  <a:pt x="51631" y="82080"/>
                  <a:pt x="53499" y="77542"/>
                  <a:pt x="53499" y="71670"/>
                </a:cubicBezTo>
                <a:cubicBezTo>
                  <a:pt x="53499" y="65798"/>
                  <a:pt x="51631" y="61260"/>
                  <a:pt x="48162" y="57923"/>
                </a:cubicBezTo>
                <a:cubicBezTo>
                  <a:pt x="44560" y="54587"/>
                  <a:pt x="39624" y="52851"/>
                  <a:pt x="33353" y="52851"/>
                </a:cubicBezTo>
                <a:close/>
                <a:moveTo>
                  <a:pt x="20146" y="47246"/>
                </a:moveTo>
                <a:cubicBezTo>
                  <a:pt x="14542" y="45911"/>
                  <a:pt x="10138" y="43242"/>
                  <a:pt x="6938" y="39372"/>
                </a:cubicBezTo>
                <a:cubicBezTo>
                  <a:pt x="3735" y="35501"/>
                  <a:pt x="2267" y="30830"/>
                  <a:pt x="2267" y="25225"/>
                </a:cubicBezTo>
                <a:cubicBezTo>
                  <a:pt x="2267" y="17484"/>
                  <a:pt x="4936" y="11344"/>
                  <a:pt x="10539" y="6807"/>
                </a:cubicBezTo>
                <a:cubicBezTo>
                  <a:pt x="16010" y="2269"/>
                  <a:pt x="23614" y="0"/>
                  <a:pt x="33353" y="0"/>
                </a:cubicBezTo>
                <a:cubicBezTo>
                  <a:pt x="42959" y="0"/>
                  <a:pt x="50563" y="2269"/>
                  <a:pt x="56167" y="6807"/>
                </a:cubicBezTo>
                <a:cubicBezTo>
                  <a:pt x="61636" y="11344"/>
                  <a:pt x="64438" y="17484"/>
                  <a:pt x="64438" y="25225"/>
                </a:cubicBezTo>
                <a:cubicBezTo>
                  <a:pt x="64438" y="30830"/>
                  <a:pt x="62837" y="35501"/>
                  <a:pt x="59635" y="39372"/>
                </a:cubicBezTo>
                <a:cubicBezTo>
                  <a:pt x="56434" y="43242"/>
                  <a:pt x="52164" y="45911"/>
                  <a:pt x="46561" y="47246"/>
                </a:cubicBezTo>
                <a:cubicBezTo>
                  <a:pt x="52831" y="48714"/>
                  <a:pt x="57768" y="51650"/>
                  <a:pt x="61370" y="55921"/>
                </a:cubicBezTo>
                <a:cubicBezTo>
                  <a:pt x="64838" y="60192"/>
                  <a:pt x="66707" y="65530"/>
                  <a:pt x="66707" y="71670"/>
                </a:cubicBezTo>
                <a:cubicBezTo>
                  <a:pt x="66707" y="81146"/>
                  <a:pt x="63770" y="88353"/>
                  <a:pt x="58035" y="93291"/>
                </a:cubicBezTo>
                <a:cubicBezTo>
                  <a:pt x="52164" y="98362"/>
                  <a:pt x="43892" y="100765"/>
                  <a:pt x="33219" y="100765"/>
                </a:cubicBezTo>
                <a:cubicBezTo>
                  <a:pt x="22546" y="100765"/>
                  <a:pt x="14274" y="98362"/>
                  <a:pt x="8539" y="93291"/>
                </a:cubicBezTo>
                <a:cubicBezTo>
                  <a:pt x="2802" y="88353"/>
                  <a:pt x="0" y="81146"/>
                  <a:pt x="0" y="71670"/>
                </a:cubicBezTo>
                <a:cubicBezTo>
                  <a:pt x="0" y="65530"/>
                  <a:pt x="1734" y="60192"/>
                  <a:pt x="5337" y="55921"/>
                </a:cubicBezTo>
                <a:cubicBezTo>
                  <a:pt x="8805" y="51650"/>
                  <a:pt x="13741" y="48714"/>
                  <a:pt x="20146" y="47246"/>
                </a:cubicBezTo>
                <a:close/>
                <a:moveTo>
                  <a:pt x="15342" y="26426"/>
                </a:moveTo>
                <a:cubicBezTo>
                  <a:pt x="15342" y="31497"/>
                  <a:pt x="16810" y="35501"/>
                  <a:pt x="20011" y="38304"/>
                </a:cubicBezTo>
                <a:cubicBezTo>
                  <a:pt x="23213" y="41107"/>
                  <a:pt x="27617" y="42441"/>
                  <a:pt x="33353" y="42441"/>
                </a:cubicBezTo>
                <a:cubicBezTo>
                  <a:pt x="38956" y="42441"/>
                  <a:pt x="43359" y="41107"/>
                  <a:pt x="46561" y="38304"/>
                </a:cubicBezTo>
                <a:cubicBezTo>
                  <a:pt x="49762" y="35501"/>
                  <a:pt x="51363" y="31497"/>
                  <a:pt x="51363" y="26426"/>
                </a:cubicBezTo>
                <a:cubicBezTo>
                  <a:pt x="51363" y="21354"/>
                  <a:pt x="49762" y="17484"/>
                  <a:pt x="46561" y="14681"/>
                </a:cubicBezTo>
                <a:cubicBezTo>
                  <a:pt x="43359" y="11878"/>
                  <a:pt x="38956" y="10410"/>
                  <a:pt x="33353" y="10410"/>
                </a:cubicBezTo>
                <a:cubicBezTo>
                  <a:pt x="27617" y="10410"/>
                  <a:pt x="23213" y="11878"/>
                  <a:pt x="20011" y="14681"/>
                </a:cubicBezTo>
                <a:cubicBezTo>
                  <a:pt x="16810" y="17484"/>
                  <a:pt x="15342" y="21354"/>
                  <a:pt x="15342" y="264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A9F57-690D-40FC-AE73-1F519CA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833" y="4522182"/>
            <a:ext cx="83517" cy="83681"/>
          </a:xfrm>
          <a:custGeom xmlns:a="http://schemas.openxmlformats.org/drawingml/2006/main">
            <a:pathLst>
              <a:path w="83517" h="83681">
                <a:moveTo>
                  <a:pt x="47229" y="0"/>
                </a:moveTo>
                <a:lnTo>
                  <a:pt x="47229" y="36302"/>
                </a:lnTo>
                <a:lnTo>
                  <a:pt x="83517" y="36302"/>
                </a:lnTo>
                <a:lnTo>
                  <a:pt x="83517" y="47379"/>
                </a:lnTo>
                <a:lnTo>
                  <a:pt x="47229" y="47379"/>
                </a:lnTo>
                <a:lnTo>
                  <a:pt x="47229" y="83681"/>
                </a:lnTo>
                <a:lnTo>
                  <a:pt x="36288" y="83681"/>
                </a:lnTo>
                <a:lnTo>
                  <a:pt x="36288" y="47379"/>
                </a:lnTo>
                <a:lnTo>
                  <a:pt x="0" y="47379"/>
                </a:lnTo>
                <a:lnTo>
                  <a:pt x="0" y="36302"/>
                </a:lnTo>
                <a:lnTo>
                  <a:pt x="36288" y="36302"/>
                </a:lnTo>
                <a:lnTo>
                  <a:pt x="36288" y="0"/>
                </a:lnTo>
                <a:lnTo>
                  <a:pt x="472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FBE65-716B-4954-8888-5974146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297" y="4506834"/>
            <a:ext cx="67240" cy="100765"/>
          </a:xfrm>
          <a:custGeom xmlns:a="http://schemas.openxmlformats.org/drawingml/2006/main">
            <a:pathLst>
              <a:path w="67240" h="100765">
                <a:moveTo>
                  <a:pt x="33621" y="10410"/>
                </a:moveTo>
                <a:cubicBezTo>
                  <a:pt x="26816" y="10410"/>
                  <a:pt x="21747" y="13747"/>
                  <a:pt x="18277" y="20420"/>
                </a:cubicBezTo>
                <a:cubicBezTo>
                  <a:pt x="14809" y="27093"/>
                  <a:pt x="13208" y="37103"/>
                  <a:pt x="13208" y="50449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7" y="87152"/>
                  <a:pt x="26816" y="90488"/>
                  <a:pt x="33621" y="90488"/>
                </a:cubicBezTo>
                <a:cubicBezTo>
                  <a:pt x="40424" y="90488"/>
                  <a:pt x="45493" y="87152"/>
                  <a:pt x="48963" y="80478"/>
                </a:cubicBezTo>
                <a:cubicBezTo>
                  <a:pt x="52298" y="73805"/>
                  <a:pt x="54032" y="63795"/>
                  <a:pt x="54032" y="50449"/>
                </a:cubicBezTo>
                <a:cubicBezTo>
                  <a:pt x="54032" y="37103"/>
                  <a:pt x="52298" y="27093"/>
                  <a:pt x="48963" y="20420"/>
                </a:cubicBezTo>
                <a:cubicBezTo>
                  <a:pt x="45493" y="13747"/>
                  <a:pt x="40424" y="10410"/>
                  <a:pt x="33621" y="10410"/>
                </a:cubicBezTo>
                <a:close/>
                <a:moveTo>
                  <a:pt x="33621" y="0"/>
                </a:moveTo>
                <a:cubicBezTo>
                  <a:pt x="44427" y="0"/>
                  <a:pt x="52698" y="4404"/>
                  <a:pt x="58568" y="12946"/>
                </a:cubicBezTo>
                <a:cubicBezTo>
                  <a:pt x="64305" y="21621"/>
                  <a:pt x="67240" y="34167"/>
                  <a:pt x="67240" y="50449"/>
                </a:cubicBezTo>
                <a:cubicBezTo>
                  <a:pt x="67240" y="66865"/>
                  <a:pt x="64305" y="79411"/>
                  <a:pt x="58568" y="87952"/>
                </a:cubicBezTo>
                <a:cubicBezTo>
                  <a:pt x="52698" y="96494"/>
                  <a:pt x="44427" y="100765"/>
                  <a:pt x="33486" y="100765"/>
                </a:cubicBezTo>
                <a:cubicBezTo>
                  <a:pt x="22547" y="100765"/>
                  <a:pt x="14276" y="96494"/>
                  <a:pt x="8539" y="87952"/>
                </a:cubicBezTo>
                <a:cubicBezTo>
                  <a:pt x="2802" y="79411"/>
                  <a:pt x="0" y="66865"/>
                  <a:pt x="0" y="50449"/>
                </a:cubicBezTo>
                <a:cubicBezTo>
                  <a:pt x="0" y="34167"/>
                  <a:pt x="2802" y="21621"/>
                  <a:pt x="8539" y="12946"/>
                </a:cubicBezTo>
                <a:cubicBezTo>
                  <a:pt x="14276" y="4404"/>
                  <a:pt x="22680" y="0"/>
                  <a:pt x="336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12AFE-E2B4-485A-8608-835D8539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617" y="4589314"/>
            <a:ext cx="13742" cy="16549"/>
          </a:xfrm>
          <a:custGeom xmlns:a="http://schemas.openxmlformats.org/drawingml/2006/main">
            <a:pathLst>
              <a:path w="13742" h="16549">
                <a:moveTo>
                  <a:pt x="0" y="16549"/>
                </a:moveTo>
                <a:lnTo>
                  <a:pt x="13742" y="16549"/>
                </a:lnTo>
                <a:lnTo>
                  <a:pt x="13742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D96FC-F73A-4C0A-8D74-79576BE1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907" y="4506834"/>
            <a:ext cx="64038" cy="100765"/>
          </a:xfrm>
          <a:custGeom xmlns:a="http://schemas.openxmlformats.org/drawingml/2006/main">
            <a:pathLst>
              <a:path w="64038" h="100765">
                <a:moveTo>
                  <a:pt x="44027" y="46579"/>
                </a:moveTo>
                <a:cubicBezTo>
                  <a:pt x="50297" y="47913"/>
                  <a:pt x="55233" y="50716"/>
                  <a:pt x="58701" y="54987"/>
                </a:cubicBezTo>
                <a:cubicBezTo>
                  <a:pt x="62171" y="59258"/>
                  <a:pt x="64038" y="64596"/>
                  <a:pt x="64038" y="70736"/>
                </a:cubicBezTo>
                <a:cubicBezTo>
                  <a:pt x="64038" y="80345"/>
                  <a:pt x="60703" y="87819"/>
                  <a:pt x="54165" y="93024"/>
                </a:cubicBezTo>
                <a:cubicBezTo>
                  <a:pt x="47495" y="98229"/>
                  <a:pt x="38155" y="100765"/>
                  <a:pt x="26015" y="100765"/>
                </a:cubicBezTo>
                <a:cubicBezTo>
                  <a:pt x="21880" y="100765"/>
                  <a:pt x="17611" y="100364"/>
                  <a:pt x="13341" y="99564"/>
                </a:cubicBezTo>
                <a:cubicBezTo>
                  <a:pt x="9072" y="98896"/>
                  <a:pt x="4536" y="97695"/>
                  <a:pt x="0" y="96094"/>
                </a:cubicBezTo>
                <a:lnTo>
                  <a:pt x="0" y="83415"/>
                </a:lnTo>
                <a:cubicBezTo>
                  <a:pt x="3603" y="85550"/>
                  <a:pt x="7604" y="87152"/>
                  <a:pt x="12007" y="88219"/>
                </a:cubicBezTo>
                <a:cubicBezTo>
                  <a:pt x="16276" y="89287"/>
                  <a:pt x="20812" y="89821"/>
                  <a:pt x="25615" y="89821"/>
                </a:cubicBezTo>
                <a:cubicBezTo>
                  <a:pt x="33887" y="89821"/>
                  <a:pt x="40157" y="88219"/>
                  <a:pt x="44427" y="85016"/>
                </a:cubicBezTo>
                <a:cubicBezTo>
                  <a:pt x="48696" y="81813"/>
                  <a:pt x="50963" y="77008"/>
                  <a:pt x="50963" y="70736"/>
                </a:cubicBezTo>
                <a:cubicBezTo>
                  <a:pt x="50963" y="65130"/>
                  <a:pt x="48963" y="60592"/>
                  <a:pt x="44960" y="57389"/>
                </a:cubicBezTo>
                <a:cubicBezTo>
                  <a:pt x="40957" y="54186"/>
                  <a:pt x="35355" y="52451"/>
                  <a:pt x="28150" y="52451"/>
                </a:cubicBezTo>
                <a:lnTo>
                  <a:pt x="16810" y="52451"/>
                </a:lnTo>
                <a:lnTo>
                  <a:pt x="16810" y="41641"/>
                </a:lnTo>
                <a:lnTo>
                  <a:pt x="28683" y="41641"/>
                </a:lnTo>
                <a:cubicBezTo>
                  <a:pt x="35087" y="41641"/>
                  <a:pt x="40024" y="40439"/>
                  <a:pt x="43492" y="37770"/>
                </a:cubicBezTo>
                <a:cubicBezTo>
                  <a:pt x="46962" y="35234"/>
                  <a:pt x="48696" y="31497"/>
                  <a:pt x="48696" y="26559"/>
                </a:cubicBezTo>
                <a:cubicBezTo>
                  <a:pt x="48696" y="21621"/>
                  <a:pt x="46827" y="17751"/>
                  <a:pt x="43359" y="15081"/>
                </a:cubicBezTo>
                <a:cubicBezTo>
                  <a:pt x="39756" y="12412"/>
                  <a:pt x="34687" y="11078"/>
                  <a:pt x="28150" y="11078"/>
                </a:cubicBezTo>
                <a:cubicBezTo>
                  <a:pt x="24547" y="11078"/>
                  <a:pt x="20679" y="11478"/>
                  <a:pt x="16543" y="12279"/>
                </a:cubicBezTo>
                <a:cubicBezTo>
                  <a:pt x="12407" y="13079"/>
                  <a:pt x="7871" y="14281"/>
                  <a:pt x="2935" y="15882"/>
                </a:cubicBezTo>
                <a:lnTo>
                  <a:pt x="2935" y="4137"/>
                </a:lnTo>
                <a:cubicBezTo>
                  <a:pt x="7871" y="2803"/>
                  <a:pt x="12540" y="1735"/>
                  <a:pt x="16943" y="1068"/>
                </a:cubicBezTo>
                <a:cubicBezTo>
                  <a:pt x="21212" y="400"/>
                  <a:pt x="25348" y="0"/>
                  <a:pt x="29351" y="0"/>
                </a:cubicBezTo>
                <a:cubicBezTo>
                  <a:pt x="39223" y="0"/>
                  <a:pt x="47094" y="2269"/>
                  <a:pt x="52964" y="6807"/>
                </a:cubicBezTo>
                <a:cubicBezTo>
                  <a:pt x="58836" y="11344"/>
                  <a:pt x="61771" y="17484"/>
                  <a:pt x="61771" y="25225"/>
                </a:cubicBezTo>
                <a:cubicBezTo>
                  <a:pt x="61771" y="30563"/>
                  <a:pt x="60169" y="35101"/>
                  <a:pt x="57100" y="38838"/>
                </a:cubicBezTo>
                <a:cubicBezTo>
                  <a:pt x="54032" y="42575"/>
                  <a:pt x="49629" y="45244"/>
                  <a:pt x="44027" y="465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52FA4-B253-4B96-BC48-EFB70B56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022" y="4506834"/>
            <a:ext cx="67107" cy="100765"/>
          </a:xfrm>
          <a:custGeom xmlns:a="http://schemas.openxmlformats.org/drawingml/2006/main">
            <a:pathLst>
              <a:path w="67107" h="100765">
                <a:moveTo>
                  <a:pt x="6272" y="97028"/>
                </a:moveTo>
                <a:lnTo>
                  <a:pt x="6272" y="85016"/>
                </a:lnTo>
                <a:cubicBezTo>
                  <a:pt x="9472" y="86618"/>
                  <a:pt x="12808" y="87819"/>
                  <a:pt x="16277" y="88620"/>
                </a:cubicBezTo>
                <a:cubicBezTo>
                  <a:pt x="19612" y="89420"/>
                  <a:pt x="22948" y="89821"/>
                  <a:pt x="26283" y="89821"/>
                </a:cubicBezTo>
                <a:cubicBezTo>
                  <a:pt x="34822" y="89821"/>
                  <a:pt x="41492" y="87018"/>
                  <a:pt x="46028" y="81146"/>
                </a:cubicBezTo>
                <a:cubicBezTo>
                  <a:pt x="50564" y="75273"/>
                  <a:pt x="53232" y="66465"/>
                  <a:pt x="54032" y="54453"/>
                </a:cubicBezTo>
                <a:cubicBezTo>
                  <a:pt x="51365" y="58190"/>
                  <a:pt x="48162" y="61126"/>
                  <a:pt x="44427" y="63128"/>
                </a:cubicBezTo>
                <a:cubicBezTo>
                  <a:pt x="40559" y="65130"/>
                  <a:pt x="36288" y="66064"/>
                  <a:pt x="31619" y="66064"/>
                </a:cubicBezTo>
                <a:cubicBezTo>
                  <a:pt x="21747" y="66064"/>
                  <a:pt x="14008" y="63128"/>
                  <a:pt x="8406" y="57256"/>
                </a:cubicBezTo>
                <a:cubicBezTo>
                  <a:pt x="2802" y="51383"/>
                  <a:pt x="0" y="43376"/>
                  <a:pt x="0" y="33099"/>
                </a:cubicBezTo>
                <a:cubicBezTo>
                  <a:pt x="0" y="23223"/>
                  <a:pt x="2936" y="15215"/>
                  <a:pt x="8806" y="9076"/>
                </a:cubicBezTo>
                <a:cubicBezTo>
                  <a:pt x="14676" y="3070"/>
                  <a:pt x="22547" y="0"/>
                  <a:pt x="32420" y="0"/>
                </a:cubicBezTo>
                <a:cubicBezTo>
                  <a:pt x="43626" y="0"/>
                  <a:pt x="52298" y="4404"/>
                  <a:pt x="58168" y="12946"/>
                </a:cubicBezTo>
                <a:cubicBezTo>
                  <a:pt x="64039" y="21621"/>
                  <a:pt x="67107" y="34167"/>
                  <a:pt x="67107" y="50449"/>
                </a:cubicBezTo>
                <a:cubicBezTo>
                  <a:pt x="67107" y="65931"/>
                  <a:pt x="63372" y="78076"/>
                  <a:pt x="56168" y="87152"/>
                </a:cubicBezTo>
                <a:cubicBezTo>
                  <a:pt x="48830" y="96227"/>
                  <a:pt x="39090" y="100765"/>
                  <a:pt x="26816" y="100765"/>
                </a:cubicBezTo>
                <a:cubicBezTo>
                  <a:pt x="23481" y="100765"/>
                  <a:pt x="20146" y="100364"/>
                  <a:pt x="16810" y="99831"/>
                </a:cubicBezTo>
                <a:cubicBezTo>
                  <a:pt x="13342" y="99297"/>
                  <a:pt x="9873" y="98362"/>
                  <a:pt x="6272" y="97028"/>
                </a:cubicBezTo>
                <a:close/>
                <a:moveTo>
                  <a:pt x="32420" y="55788"/>
                </a:moveTo>
                <a:cubicBezTo>
                  <a:pt x="38290" y="55788"/>
                  <a:pt x="42960" y="53786"/>
                  <a:pt x="46428" y="49782"/>
                </a:cubicBezTo>
                <a:cubicBezTo>
                  <a:pt x="49896" y="45778"/>
                  <a:pt x="51632" y="40173"/>
                  <a:pt x="51632" y="33099"/>
                </a:cubicBezTo>
                <a:cubicBezTo>
                  <a:pt x="51632" y="26159"/>
                  <a:pt x="49896" y="20553"/>
                  <a:pt x="46428" y="16550"/>
                </a:cubicBezTo>
                <a:cubicBezTo>
                  <a:pt x="42960" y="12546"/>
                  <a:pt x="38290" y="10410"/>
                  <a:pt x="32420" y="10410"/>
                </a:cubicBezTo>
                <a:cubicBezTo>
                  <a:pt x="26550" y="10410"/>
                  <a:pt x="21880" y="12546"/>
                  <a:pt x="18412" y="16550"/>
                </a:cubicBezTo>
                <a:cubicBezTo>
                  <a:pt x="14943" y="20553"/>
                  <a:pt x="13208" y="26159"/>
                  <a:pt x="13208" y="33099"/>
                </a:cubicBezTo>
                <a:cubicBezTo>
                  <a:pt x="13208" y="40173"/>
                  <a:pt x="14943" y="45778"/>
                  <a:pt x="18412" y="49782"/>
                </a:cubicBezTo>
                <a:cubicBezTo>
                  <a:pt x="21880" y="53786"/>
                  <a:pt x="26550" y="55788"/>
                  <a:pt x="32420" y="557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24EA7-057B-41E7-8238-220354E1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677" y="4411044"/>
            <a:ext cx="83516" cy="83682"/>
          </a:xfrm>
          <a:custGeom xmlns:a="http://schemas.openxmlformats.org/drawingml/2006/main">
            <a:pathLst>
              <a:path w="83516" h="83682">
                <a:moveTo>
                  <a:pt x="47227" y="0"/>
                </a:moveTo>
                <a:lnTo>
                  <a:pt x="47227" y="36302"/>
                </a:lnTo>
                <a:lnTo>
                  <a:pt x="83516" y="36302"/>
                </a:lnTo>
                <a:lnTo>
                  <a:pt x="83516" y="47379"/>
                </a:lnTo>
                <a:lnTo>
                  <a:pt x="47227" y="47379"/>
                </a:lnTo>
                <a:lnTo>
                  <a:pt x="47227" y="83682"/>
                </a:lnTo>
                <a:lnTo>
                  <a:pt x="36288" y="83682"/>
                </a:lnTo>
                <a:lnTo>
                  <a:pt x="36288" y="47379"/>
                </a:lnTo>
                <a:lnTo>
                  <a:pt x="0" y="47379"/>
                </a:lnTo>
                <a:lnTo>
                  <a:pt x="0" y="36302"/>
                </a:lnTo>
                <a:lnTo>
                  <a:pt x="36288" y="36302"/>
                </a:lnTo>
                <a:lnTo>
                  <a:pt x="36288" y="0"/>
                </a:lnTo>
                <a:lnTo>
                  <a:pt x="472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821D8-3E00-477C-9872-4D7C70F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141" y="4395696"/>
            <a:ext cx="67240" cy="100765"/>
          </a:xfrm>
          <a:custGeom xmlns:a="http://schemas.openxmlformats.org/drawingml/2006/main">
            <a:pathLst>
              <a:path w="67240" h="100765">
                <a:moveTo>
                  <a:pt x="33619" y="10410"/>
                </a:moveTo>
                <a:cubicBezTo>
                  <a:pt x="26816" y="10410"/>
                  <a:pt x="21745" y="13747"/>
                  <a:pt x="18277" y="20420"/>
                </a:cubicBezTo>
                <a:cubicBezTo>
                  <a:pt x="14809" y="27093"/>
                  <a:pt x="13208" y="37103"/>
                  <a:pt x="13208" y="50449"/>
                </a:cubicBezTo>
                <a:cubicBezTo>
                  <a:pt x="13208" y="63795"/>
                  <a:pt x="14809" y="73805"/>
                  <a:pt x="18277" y="80478"/>
                </a:cubicBezTo>
                <a:cubicBezTo>
                  <a:pt x="21745" y="87151"/>
                  <a:pt x="26816" y="90488"/>
                  <a:pt x="33619" y="90488"/>
                </a:cubicBezTo>
                <a:cubicBezTo>
                  <a:pt x="40424" y="90488"/>
                  <a:pt x="45493" y="87151"/>
                  <a:pt x="48961" y="80478"/>
                </a:cubicBezTo>
                <a:cubicBezTo>
                  <a:pt x="52297" y="73805"/>
                  <a:pt x="54032" y="63795"/>
                  <a:pt x="54032" y="50449"/>
                </a:cubicBezTo>
                <a:cubicBezTo>
                  <a:pt x="54032" y="37103"/>
                  <a:pt x="52297" y="27093"/>
                  <a:pt x="48961" y="20420"/>
                </a:cubicBezTo>
                <a:cubicBezTo>
                  <a:pt x="45493" y="13747"/>
                  <a:pt x="40424" y="10410"/>
                  <a:pt x="33619" y="10410"/>
                </a:cubicBezTo>
                <a:close/>
                <a:moveTo>
                  <a:pt x="33619" y="0"/>
                </a:moveTo>
                <a:cubicBezTo>
                  <a:pt x="44425" y="0"/>
                  <a:pt x="52697" y="4404"/>
                  <a:pt x="58568" y="12946"/>
                </a:cubicBezTo>
                <a:cubicBezTo>
                  <a:pt x="64305" y="21621"/>
                  <a:pt x="67240" y="34167"/>
                  <a:pt x="67240" y="50449"/>
                </a:cubicBezTo>
                <a:cubicBezTo>
                  <a:pt x="67240" y="66865"/>
                  <a:pt x="64305" y="79411"/>
                  <a:pt x="58568" y="87952"/>
                </a:cubicBezTo>
                <a:cubicBezTo>
                  <a:pt x="52697" y="96494"/>
                  <a:pt x="44425" y="100765"/>
                  <a:pt x="33486" y="100765"/>
                </a:cubicBezTo>
                <a:cubicBezTo>
                  <a:pt x="22546" y="100765"/>
                  <a:pt x="14274" y="96494"/>
                  <a:pt x="8537" y="87952"/>
                </a:cubicBezTo>
                <a:cubicBezTo>
                  <a:pt x="2800" y="79411"/>
                  <a:pt x="0" y="66865"/>
                  <a:pt x="0" y="50449"/>
                </a:cubicBezTo>
                <a:cubicBezTo>
                  <a:pt x="0" y="34167"/>
                  <a:pt x="2800" y="21621"/>
                  <a:pt x="8537" y="12946"/>
                </a:cubicBezTo>
                <a:cubicBezTo>
                  <a:pt x="14274" y="4404"/>
                  <a:pt x="22680" y="0"/>
                  <a:pt x="336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7CA51-D8B9-4303-B6F5-D8785706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461" y="4478176"/>
            <a:ext cx="13742" cy="16549"/>
          </a:xfrm>
          <a:custGeom xmlns:a="http://schemas.openxmlformats.org/drawingml/2006/main">
            <a:pathLst>
              <a:path w="13742" h="16549">
                <a:moveTo>
                  <a:pt x="0" y="16549"/>
                </a:moveTo>
                <a:lnTo>
                  <a:pt x="13742" y="16549"/>
                </a:lnTo>
                <a:lnTo>
                  <a:pt x="13742" y="0"/>
                </a:lnTo>
                <a:lnTo>
                  <a:pt x="0" y="0"/>
                </a:lnTo>
                <a:lnTo>
                  <a:pt x="0" y="16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A5E4F-218D-4B05-BDFE-12D80BE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949" y="4395696"/>
            <a:ext cx="67107" cy="100765"/>
          </a:xfrm>
          <a:custGeom xmlns:a="http://schemas.openxmlformats.org/drawingml/2006/main">
            <a:pathLst>
              <a:path w="67107" h="100765">
                <a:moveTo>
                  <a:pt x="34689" y="45111"/>
                </a:moveTo>
                <a:cubicBezTo>
                  <a:pt x="28817" y="45111"/>
                  <a:pt x="24148" y="47246"/>
                  <a:pt x="20680" y="51250"/>
                </a:cubicBezTo>
                <a:cubicBezTo>
                  <a:pt x="17211" y="55254"/>
                  <a:pt x="15477" y="60859"/>
                  <a:pt x="15477" y="67799"/>
                </a:cubicBezTo>
                <a:cubicBezTo>
                  <a:pt x="15477" y="74873"/>
                  <a:pt x="17211" y="80478"/>
                  <a:pt x="20680" y="84482"/>
                </a:cubicBezTo>
                <a:cubicBezTo>
                  <a:pt x="24148" y="88486"/>
                  <a:pt x="28817" y="90488"/>
                  <a:pt x="34689" y="90488"/>
                </a:cubicBezTo>
                <a:cubicBezTo>
                  <a:pt x="40559" y="90488"/>
                  <a:pt x="45227" y="88486"/>
                  <a:pt x="48696" y="84482"/>
                </a:cubicBezTo>
                <a:cubicBezTo>
                  <a:pt x="52165" y="80478"/>
                  <a:pt x="53899" y="74873"/>
                  <a:pt x="53899" y="67799"/>
                </a:cubicBezTo>
                <a:cubicBezTo>
                  <a:pt x="53899" y="60859"/>
                  <a:pt x="52165" y="55254"/>
                  <a:pt x="48696" y="51250"/>
                </a:cubicBezTo>
                <a:cubicBezTo>
                  <a:pt x="45227" y="47246"/>
                  <a:pt x="40559" y="45111"/>
                  <a:pt x="34689" y="45111"/>
                </a:cubicBezTo>
                <a:close/>
                <a:moveTo>
                  <a:pt x="60837" y="3870"/>
                </a:moveTo>
                <a:lnTo>
                  <a:pt x="60837" y="15882"/>
                </a:lnTo>
                <a:cubicBezTo>
                  <a:pt x="57502" y="14281"/>
                  <a:pt x="54167" y="13079"/>
                  <a:pt x="50831" y="12279"/>
                </a:cubicBezTo>
                <a:cubicBezTo>
                  <a:pt x="47362" y="11478"/>
                  <a:pt x="44027" y="11077"/>
                  <a:pt x="40824" y="11077"/>
                </a:cubicBezTo>
                <a:cubicBezTo>
                  <a:pt x="32020" y="11077"/>
                  <a:pt x="25349" y="14014"/>
                  <a:pt x="20813" y="19886"/>
                </a:cubicBezTo>
                <a:cubicBezTo>
                  <a:pt x="16277" y="25758"/>
                  <a:pt x="13608" y="34700"/>
                  <a:pt x="13075" y="46445"/>
                </a:cubicBezTo>
                <a:cubicBezTo>
                  <a:pt x="15610" y="42708"/>
                  <a:pt x="18812" y="39772"/>
                  <a:pt x="22680" y="37770"/>
                </a:cubicBezTo>
                <a:cubicBezTo>
                  <a:pt x="26550" y="35768"/>
                  <a:pt x="30819" y="34700"/>
                  <a:pt x="35488" y="34700"/>
                </a:cubicBezTo>
                <a:cubicBezTo>
                  <a:pt x="45227" y="34700"/>
                  <a:pt x="52966" y="37770"/>
                  <a:pt x="58568" y="43643"/>
                </a:cubicBezTo>
                <a:cubicBezTo>
                  <a:pt x="64172" y="49515"/>
                  <a:pt x="67107" y="57656"/>
                  <a:pt x="67107" y="67799"/>
                </a:cubicBezTo>
                <a:cubicBezTo>
                  <a:pt x="67107" y="77809"/>
                  <a:pt x="64039" y="85817"/>
                  <a:pt x="58168" y="91823"/>
                </a:cubicBezTo>
                <a:cubicBezTo>
                  <a:pt x="52298" y="97829"/>
                  <a:pt x="44427" y="100765"/>
                  <a:pt x="34689" y="100765"/>
                </a:cubicBezTo>
                <a:cubicBezTo>
                  <a:pt x="23481" y="100765"/>
                  <a:pt x="14809" y="96494"/>
                  <a:pt x="8939" y="87952"/>
                </a:cubicBezTo>
                <a:cubicBezTo>
                  <a:pt x="2936" y="79411"/>
                  <a:pt x="0" y="66865"/>
                  <a:pt x="0" y="50449"/>
                </a:cubicBezTo>
                <a:cubicBezTo>
                  <a:pt x="0" y="35101"/>
                  <a:pt x="3603" y="22822"/>
                  <a:pt x="10941" y="13747"/>
                </a:cubicBezTo>
                <a:cubicBezTo>
                  <a:pt x="18144" y="4671"/>
                  <a:pt x="28017" y="0"/>
                  <a:pt x="40291" y="0"/>
                </a:cubicBezTo>
                <a:cubicBezTo>
                  <a:pt x="43493" y="0"/>
                  <a:pt x="46829" y="400"/>
                  <a:pt x="50297" y="934"/>
                </a:cubicBezTo>
                <a:cubicBezTo>
                  <a:pt x="53632" y="1602"/>
                  <a:pt x="57102" y="2536"/>
                  <a:pt x="60837" y="3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461C2-E2BE-488B-862F-A7DDE8D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200" y="4395696"/>
            <a:ext cx="61771" cy="99030"/>
          </a:xfrm>
          <a:custGeom xmlns:a="http://schemas.openxmlformats.org/drawingml/2006/main">
            <a:pathLst>
              <a:path w="61771" h="99030">
                <a:moveTo>
                  <a:pt x="15877" y="87952"/>
                </a:moveTo>
                <a:lnTo>
                  <a:pt x="61771" y="87952"/>
                </a:lnTo>
                <a:lnTo>
                  <a:pt x="61771" y="99030"/>
                </a:lnTo>
                <a:lnTo>
                  <a:pt x="0" y="99030"/>
                </a:lnTo>
                <a:lnTo>
                  <a:pt x="0" y="87952"/>
                </a:lnTo>
                <a:cubicBezTo>
                  <a:pt x="4936" y="82881"/>
                  <a:pt x="11741" y="75941"/>
                  <a:pt x="20413" y="67132"/>
                </a:cubicBezTo>
                <a:cubicBezTo>
                  <a:pt x="28950" y="58457"/>
                  <a:pt x="34421" y="52851"/>
                  <a:pt x="36689" y="50316"/>
                </a:cubicBezTo>
                <a:cubicBezTo>
                  <a:pt x="40957" y="45644"/>
                  <a:pt x="43894" y="41640"/>
                  <a:pt x="45493" y="38304"/>
                </a:cubicBezTo>
                <a:cubicBezTo>
                  <a:pt x="47094" y="35101"/>
                  <a:pt x="48029" y="31764"/>
                  <a:pt x="48029" y="28561"/>
                </a:cubicBezTo>
                <a:cubicBezTo>
                  <a:pt x="48029" y="23490"/>
                  <a:pt x="46161" y="19219"/>
                  <a:pt x="42558" y="16016"/>
                </a:cubicBezTo>
                <a:cubicBezTo>
                  <a:pt x="38957" y="12812"/>
                  <a:pt x="34287" y="11077"/>
                  <a:pt x="28417" y="11077"/>
                </a:cubicBezTo>
                <a:cubicBezTo>
                  <a:pt x="24281" y="11077"/>
                  <a:pt x="19878" y="11878"/>
                  <a:pt x="15342" y="13213"/>
                </a:cubicBezTo>
                <a:cubicBezTo>
                  <a:pt x="10806" y="14681"/>
                  <a:pt x="5870" y="16816"/>
                  <a:pt x="668" y="19753"/>
                </a:cubicBezTo>
                <a:lnTo>
                  <a:pt x="668" y="6406"/>
                </a:lnTo>
                <a:cubicBezTo>
                  <a:pt x="6004" y="4271"/>
                  <a:pt x="10941" y="2669"/>
                  <a:pt x="15477" y="1602"/>
                </a:cubicBezTo>
                <a:cubicBezTo>
                  <a:pt x="20013" y="534"/>
                  <a:pt x="24281" y="0"/>
                  <a:pt x="28150" y="0"/>
                </a:cubicBezTo>
                <a:cubicBezTo>
                  <a:pt x="38157" y="0"/>
                  <a:pt x="46161" y="2536"/>
                  <a:pt x="52165" y="7607"/>
                </a:cubicBezTo>
                <a:cubicBezTo>
                  <a:pt x="58168" y="12679"/>
                  <a:pt x="61237" y="19352"/>
                  <a:pt x="61237" y="27760"/>
                </a:cubicBezTo>
                <a:cubicBezTo>
                  <a:pt x="61237" y="31764"/>
                  <a:pt x="60437" y="35635"/>
                  <a:pt x="58969" y="39105"/>
                </a:cubicBezTo>
                <a:cubicBezTo>
                  <a:pt x="57502" y="42708"/>
                  <a:pt x="54833" y="46979"/>
                  <a:pt x="50830" y="51784"/>
                </a:cubicBezTo>
                <a:cubicBezTo>
                  <a:pt x="49764" y="53118"/>
                  <a:pt x="46294" y="56722"/>
                  <a:pt x="40424" y="62728"/>
                </a:cubicBezTo>
                <a:cubicBezTo>
                  <a:pt x="34554" y="68734"/>
                  <a:pt x="26416" y="77142"/>
                  <a:pt x="15877" y="879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6DD93-D615-40CA-A35E-35921755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40" y="3974833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83BA2-3E8D-4CB4-A8AC-5AA4D6FB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60" y="3900132"/>
            <a:ext cx="135171" cy="250969"/>
          </a:xfrm>
          <a:custGeom xmlns:a="http://schemas.openxmlformats.org/drawingml/2006/main">
            <a:pathLst>
              <a:path w="135171" h="250969">
                <a:moveTo>
                  <a:pt x="0" y="0"/>
                </a:moveTo>
                <a:lnTo>
                  <a:pt x="135171" y="0"/>
                </a:lnTo>
                <a:lnTo>
                  <a:pt x="135171" y="250969"/>
                </a:lnTo>
                <a:lnTo>
                  <a:pt x="0" y="2509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g">
            <a:extLst xmlns:a="http://schemas.openxmlformats.org/drawingml/2006/main">
              <a:ext uri="{FF2B5EF4-FFF2-40B4-BE49-F238E27FC236}">
                <a16:creationId xmlns:a16="http://schemas.microsoft.com/office/drawing/2014/main" id="{EE307197-4FC0-4CE3-8B04-AB72A836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37" y="3979325"/>
            <a:ext cx="97390" cy="160928"/>
          </a:xfrm>
          <a:custGeom xmlns:a="http://schemas.openxmlformats.org/drawingml/2006/main">
            <a:pathLst>
              <a:path w="97390" h="160928">
                <a:moveTo>
                  <a:pt x="46569" y="830"/>
                </a:moveTo>
                <a:cubicBezTo>
                  <a:pt x="55281" y="830"/>
                  <a:pt x="62887" y="2985"/>
                  <a:pt x="69387" y="7297"/>
                </a:cubicBezTo>
                <a:cubicBezTo>
                  <a:pt x="72913" y="9732"/>
                  <a:pt x="76508" y="13279"/>
                  <a:pt x="80173" y="17938"/>
                </a:cubicBezTo>
                <a:lnTo>
                  <a:pt x="80173" y="3733"/>
                </a:lnTo>
                <a:lnTo>
                  <a:pt x="97390" y="3733"/>
                </a:lnTo>
                <a:lnTo>
                  <a:pt x="97390" y="104860"/>
                </a:lnTo>
                <a:cubicBezTo>
                  <a:pt x="97390" y="118982"/>
                  <a:pt x="95316" y="130126"/>
                  <a:pt x="91167" y="138294"/>
                </a:cubicBezTo>
                <a:cubicBezTo>
                  <a:pt x="83423" y="153383"/>
                  <a:pt x="68799" y="160928"/>
                  <a:pt x="47295" y="160928"/>
                </a:cubicBezTo>
                <a:cubicBezTo>
                  <a:pt x="35333" y="160928"/>
                  <a:pt x="25272" y="158249"/>
                  <a:pt x="17113" y="152892"/>
                </a:cubicBezTo>
                <a:cubicBezTo>
                  <a:pt x="8954" y="147535"/>
                  <a:pt x="4391" y="139153"/>
                  <a:pt x="3423" y="127747"/>
                </a:cubicBezTo>
                <a:lnTo>
                  <a:pt x="22403" y="127747"/>
                </a:lnTo>
                <a:cubicBezTo>
                  <a:pt x="23302" y="132696"/>
                  <a:pt x="25099" y="136510"/>
                  <a:pt x="27796" y="139189"/>
                </a:cubicBezTo>
                <a:cubicBezTo>
                  <a:pt x="32014" y="143312"/>
                  <a:pt x="38652" y="145374"/>
                  <a:pt x="47710" y="145374"/>
                </a:cubicBezTo>
                <a:cubicBezTo>
                  <a:pt x="62023" y="145374"/>
                  <a:pt x="71392" y="140328"/>
                  <a:pt x="75817" y="130235"/>
                </a:cubicBezTo>
                <a:cubicBezTo>
                  <a:pt x="78444" y="124293"/>
                  <a:pt x="79654" y="113683"/>
                  <a:pt x="79447" y="98406"/>
                </a:cubicBezTo>
                <a:cubicBezTo>
                  <a:pt x="75713" y="104109"/>
                  <a:pt x="71219" y="108351"/>
                  <a:pt x="65964" y="111134"/>
                </a:cubicBezTo>
                <a:cubicBezTo>
                  <a:pt x="60709" y="113914"/>
                  <a:pt x="53760" y="115304"/>
                  <a:pt x="45117" y="115304"/>
                </a:cubicBezTo>
                <a:cubicBezTo>
                  <a:pt x="33086" y="115304"/>
                  <a:pt x="22558" y="111032"/>
                  <a:pt x="13535" y="102488"/>
                </a:cubicBezTo>
                <a:cubicBezTo>
                  <a:pt x="4512" y="93943"/>
                  <a:pt x="0" y="79810"/>
                  <a:pt x="0" y="60092"/>
                </a:cubicBezTo>
                <a:cubicBezTo>
                  <a:pt x="0" y="41480"/>
                  <a:pt x="4546" y="26950"/>
                  <a:pt x="13639" y="16503"/>
                </a:cubicBezTo>
                <a:cubicBezTo>
                  <a:pt x="22731" y="6054"/>
                  <a:pt x="33708" y="830"/>
                  <a:pt x="46569" y="830"/>
                </a:cubicBezTo>
                <a:moveTo>
                  <a:pt x="80173" y="57911"/>
                </a:moveTo>
                <a:cubicBezTo>
                  <a:pt x="80173" y="44172"/>
                  <a:pt x="77338" y="33989"/>
                  <a:pt x="71668" y="27361"/>
                </a:cubicBezTo>
                <a:cubicBezTo>
                  <a:pt x="65998" y="20734"/>
                  <a:pt x="58773" y="17420"/>
                  <a:pt x="49991" y="17420"/>
                </a:cubicBezTo>
                <a:cubicBezTo>
                  <a:pt x="36854" y="17420"/>
                  <a:pt x="27865" y="23565"/>
                  <a:pt x="23025" y="35854"/>
                </a:cubicBezTo>
                <a:cubicBezTo>
                  <a:pt x="20467" y="42413"/>
                  <a:pt x="19188" y="51008"/>
                  <a:pt x="19188" y="61641"/>
                </a:cubicBezTo>
                <a:cubicBezTo>
                  <a:pt x="19188" y="74138"/>
                  <a:pt x="21729" y="83648"/>
                  <a:pt x="26811" y="90172"/>
                </a:cubicBezTo>
                <a:cubicBezTo>
                  <a:pt x="31893" y="96696"/>
                  <a:pt x="38721" y="99958"/>
                  <a:pt x="47295" y="99958"/>
                </a:cubicBezTo>
                <a:cubicBezTo>
                  <a:pt x="60709" y="99958"/>
                  <a:pt x="70147" y="93917"/>
                  <a:pt x="75610" y="81835"/>
                </a:cubicBezTo>
                <a:cubicBezTo>
                  <a:pt x="78652" y="75000"/>
                  <a:pt x="80173" y="67025"/>
                  <a:pt x="80173" y="57911"/>
                </a:cubicBezTo>
                <a:moveTo>
                  <a:pt x="48747" y="0"/>
                </a:moveTo>
                <a:lnTo>
                  <a:pt x="487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CC544-E493-481F-8D72-D225E05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58" y="4109980"/>
            <a:ext cx="1378360" cy="579160"/>
          </a:xfrm>
          <a:custGeom xmlns:a="http://schemas.openxmlformats.org/drawingml/2006/main">
            <a:pathLst>
              <a:path w="1378360" h="579160">
                <a:moveTo>
                  <a:pt x="0" y="579160"/>
                </a:moveTo>
                <a:lnTo>
                  <a:pt x="386203" y="0"/>
                </a:lnTo>
                <a:lnTo>
                  <a:pt x="992157" y="0"/>
                </a:lnTo>
                <a:lnTo>
                  <a:pt x="1378360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DF850-1635-4DE4-83AA-FF983A1A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60" y="4109971"/>
            <a:ext cx="1378361" cy="579159"/>
          </a:xfrm>
          <a:custGeom xmlns:a="http://schemas.openxmlformats.org/drawingml/2006/main">
            <a:pathLst>
              <a:path w="1378361" h="579159" fill="none">
                <a:moveTo>
                  <a:pt x="0" y="579159"/>
                </a:moveTo>
                <a:lnTo>
                  <a:pt x="386204" y="0"/>
                </a:lnTo>
                <a:lnTo>
                  <a:pt x="992157" y="0"/>
                </a:lnTo>
                <a:lnTo>
                  <a:pt x="1378361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>
                <a:alpha val="40000"/>
              </a:srgbClr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10C9B-0E22-46F9-B9B2-34E3F8A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66" y="4266932"/>
            <a:ext cx="273159" cy="193108"/>
          </a:xfrm>
          <a:custGeom xmlns:a="http://schemas.openxmlformats.org/drawingml/2006/main">
            <a:pathLst>
              <a:path w="273159" h="193108">
                <a:moveTo>
                  <a:pt x="105483" y="0"/>
                </a:moveTo>
                <a:cubicBezTo>
                  <a:pt x="108040" y="0"/>
                  <a:pt x="112606" y="91"/>
                  <a:pt x="119182" y="274"/>
                </a:cubicBezTo>
                <a:cubicBezTo>
                  <a:pt x="125757" y="456"/>
                  <a:pt x="131876" y="639"/>
                  <a:pt x="137539" y="822"/>
                </a:cubicBezTo>
                <a:cubicBezTo>
                  <a:pt x="146854" y="822"/>
                  <a:pt x="154617" y="730"/>
                  <a:pt x="160827" y="548"/>
                </a:cubicBezTo>
                <a:cubicBezTo>
                  <a:pt x="167037" y="365"/>
                  <a:pt x="170599" y="274"/>
                  <a:pt x="171512" y="274"/>
                </a:cubicBezTo>
                <a:cubicBezTo>
                  <a:pt x="174800" y="274"/>
                  <a:pt x="176444" y="1004"/>
                  <a:pt x="176444" y="2465"/>
                </a:cubicBezTo>
                <a:cubicBezTo>
                  <a:pt x="176444" y="3196"/>
                  <a:pt x="176170" y="4565"/>
                  <a:pt x="175622" y="6574"/>
                </a:cubicBezTo>
                <a:cubicBezTo>
                  <a:pt x="174709" y="9861"/>
                  <a:pt x="173887" y="11687"/>
                  <a:pt x="173156" y="12052"/>
                </a:cubicBezTo>
                <a:cubicBezTo>
                  <a:pt x="172425" y="12417"/>
                  <a:pt x="170416" y="12600"/>
                  <a:pt x="167129" y="12600"/>
                </a:cubicBezTo>
                <a:cubicBezTo>
                  <a:pt x="162562" y="12783"/>
                  <a:pt x="158909" y="13239"/>
                  <a:pt x="156169" y="13970"/>
                </a:cubicBezTo>
                <a:cubicBezTo>
                  <a:pt x="153430" y="14700"/>
                  <a:pt x="151512" y="15430"/>
                  <a:pt x="150416" y="16161"/>
                </a:cubicBezTo>
                <a:cubicBezTo>
                  <a:pt x="149320" y="16891"/>
                  <a:pt x="149046" y="17713"/>
                  <a:pt x="149594" y="18626"/>
                </a:cubicBezTo>
                <a:cubicBezTo>
                  <a:pt x="149594" y="20817"/>
                  <a:pt x="151055" y="42548"/>
                  <a:pt x="153977" y="83817"/>
                </a:cubicBezTo>
                <a:cubicBezTo>
                  <a:pt x="156900" y="125087"/>
                  <a:pt x="158361" y="146908"/>
                  <a:pt x="158361" y="149282"/>
                </a:cubicBezTo>
                <a:lnTo>
                  <a:pt x="158909" y="148461"/>
                </a:lnTo>
                <a:cubicBezTo>
                  <a:pt x="159274" y="147913"/>
                  <a:pt x="159822" y="147000"/>
                  <a:pt x="160553" y="145721"/>
                </a:cubicBezTo>
                <a:cubicBezTo>
                  <a:pt x="161284" y="144443"/>
                  <a:pt x="162380" y="142708"/>
                  <a:pt x="163841" y="140517"/>
                </a:cubicBezTo>
                <a:cubicBezTo>
                  <a:pt x="165302" y="138326"/>
                  <a:pt x="166855" y="135587"/>
                  <a:pt x="168498" y="132300"/>
                </a:cubicBezTo>
                <a:cubicBezTo>
                  <a:pt x="170142" y="129013"/>
                  <a:pt x="172334" y="125269"/>
                  <a:pt x="175074" y="121069"/>
                </a:cubicBezTo>
                <a:cubicBezTo>
                  <a:pt x="177814" y="116869"/>
                  <a:pt x="180554" y="111939"/>
                  <a:pt x="183293" y="106278"/>
                </a:cubicBezTo>
                <a:cubicBezTo>
                  <a:pt x="186033" y="100617"/>
                  <a:pt x="189595" y="94500"/>
                  <a:pt x="193979" y="87926"/>
                </a:cubicBezTo>
                <a:cubicBezTo>
                  <a:pt x="212975" y="54326"/>
                  <a:pt x="223751" y="35152"/>
                  <a:pt x="226308" y="30404"/>
                </a:cubicBezTo>
                <a:cubicBezTo>
                  <a:pt x="228866" y="25656"/>
                  <a:pt x="230236" y="22735"/>
                  <a:pt x="230418" y="21639"/>
                </a:cubicBezTo>
                <a:cubicBezTo>
                  <a:pt x="230418" y="18900"/>
                  <a:pt x="228683" y="16709"/>
                  <a:pt x="225213" y="15065"/>
                </a:cubicBezTo>
                <a:cubicBezTo>
                  <a:pt x="221742" y="13422"/>
                  <a:pt x="217906" y="12600"/>
                  <a:pt x="213705" y="12600"/>
                </a:cubicBezTo>
                <a:cubicBezTo>
                  <a:pt x="211148" y="12600"/>
                  <a:pt x="209870" y="11687"/>
                  <a:pt x="209870" y="9861"/>
                </a:cubicBezTo>
                <a:cubicBezTo>
                  <a:pt x="209870" y="9313"/>
                  <a:pt x="210052" y="8126"/>
                  <a:pt x="210418" y="6300"/>
                </a:cubicBezTo>
                <a:cubicBezTo>
                  <a:pt x="211148" y="3378"/>
                  <a:pt x="211696" y="1643"/>
                  <a:pt x="212061" y="1096"/>
                </a:cubicBezTo>
                <a:cubicBezTo>
                  <a:pt x="212427" y="548"/>
                  <a:pt x="213705" y="274"/>
                  <a:pt x="215897" y="274"/>
                </a:cubicBezTo>
                <a:cubicBezTo>
                  <a:pt x="216445" y="274"/>
                  <a:pt x="217998" y="274"/>
                  <a:pt x="220555" y="274"/>
                </a:cubicBezTo>
                <a:cubicBezTo>
                  <a:pt x="223112" y="274"/>
                  <a:pt x="226674" y="274"/>
                  <a:pt x="231240" y="274"/>
                </a:cubicBezTo>
                <a:cubicBezTo>
                  <a:pt x="235806" y="274"/>
                  <a:pt x="240738" y="365"/>
                  <a:pt x="246035" y="548"/>
                </a:cubicBezTo>
                <a:cubicBezTo>
                  <a:pt x="258090" y="548"/>
                  <a:pt x="265853" y="365"/>
                  <a:pt x="269323" y="0"/>
                </a:cubicBezTo>
                <a:cubicBezTo>
                  <a:pt x="271881" y="0"/>
                  <a:pt x="273159" y="1004"/>
                  <a:pt x="273159" y="3013"/>
                </a:cubicBezTo>
                <a:cubicBezTo>
                  <a:pt x="273159" y="4109"/>
                  <a:pt x="272885" y="5661"/>
                  <a:pt x="272337" y="7670"/>
                </a:cubicBezTo>
                <a:cubicBezTo>
                  <a:pt x="271789" y="9678"/>
                  <a:pt x="271150" y="11048"/>
                  <a:pt x="270419" y="11778"/>
                </a:cubicBezTo>
                <a:cubicBezTo>
                  <a:pt x="269689" y="12509"/>
                  <a:pt x="268776" y="12783"/>
                  <a:pt x="267680" y="12600"/>
                </a:cubicBezTo>
                <a:cubicBezTo>
                  <a:pt x="263661" y="12600"/>
                  <a:pt x="260008" y="13148"/>
                  <a:pt x="256720" y="14243"/>
                </a:cubicBezTo>
                <a:cubicBezTo>
                  <a:pt x="253433" y="15339"/>
                  <a:pt x="250693" y="16617"/>
                  <a:pt x="248501" y="18078"/>
                </a:cubicBezTo>
                <a:cubicBezTo>
                  <a:pt x="246309" y="19539"/>
                  <a:pt x="244574" y="21091"/>
                  <a:pt x="243295" y="22735"/>
                </a:cubicBezTo>
                <a:cubicBezTo>
                  <a:pt x="242017" y="24378"/>
                  <a:pt x="240921" y="25839"/>
                  <a:pt x="240007" y="27117"/>
                </a:cubicBezTo>
                <a:lnTo>
                  <a:pt x="238912" y="28761"/>
                </a:lnTo>
                <a:lnTo>
                  <a:pt x="192609" y="109839"/>
                </a:lnTo>
                <a:cubicBezTo>
                  <a:pt x="161923" y="163891"/>
                  <a:pt x="146489" y="191008"/>
                  <a:pt x="146306" y="191191"/>
                </a:cubicBezTo>
                <a:cubicBezTo>
                  <a:pt x="145210" y="192469"/>
                  <a:pt x="143018" y="193108"/>
                  <a:pt x="139730" y="193108"/>
                </a:cubicBezTo>
                <a:cubicBezTo>
                  <a:pt x="136991" y="193108"/>
                  <a:pt x="135255" y="192652"/>
                  <a:pt x="134525" y="191739"/>
                </a:cubicBezTo>
                <a:cubicBezTo>
                  <a:pt x="133977" y="191191"/>
                  <a:pt x="132242" y="168730"/>
                  <a:pt x="129319" y="124356"/>
                </a:cubicBezTo>
                <a:cubicBezTo>
                  <a:pt x="126397" y="79982"/>
                  <a:pt x="124844" y="57065"/>
                  <a:pt x="124661" y="55604"/>
                </a:cubicBezTo>
                <a:lnTo>
                  <a:pt x="121374" y="60535"/>
                </a:lnTo>
                <a:cubicBezTo>
                  <a:pt x="117355" y="67291"/>
                  <a:pt x="105665" y="87652"/>
                  <a:pt x="86304" y="121617"/>
                </a:cubicBezTo>
                <a:cubicBezTo>
                  <a:pt x="60002" y="167634"/>
                  <a:pt x="46668" y="190826"/>
                  <a:pt x="46303" y="191191"/>
                </a:cubicBezTo>
                <a:cubicBezTo>
                  <a:pt x="45937" y="191556"/>
                  <a:pt x="45481" y="191921"/>
                  <a:pt x="44933" y="192287"/>
                </a:cubicBezTo>
                <a:cubicBezTo>
                  <a:pt x="44020" y="192834"/>
                  <a:pt x="42376" y="193108"/>
                  <a:pt x="40001" y="193108"/>
                </a:cubicBezTo>
                <a:cubicBezTo>
                  <a:pt x="36531" y="193108"/>
                  <a:pt x="34613" y="192469"/>
                  <a:pt x="34248" y="191191"/>
                </a:cubicBezTo>
                <a:cubicBezTo>
                  <a:pt x="34248" y="190643"/>
                  <a:pt x="32238" y="161517"/>
                  <a:pt x="28220" y="103813"/>
                </a:cubicBezTo>
                <a:cubicBezTo>
                  <a:pt x="24202" y="46109"/>
                  <a:pt x="22101" y="17074"/>
                  <a:pt x="21918" y="16709"/>
                </a:cubicBezTo>
                <a:cubicBezTo>
                  <a:pt x="21553" y="15065"/>
                  <a:pt x="20640" y="14061"/>
                  <a:pt x="19179" y="13696"/>
                </a:cubicBezTo>
                <a:cubicBezTo>
                  <a:pt x="17717" y="13330"/>
                  <a:pt x="14156" y="12965"/>
                  <a:pt x="8493" y="12600"/>
                </a:cubicBezTo>
                <a:lnTo>
                  <a:pt x="1918" y="12600"/>
                </a:lnTo>
                <a:cubicBezTo>
                  <a:pt x="639" y="11322"/>
                  <a:pt x="0" y="10317"/>
                  <a:pt x="0" y="9587"/>
                </a:cubicBezTo>
                <a:cubicBezTo>
                  <a:pt x="183" y="5387"/>
                  <a:pt x="1370" y="2191"/>
                  <a:pt x="3562" y="0"/>
                </a:cubicBezTo>
                <a:lnTo>
                  <a:pt x="6850" y="0"/>
                </a:lnTo>
                <a:cubicBezTo>
                  <a:pt x="14521" y="548"/>
                  <a:pt x="23654" y="822"/>
                  <a:pt x="34248" y="822"/>
                </a:cubicBezTo>
                <a:cubicBezTo>
                  <a:pt x="57079" y="822"/>
                  <a:pt x="69591" y="548"/>
                  <a:pt x="71783" y="0"/>
                </a:cubicBezTo>
                <a:lnTo>
                  <a:pt x="74523" y="0"/>
                </a:lnTo>
                <a:cubicBezTo>
                  <a:pt x="75619" y="1096"/>
                  <a:pt x="76167" y="1917"/>
                  <a:pt x="76167" y="2465"/>
                </a:cubicBezTo>
                <a:cubicBezTo>
                  <a:pt x="76167" y="3013"/>
                  <a:pt x="75984" y="4657"/>
                  <a:pt x="75619" y="7396"/>
                </a:cubicBezTo>
                <a:cubicBezTo>
                  <a:pt x="74706" y="10135"/>
                  <a:pt x="73884" y="11870"/>
                  <a:pt x="73153" y="12600"/>
                </a:cubicBezTo>
                <a:lnTo>
                  <a:pt x="67399" y="12600"/>
                </a:lnTo>
                <a:cubicBezTo>
                  <a:pt x="56257" y="13148"/>
                  <a:pt x="50321" y="14700"/>
                  <a:pt x="49591" y="17256"/>
                </a:cubicBezTo>
                <a:cubicBezTo>
                  <a:pt x="55070" y="101256"/>
                  <a:pt x="58175" y="145448"/>
                  <a:pt x="58906" y="149830"/>
                </a:cubicBezTo>
                <a:lnTo>
                  <a:pt x="123291" y="36430"/>
                </a:lnTo>
                <a:lnTo>
                  <a:pt x="122743" y="26296"/>
                </a:lnTo>
                <a:cubicBezTo>
                  <a:pt x="122196" y="18626"/>
                  <a:pt x="121282" y="14517"/>
                  <a:pt x="120004" y="13970"/>
                </a:cubicBezTo>
                <a:cubicBezTo>
                  <a:pt x="118908" y="13239"/>
                  <a:pt x="115072" y="12783"/>
                  <a:pt x="108497" y="12600"/>
                </a:cubicBezTo>
                <a:cubicBezTo>
                  <a:pt x="105026" y="12600"/>
                  <a:pt x="102743" y="12417"/>
                  <a:pt x="101647" y="12052"/>
                </a:cubicBezTo>
                <a:cubicBezTo>
                  <a:pt x="100551" y="11687"/>
                  <a:pt x="100003" y="10865"/>
                  <a:pt x="100003" y="9587"/>
                </a:cubicBezTo>
                <a:cubicBezTo>
                  <a:pt x="100003" y="9222"/>
                  <a:pt x="100186" y="8126"/>
                  <a:pt x="100551" y="6300"/>
                </a:cubicBezTo>
                <a:cubicBezTo>
                  <a:pt x="100734" y="5570"/>
                  <a:pt x="100916" y="4748"/>
                  <a:pt x="101099" y="3835"/>
                </a:cubicBezTo>
                <a:cubicBezTo>
                  <a:pt x="101282" y="2922"/>
                  <a:pt x="101373" y="2283"/>
                  <a:pt x="101373" y="1917"/>
                </a:cubicBezTo>
                <a:cubicBezTo>
                  <a:pt x="101373" y="1552"/>
                  <a:pt x="101647" y="1187"/>
                  <a:pt x="102195" y="822"/>
                </a:cubicBezTo>
                <a:cubicBezTo>
                  <a:pt x="102743" y="456"/>
                  <a:pt x="103108" y="274"/>
                  <a:pt x="103291" y="274"/>
                </a:cubicBezTo>
                <a:cubicBezTo>
                  <a:pt x="103474" y="274"/>
                  <a:pt x="104204" y="183"/>
                  <a:pt x="10548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FB3BF-FFBC-40BB-BB81-D58DD7A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66" y="4266932"/>
            <a:ext cx="273159" cy="193108"/>
          </a:xfrm>
          <a:custGeom xmlns:a="http://schemas.openxmlformats.org/drawingml/2006/main">
            <a:pathLst>
              <a:path w="273159" h="193108" fill="none">
                <a:moveTo>
                  <a:pt x="105483" y="0"/>
                </a:moveTo>
                <a:cubicBezTo>
                  <a:pt x="108040" y="0"/>
                  <a:pt x="112606" y="91"/>
                  <a:pt x="119182" y="274"/>
                </a:cubicBezTo>
                <a:cubicBezTo>
                  <a:pt x="125757" y="457"/>
                  <a:pt x="131876" y="639"/>
                  <a:pt x="137539" y="822"/>
                </a:cubicBezTo>
                <a:cubicBezTo>
                  <a:pt x="146854" y="822"/>
                  <a:pt x="154617" y="730"/>
                  <a:pt x="160827" y="548"/>
                </a:cubicBezTo>
                <a:cubicBezTo>
                  <a:pt x="167037" y="365"/>
                  <a:pt x="170599" y="274"/>
                  <a:pt x="171512" y="274"/>
                </a:cubicBezTo>
                <a:cubicBezTo>
                  <a:pt x="174800" y="274"/>
                  <a:pt x="176444" y="1004"/>
                  <a:pt x="176444" y="2465"/>
                </a:cubicBezTo>
                <a:cubicBezTo>
                  <a:pt x="176444" y="3196"/>
                  <a:pt x="176170" y="4565"/>
                  <a:pt x="175622" y="6574"/>
                </a:cubicBezTo>
                <a:cubicBezTo>
                  <a:pt x="174709" y="9861"/>
                  <a:pt x="173887" y="11687"/>
                  <a:pt x="173156" y="12052"/>
                </a:cubicBezTo>
                <a:cubicBezTo>
                  <a:pt x="172426" y="12417"/>
                  <a:pt x="170416" y="12600"/>
                  <a:pt x="167129" y="12600"/>
                </a:cubicBezTo>
                <a:cubicBezTo>
                  <a:pt x="162562" y="12783"/>
                  <a:pt x="158909" y="13239"/>
                  <a:pt x="156169" y="13970"/>
                </a:cubicBezTo>
                <a:cubicBezTo>
                  <a:pt x="153429" y="14700"/>
                  <a:pt x="151512" y="15430"/>
                  <a:pt x="150416" y="16161"/>
                </a:cubicBezTo>
                <a:cubicBezTo>
                  <a:pt x="149320" y="16891"/>
                  <a:pt x="149046" y="17713"/>
                  <a:pt x="149594" y="18626"/>
                </a:cubicBezTo>
                <a:cubicBezTo>
                  <a:pt x="149594" y="20817"/>
                  <a:pt x="151055" y="42548"/>
                  <a:pt x="153977" y="83817"/>
                </a:cubicBezTo>
                <a:cubicBezTo>
                  <a:pt x="156900" y="125087"/>
                  <a:pt x="158361" y="146908"/>
                  <a:pt x="158361" y="149282"/>
                </a:cubicBezTo>
                <a:lnTo>
                  <a:pt x="158909" y="148460"/>
                </a:lnTo>
                <a:cubicBezTo>
                  <a:pt x="159274" y="147913"/>
                  <a:pt x="159822" y="147000"/>
                  <a:pt x="160553" y="145721"/>
                </a:cubicBezTo>
                <a:cubicBezTo>
                  <a:pt x="161284" y="144443"/>
                  <a:pt x="162380" y="142708"/>
                  <a:pt x="163841" y="140517"/>
                </a:cubicBezTo>
                <a:cubicBezTo>
                  <a:pt x="165302" y="138326"/>
                  <a:pt x="166855" y="135587"/>
                  <a:pt x="168498" y="132300"/>
                </a:cubicBezTo>
                <a:cubicBezTo>
                  <a:pt x="170142" y="129013"/>
                  <a:pt x="172334" y="125269"/>
                  <a:pt x="175074" y="121069"/>
                </a:cubicBezTo>
                <a:cubicBezTo>
                  <a:pt x="177814" y="116869"/>
                  <a:pt x="180554" y="111939"/>
                  <a:pt x="183293" y="106278"/>
                </a:cubicBezTo>
                <a:cubicBezTo>
                  <a:pt x="186033" y="100617"/>
                  <a:pt x="189595" y="94500"/>
                  <a:pt x="193979" y="87926"/>
                </a:cubicBezTo>
                <a:cubicBezTo>
                  <a:pt x="212975" y="54326"/>
                  <a:pt x="223751" y="35152"/>
                  <a:pt x="226309" y="30404"/>
                </a:cubicBezTo>
                <a:cubicBezTo>
                  <a:pt x="228866" y="25656"/>
                  <a:pt x="230236" y="22735"/>
                  <a:pt x="230418" y="21639"/>
                </a:cubicBezTo>
                <a:cubicBezTo>
                  <a:pt x="230418" y="18900"/>
                  <a:pt x="228683" y="16709"/>
                  <a:pt x="225213" y="15065"/>
                </a:cubicBezTo>
                <a:cubicBezTo>
                  <a:pt x="221742" y="13422"/>
                  <a:pt x="217906" y="12600"/>
                  <a:pt x="213705" y="12600"/>
                </a:cubicBezTo>
                <a:cubicBezTo>
                  <a:pt x="211148" y="12600"/>
                  <a:pt x="209870" y="11687"/>
                  <a:pt x="209870" y="9861"/>
                </a:cubicBezTo>
                <a:cubicBezTo>
                  <a:pt x="209870" y="9313"/>
                  <a:pt x="210052" y="8126"/>
                  <a:pt x="210418" y="6300"/>
                </a:cubicBezTo>
                <a:cubicBezTo>
                  <a:pt x="211148" y="3378"/>
                  <a:pt x="211696" y="1643"/>
                  <a:pt x="212061" y="1096"/>
                </a:cubicBezTo>
                <a:cubicBezTo>
                  <a:pt x="212427" y="548"/>
                  <a:pt x="213705" y="274"/>
                  <a:pt x="215897" y="274"/>
                </a:cubicBezTo>
                <a:cubicBezTo>
                  <a:pt x="216445" y="274"/>
                  <a:pt x="217998" y="274"/>
                  <a:pt x="220555" y="274"/>
                </a:cubicBezTo>
                <a:cubicBezTo>
                  <a:pt x="223112" y="274"/>
                  <a:pt x="226674" y="274"/>
                  <a:pt x="231240" y="274"/>
                </a:cubicBezTo>
                <a:cubicBezTo>
                  <a:pt x="235807" y="274"/>
                  <a:pt x="240738" y="365"/>
                  <a:pt x="246035" y="548"/>
                </a:cubicBezTo>
                <a:cubicBezTo>
                  <a:pt x="258090" y="548"/>
                  <a:pt x="265853" y="365"/>
                  <a:pt x="269324" y="0"/>
                </a:cubicBezTo>
                <a:cubicBezTo>
                  <a:pt x="271881" y="0"/>
                  <a:pt x="273159" y="1004"/>
                  <a:pt x="273159" y="3013"/>
                </a:cubicBezTo>
                <a:cubicBezTo>
                  <a:pt x="273159" y="4109"/>
                  <a:pt x="272885" y="5661"/>
                  <a:pt x="272337" y="7670"/>
                </a:cubicBezTo>
                <a:cubicBezTo>
                  <a:pt x="271789" y="9678"/>
                  <a:pt x="271150" y="11048"/>
                  <a:pt x="270419" y="11778"/>
                </a:cubicBezTo>
                <a:cubicBezTo>
                  <a:pt x="269689" y="12509"/>
                  <a:pt x="268776" y="12783"/>
                  <a:pt x="267680" y="12600"/>
                </a:cubicBezTo>
                <a:cubicBezTo>
                  <a:pt x="263661" y="12600"/>
                  <a:pt x="260008" y="13148"/>
                  <a:pt x="256720" y="14243"/>
                </a:cubicBezTo>
                <a:cubicBezTo>
                  <a:pt x="253433" y="15339"/>
                  <a:pt x="250693" y="16617"/>
                  <a:pt x="248501" y="18078"/>
                </a:cubicBezTo>
                <a:cubicBezTo>
                  <a:pt x="246309" y="19539"/>
                  <a:pt x="244574" y="21091"/>
                  <a:pt x="243295" y="22735"/>
                </a:cubicBezTo>
                <a:cubicBezTo>
                  <a:pt x="242017" y="24378"/>
                  <a:pt x="240921" y="25839"/>
                  <a:pt x="240008" y="27117"/>
                </a:cubicBezTo>
                <a:lnTo>
                  <a:pt x="238912" y="28761"/>
                </a:lnTo>
                <a:lnTo>
                  <a:pt x="192609" y="109839"/>
                </a:lnTo>
                <a:cubicBezTo>
                  <a:pt x="161923" y="163891"/>
                  <a:pt x="146489" y="191008"/>
                  <a:pt x="146306" y="191191"/>
                </a:cubicBezTo>
                <a:cubicBezTo>
                  <a:pt x="145210" y="192469"/>
                  <a:pt x="143018" y="193108"/>
                  <a:pt x="139730" y="193108"/>
                </a:cubicBezTo>
                <a:cubicBezTo>
                  <a:pt x="136991" y="193108"/>
                  <a:pt x="135255" y="192652"/>
                  <a:pt x="134525" y="191739"/>
                </a:cubicBezTo>
                <a:cubicBezTo>
                  <a:pt x="133977" y="191191"/>
                  <a:pt x="132242" y="168730"/>
                  <a:pt x="129319" y="124356"/>
                </a:cubicBezTo>
                <a:cubicBezTo>
                  <a:pt x="126397" y="79982"/>
                  <a:pt x="124844" y="57065"/>
                  <a:pt x="124661" y="55604"/>
                </a:cubicBezTo>
                <a:lnTo>
                  <a:pt x="121374" y="60535"/>
                </a:lnTo>
                <a:cubicBezTo>
                  <a:pt x="117355" y="67291"/>
                  <a:pt x="105665" y="87652"/>
                  <a:pt x="86304" y="121617"/>
                </a:cubicBezTo>
                <a:cubicBezTo>
                  <a:pt x="60002" y="167634"/>
                  <a:pt x="46668" y="190826"/>
                  <a:pt x="46303" y="191191"/>
                </a:cubicBezTo>
                <a:cubicBezTo>
                  <a:pt x="45938" y="191556"/>
                  <a:pt x="45481" y="191921"/>
                  <a:pt x="44933" y="192286"/>
                </a:cubicBezTo>
                <a:cubicBezTo>
                  <a:pt x="44020" y="192834"/>
                  <a:pt x="42376" y="193108"/>
                  <a:pt x="40001" y="193108"/>
                </a:cubicBezTo>
                <a:cubicBezTo>
                  <a:pt x="36531" y="193108"/>
                  <a:pt x="34613" y="192469"/>
                  <a:pt x="34248" y="191191"/>
                </a:cubicBezTo>
                <a:cubicBezTo>
                  <a:pt x="34248" y="190643"/>
                  <a:pt x="32238" y="161517"/>
                  <a:pt x="28220" y="103813"/>
                </a:cubicBezTo>
                <a:cubicBezTo>
                  <a:pt x="24202" y="46109"/>
                  <a:pt x="22101" y="17074"/>
                  <a:pt x="21918" y="16709"/>
                </a:cubicBezTo>
                <a:cubicBezTo>
                  <a:pt x="21553" y="15065"/>
                  <a:pt x="20640" y="14061"/>
                  <a:pt x="19179" y="13696"/>
                </a:cubicBezTo>
                <a:cubicBezTo>
                  <a:pt x="17717" y="13330"/>
                  <a:pt x="14156" y="12965"/>
                  <a:pt x="8493" y="12600"/>
                </a:cubicBezTo>
                <a:lnTo>
                  <a:pt x="1918" y="12600"/>
                </a:lnTo>
                <a:cubicBezTo>
                  <a:pt x="639" y="11322"/>
                  <a:pt x="0" y="10317"/>
                  <a:pt x="0" y="9587"/>
                </a:cubicBezTo>
                <a:cubicBezTo>
                  <a:pt x="183" y="5387"/>
                  <a:pt x="1370" y="2191"/>
                  <a:pt x="3562" y="0"/>
                </a:cubicBezTo>
                <a:lnTo>
                  <a:pt x="6850" y="0"/>
                </a:lnTo>
                <a:cubicBezTo>
                  <a:pt x="14521" y="548"/>
                  <a:pt x="23654" y="822"/>
                  <a:pt x="34248" y="822"/>
                </a:cubicBezTo>
                <a:cubicBezTo>
                  <a:pt x="57079" y="822"/>
                  <a:pt x="69591" y="548"/>
                  <a:pt x="71783" y="0"/>
                </a:cubicBezTo>
                <a:lnTo>
                  <a:pt x="74523" y="0"/>
                </a:lnTo>
                <a:cubicBezTo>
                  <a:pt x="75619" y="1096"/>
                  <a:pt x="76167" y="1917"/>
                  <a:pt x="76167" y="2465"/>
                </a:cubicBezTo>
                <a:cubicBezTo>
                  <a:pt x="76167" y="3013"/>
                  <a:pt x="75984" y="4657"/>
                  <a:pt x="75619" y="7396"/>
                </a:cubicBezTo>
                <a:cubicBezTo>
                  <a:pt x="74706" y="10135"/>
                  <a:pt x="73884" y="11870"/>
                  <a:pt x="73153" y="12600"/>
                </a:cubicBezTo>
                <a:lnTo>
                  <a:pt x="67399" y="12600"/>
                </a:lnTo>
                <a:cubicBezTo>
                  <a:pt x="56257" y="13148"/>
                  <a:pt x="50321" y="14700"/>
                  <a:pt x="49591" y="17256"/>
                </a:cubicBezTo>
                <a:cubicBezTo>
                  <a:pt x="55070" y="101256"/>
                  <a:pt x="58175" y="145447"/>
                  <a:pt x="58906" y="149830"/>
                </a:cubicBezTo>
                <a:lnTo>
                  <a:pt x="123292" y="36430"/>
                </a:lnTo>
                <a:lnTo>
                  <a:pt x="122744" y="26296"/>
                </a:lnTo>
                <a:cubicBezTo>
                  <a:pt x="122196" y="18626"/>
                  <a:pt x="121282" y="14517"/>
                  <a:pt x="120004" y="13970"/>
                </a:cubicBezTo>
                <a:cubicBezTo>
                  <a:pt x="118908" y="13239"/>
                  <a:pt x="115072" y="12783"/>
                  <a:pt x="108497" y="12600"/>
                </a:cubicBezTo>
                <a:cubicBezTo>
                  <a:pt x="105026" y="12600"/>
                  <a:pt x="102743" y="12417"/>
                  <a:pt x="101647" y="12052"/>
                </a:cubicBezTo>
                <a:cubicBezTo>
                  <a:pt x="100551" y="11687"/>
                  <a:pt x="100003" y="10865"/>
                  <a:pt x="100003" y="9587"/>
                </a:cubicBezTo>
                <a:cubicBezTo>
                  <a:pt x="100003" y="9222"/>
                  <a:pt x="100186" y="8126"/>
                  <a:pt x="100551" y="6300"/>
                </a:cubicBezTo>
                <a:cubicBezTo>
                  <a:pt x="100734" y="5570"/>
                  <a:pt x="100916" y="4748"/>
                  <a:pt x="101099" y="3835"/>
                </a:cubicBezTo>
                <a:cubicBezTo>
                  <a:pt x="101282" y="2922"/>
                  <a:pt x="101373" y="2283"/>
                  <a:pt x="101373" y="1917"/>
                </a:cubicBezTo>
                <a:cubicBezTo>
                  <a:pt x="101373" y="1552"/>
                  <a:pt x="101647" y="1187"/>
                  <a:pt x="102195" y="822"/>
                </a:cubicBezTo>
                <a:cubicBezTo>
                  <a:pt x="102743" y="457"/>
                  <a:pt x="103108" y="274"/>
                  <a:pt x="103291" y="274"/>
                </a:cubicBezTo>
                <a:cubicBezTo>
                  <a:pt x="103474" y="274"/>
                  <a:pt x="104204" y="183"/>
                  <a:pt x="10548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40"/>
              </a:srgbClr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D04CD-8032-4AD9-BDDD-50472FB3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65" y="4409505"/>
            <a:ext cx="82712" cy="123165"/>
          </a:xfrm>
          <a:custGeom xmlns:a="http://schemas.openxmlformats.org/drawingml/2006/main">
            <a:pathLst>
              <a:path w="82712" h="123165">
                <a:moveTo>
                  <a:pt x="0" y="55192"/>
                </a:moveTo>
                <a:cubicBezTo>
                  <a:pt x="0" y="42152"/>
                  <a:pt x="4907" y="29758"/>
                  <a:pt x="14722" y="18010"/>
                </a:cubicBezTo>
                <a:cubicBezTo>
                  <a:pt x="24536" y="6261"/>
                  <a:pt x="35577" y="323"/>
                  <a:pt x="47845" y="194"/>
                </a:cubicBezTo>
                <a:cubicBezTo>
                  <a:pt x="55593" y="194"/>
                  <a:pt x="61534" y="3550"/>
                  <a:pt x="65666" y="10264"/>
                </a:cubicBezTo>
                <a:cubicBezTo>
                  <a:pt x="65795" y="10135"/>
                  <a:pt x="66118" y="9747"/>
                  <a:pt x="66634" y="9102"/>
                </a:cubicBezTo>
                <a:cubicBezTo>
                  <a:pt x="67151" y="8456"/>
                  <a:pt x="67861" y="7746"/>
                  <a:pt x="68765" y="6972"/>
                </a:cubicBezTo>
                <a:cubicBezTo>
                  <a:pt x="69669" y="6197"/>
                  <a:pt x="70702" y="5422"/>
                  <a:pt x="71864" y="4648"/>
                </a:cubicBezTo>
                <a:cubicBezTo>
                  <a:pt x="76255" y="1549"/>
                  <a:pt x="79225" y="0"/>
                  <a:pt x="80775" y="0"/>
                </a:cubicBezTo>
                <a:cubicBezTo>
                  <a:pt x="81291" y="0"/>
                  <a:pt x="81743" y="194"/>
                  <a:pt x="82131" y="581"/>
                </a:cubicBezTo>
                <a:cubicBezTo>
                  <a:pt x="82518" y="968"/>
                  <a:pt x="82712" y="1291"/>
                  <a:pt x="82712" y="1549"/>
                </a:cubicBezTo>
                <a:cubicBezTo>
                  <a:pt x="82712" y="2711"/>
                  <a:pt x="78257" y="21109"/>
                  <a:pt x="69346" y="56741"/>
                </a:cubicBezTo>
                <a:cubicBezTo>
                  <a:pt x="60178" y="93407"/>
                  <a:pt x="55593" y="111998"/>
                  <a:pt x="55593" y="112514"/>
                </a:cubicBezTo>
                <a:cubicBezTo>
                  <a:pt x="55593" y="113547"/>
                  <a:pt x="58499" y="114128"/>
                  <a:pt x="64310" y="114257"/>
                </a:cubicBezTo>
                <a:lnTo>
                  <a:pt x="69152" y="114257"/>
                </a:lnTo>
                <a:cubicBezTo>
                  <a:pt x="69927" y="115290"/>
                  <a:pt x="70315" y="115871"/>
                  <a:pt x="70315" y="116000"/>
                </a:cubicBezTo>
                <a:cubicBezTo>
                  <a:pt x="70315" y="116129"/>
                  <a:pt x="70121" y="117291"/>
                  <a:pt x="69734" y="119486"/>
                </a:cubicBezTo>
                <a:cubicBezTo>
                  <a:pt x="69217" y="121164"/>
                  <a:pt x="68571" y="122391"/>
                  <a:pt x="67797" y="123165"/>
                </a:cubicBezTo>
                <a:lnTo>
                  <a:pt x="65279" y="123165"/>
                </a:lnTo>
                <a:cubicBezTo>
                  <a:pt x="61275" y="122907"/>
                  <a:pt x="54302" y="122778"/>
                  <a:pt x="44358" y="122778"/>
                </a:cubicBezTo>
                <a:cubicBezTo>
                  <a:pt x="40742" y="122778"/>
                  <a:pt x="37450" y="122778"/>
                  <a:pt x="34479" y="122778"/>
                </a:cubicBezTo>
                <a:cubicBezTo>
                  <a:pt x="31509" y="122778"/>
                  <a:pt x="29120" y="122778"/>
                  <a:pt x="27312" y="122778"/>
                </a:cubicBezTo>
                <a:cubicBezTo>
                  <a:pt x="25504" y="122778"/>
                  <a:pt x="24407" y="122843"/>
                  <a:pt x="24019" y="122972"/>
                </a:cubicBezTo>
                <a:cubicBezTo>
                  <a:pt x="22211" y="122972"/>
                  <a:pt x="21307" y="122455"/>
                  <a:pt x="21307" y="121422"/>
                </a:cubicBezTo>
                <a:cubicBezTo>
                  <a:pt x="21307" y="121035"/>
                  <a:pt x="21437" y="120067"/>
                  <a:pt x="21695" y="118518"/>
                </a:cubicBezTo>
                <a:cubicBezTo>
                  <a:pt x="22211" y="116452"/>
                  <a:pt x="22663" y="115225"/>
                  <a:pt x="23051" y="114838"/>
                </a:cubicBezTo>
                <a:cubicBezTo>
                  <a:pt x="23438" y="114451"/>
                  <a:pt x="24730" y="114257"/>
                  <a:pt x="26925" y="114257"/>
                </a:cubicBezTo>
                <a:cubicBezTo>
                  <a:pt x="33124" y="114257"/>
                  <a:pt x="36868" y="113805"/>
                  <a:pt x="38160" y="112901"/>
                </a:cubicBezTo>
                <a:cubicBezTo>
                  <a:pt x="39193" y="112256"/>
                  <a:pt x="41001" y="106575"/>
                  <a:pt x="43583" y="95860"/>
                </a:cubicBezTo>
                <a:cubicBezTo>
                  <a:pt x="46166" y="85144"/>
                  <a:pt x="47522" y="79657"/>
                  <a:pt x="47651" y="79399"/>
                </a:cubicBezTo>
                <a:cubicBezTo>
                  <a:pt x="47651" y="79270"/>
                  <a:pt x="47199" y="79463"/>
                  <a:pt x="46295" y="79980"/>
                </a:cubicBezTo>
                <a:cubicBezTo>
                  <a:pt x="40097" y="85015"/>
                  <a:pt x="33640" y="87533"/>
                  <a:pt x="26925" y="87533"/>
                </a:cubicBezTo>
                <a:cubicBezTo>
                  <a:pt x="19822" y="87533"/>
                  <a:pt x="13559" y="84950"/>
                  <a:pt x="8136" y="79786"/>
                </a:cubicBezTo>
                <a:cubicBezTo>
                  <a:pt x="2712" y="74622"/>
                  <a:pt x="0" y="66424"/>
                  <a:pt x="0" y="55192"/>
                </a:cubicBezTo>
                <a:close/>
                <a:moveTo>
                  <a:pt x="61792" y="22464"/>
                </a:moveTo>
                <a:cubicBezTo>
                  <a:pt x="58822" y="12265"/>
                  <a:pt x="53979" y="7165"/>
                  <a:pt x="47264" y="7165"/>
                </a:cubicBezTo>
                <a:cubicBezTo>
                  <a:pt x="42744" y="7165"/>
                  <a:pt x="38418" y="9166"/>
                  <a:pt x="34286" y="13169"/>
                </a:cubicBezTo>
                <a:cubicBezTo>
                  <a:pt x="30153" y="17171"/>
                  <a:pt x="26925" y="22400"/>
                  <a:pt x="24601" y="28855"/>
                </a:cubicBezTo>
                <a:cubicBezTo>
                  <a:pt x="20856" y="39054"/>
                  <a:pt x="18208" y="49641"/>
                  <a:pt x="16659" y="60614"/>
                </a:cubicBezTo>
                <a:cubicBezTo>
                  <a:pt x="16659" y="61002"/>
                  <a:pt x="16659" y="61712"/>
                  <a:pt x="16659" y="62745"/>
                </a:cubicBezTo>
                <a:cubicBezTo>
                  <a:pt x="16659" y="63777"/>
                  <a:pt x="16594" y="64552"/>
                  <a:pt x="16465" y="65068"/>
                </a:cubicBezTo>
                <a:cubicBezTo>
                  <a:pt x="16465" y="70878"/>
                  <a:pt x="17627" y="74880"/>
                  <a:pt x="19951" y="77075"/>
                </a:cubicBezTo>
                <a:cubicBezTo>
                  <a:pt x="22276" y="79270"/>
                  <a:pt x="25052" y="80432"/>
                  <a:pt x="28281" y="80561"/>
                </a:cubicBezTo>
                <a:cubicBezTo>
                  <a:pt x="35254" y="80561"/>
                  <a:pt x="42421" y="75913"/>
                  <a:pt x="49782" y="66618"/>
                </a:cubicBezTo>
                <a:lnTo>
                  <a:pt x="51332" y="64487"/>
                </a:lnTo>
                <a:lnTo>
                  <a:pt x="61792" y="2246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225AF-7457-49D5-A82E-0E95F086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65" y="4409506"/>
            <a:ext cx="82712" cy="123165"/>
          </a:xfrm>
          <a:custGeom xmlns:a="http://schemas.openxmlformats.org/drawingml/2006/main">
            <a:pathLst>
              <a:path w="82712" h="123165" fill="none">
                <a:moveTo>
                  <a:pt x="0" y="55192"/>
                </a:moveTo>
                <a:cubicBezTo>
                  <a:pt x="0" y="42152"/>
                  <a:pt x="4907" y="29758"/>
                  <a:pt x="14722" y="18010"/>
                </a:cubicBezTo>
                <a:cubicBezTo>
                  <a:pt x="24536" y="6262"/>
                  <a:pt x="35577" y="323"/>
                  <a:pt x="47845" y="194"/>
                </a:cubicBezTo>
                <a:cubicBezTo>
                  <a:pt x="55593" y="194"/>
                  <a:pt x="61534" y="3550"/>
                  <a:pt x="65666" y="10264"/>
                </a:cubicBezTo>
                <a:cubicBezTo>
                  <a:pt x="65795" y="10135"/>
                  <a:pt x="66118" y="9747"/>
                  <a:pt x="66634" y="9102"/>
                </a:cubicBezTo>
                <a:cubicBezTo>
                  <a:pt x="67151" y="8456"/>
                  <a:pt x="67861" y="7746"/>
                  <a:pt x="68765" y="6972"/>
                </a:cubicBezTo>
                <a:cubicBezTo>
                  <a:pt x="69669" y="6197"/>
                  <a:pt x="70702" y="5422"/>
                  <a:pt x="71864" y="4648"/>
                </a:cubicBezTo>
                <a:cubicBezTo>
                  <a:pt x="76255" y="1549"/>
                  <a:pt x="79225" y="0"/>
                  <a:pt x="80775" y="0"/>
                </a:cubicBezTo>
                <a:cubicBezTo>
                  <a:pt x="81291" y="0"/>
                  <a:pt x="81743" y="194"/>
                  <a:pt x="82131" y="581"/>
                </a:cubicBezTo>
                <a:cubicBezTo>
                  <a:pt x="82518" y="968"/>
                  <a:pt x="82712" y="1291"/>
                  <a:pt x="82712" y="1549"/>
                </a:cubicBezTo>
                <a:cubicBezTo>
                  <a:pt x="82712" y="2711"/>
                  <a:pt x="78257" y="21109"/>
                  <a:pt x="69346" y="56741"/>
                </a:cubicBezTo>
                <a:cubicBezTo>
                  <a:pt x="60178" y="93407"/>
                  <a:pt x="55593" y="111998"/>
                  <a:pt x="55593" y="112514"/>
                </a:cubicBezTo>
                <a:cubicBezTo>
                  <a:pt x="55593" y="113547"/>
                  <a:pt x="58499" y="114128"/>
                  <a:pt x="64310" y="114257"/>
                </a:cubicBezTo>
                <a:lnTo>
                  <a:pt x="69153" y="114257"/>
                </a:lnTo>
                <a:cubicBezTo>
                  <a:pt x="69927" y="115290"/>
                  <a:pt x="70315" y="115871"/>
                  <a:pt x="70315" y="116000"/>
                </a:cubicBezTo>
                <a:cubicBezTo>
                  <a:pt x="70315" y="116129"/>
                  <a:pt x="70121" y="117291"/>
                  <a:pt x="69734" y="119486"/>
                </a:cubicBezTo>
                <a:cubicBezTo>
                  <a:pt x="69217" y="121164"/>
                  <a:pt x="68571" y="122391"/>
                  <a:pt x="67797" y="123165"/>
                </a:cubicBezTo>
                <a:lnTo>
                  <a:pt x="65279" y="123165"/>
                </a:lnTo>
                <a:cubicBezTo>
                  <a:pt x="61275" y="122907"/>
                  <a:pt x="54302" y="122778"/>
                  <a:pt x="44358" y="122778"/>
                </a:cubicBezTo>
                <a:cubicBezTo>
                  <a:pt x="40743" y="122778"/>
                  <a:pt x="37450" y="122778"/>
                  <a:pt x="34479" y="122778"/>
                </a:cubicBezTo>
                <a:cubicBezTo>
                  <a:pt x="31509" y="122778"/>
                  <a:pt x="29120" y="122778"/>
                  <a:pt x="27312" y="122778"/>
                </a:cubicBezTo>
                <a:cubicBezTo>
                  <a:pt x="25504" y="122778"/>
                  <a:pt x="24407" y="122842"/>
                  <a:pt x="24019" y="122972"/>
                </a:cubicBezTo>
                <a:cubicBezTo>
                  <a:pt x="22211" y="122972"/>
                  <a:pt x="21308" y="122455"/>
                  <a:pt x="21308" y="121422"/>
                </a:cubicBezTo>
                <a:cubicBezTo>
                  <a:pt x="21308" y="121035"/>
                  <a:pt x="21437" y="120067"/>
                  <a:pt x="21695" y="118517"/>
                </a:cubicBezTo>
                <a:cubicBezTo>
                  <a:pt x="22211" y="116452"/>
                  <a:pt x="22663" y="115225"/>
                  <a:pt x="23051" y="114838"/>
                </a:cubicBezTo>
                <a:cubicBezTo>
                  <a:pt x="23438" y="114451"/>
                  <a:pt x="24730" y="114257"/>
                  <a:pt x="26925" y="114257"/>
                </a:cubicBezTo>
                <a:cubicBezTo>
                  <a:pt x="33124" y="114257"/>
                  <a:pt x="36868" y="113805"/>
                  <a:pt x="38160" y="112901"/>
                </a:cubicBezTo>
                <a:cubicBezTo>
                  <a:pt x="39193" y="112256"/>
                  <a:pt x="41001" y="106575"/>
                  <a:pt x="43584" y="95860"/>
                </a:cubicBezTo>
                <a:cubicBezTo>
                  <a:pt x="46166" y="85144"/>
                  <a:pt x="47522" y="79657"/>
                  <a:pt x="47651" y="79399"/>
                </a:cubicBezTo>
                <a:cubicBezTo>
                  <a:pt x="47651" y="79270"/>
                  <a:pt x="47199" y="79464"/>
                  <a:pt x="46295" y="79980"/>
                </a:cubicBezTo>
                <a:cubicBezTo>
                  <a:pt x="40097" y="85015"/>
                  <a:pt x="33640" y="87533"/>
                  <a:pt x="26925" y="87533"/>
                </a:cubicBezTo>
                <a:cubicBezTo>
                  <a:pt x="19822" y="87533"/>
                  <a:pt x="13559" y="84950"/>
                  <a:pt x="8136" y="79786"/>
                </a:cubicBezTo>
                <a:cubicBezTo>
                  <a:pt x="2712" y="74622"/>
                  <a:pt x="0" y="66424"/>
                  <a:pt x="0" y="55192"/>
                </a:cubicBezTo>
                <a:close/>
                <a:moveTo>
                  <a:pt x="61792" y="22464"/>
                </a:moveTo>
                <a:cubicBezTo>
                  <a:pt x="58822" y="12265"/>
                  <a:pt x="53979" y="7165"/>
                  <a:pt x="47264" y="7165"/>
                </a:cubicBezTo>
                <a:cubicBezTo>
                  <a:pt x="42744" y="7165"/>
                  <a:pt x="38418" y="9166"/>
                  <a:pt x="34286" y="13169"/>
                </a:cubicBezTo>
                <a:cubicBezTo>
                  <a:pt x="30153" y="17171"/>
                  <a:pt x="26925" y="22400"/>
                  <a:pt x="24601" y="28855"/>
                </a:cubicBezTo>
                <a:cubicBezTo>
                  <a:pt x="20856" y="39054"/>
                  <a:pt x="18208" y="49640"/>
                  <a:pt x="16659" y="60614"/>
                </a:cubicBezTo>
                <a:cubicBezTo>
                  <a:pt x="16659" y="61002"/>
                  <a:pt x="16659" y="61712"/>
                  <a:pt x="16659" y="62745"/>
                </a:cubicBezTo>
                <a:cubicBezTo>
                  <a:pt x="16659" y="63777"/>
                  <a:pt x="16594" y="64552"/>
                  <a:pt x="16465" y="65068"/>
                </a:cubicBezTo>
                <a:cubicBezTo>
                  <a:pt x="16465" y="70878"/>
                  <a:pt x="17627" y="74880"/>
                  <a:pt x="19952" y="77075"/>
                </a:cubicBezTo>
                <a:cubicBezTo>
                  <a:pt x="22276" y="79270"/>
                  <a:pt x="25052" y="80432"/>
                  <a:pt x="28281" y="80561"/>
                </a:cubicBezTo>
                <a:cubicBezTo>
                  <a:pt x="35254" y="80561"/>
                  <a:pt x="42421" y="75913"/>
                  <a:pt x="49782" y="66618"/>
                </a:cubicBezTo>
                <a:lnTo>
                  <a:pt x="51332" y="64487"/>
                </a:lnTo>
                <a:lnTo>
                  <a:pt x="61792" y="22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10"/>
              </a:srgbClr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ECBB8-8818-4B67-9432-32770591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675" y="2558788"/>
            <a:ext cx="579" cy="184559"/>
          </a:xfrm>
          <a:custGeom xmlns:a="http://schemas.openxmlformats.org/drawingml/2006/main">
            <a:pathLst>
              <a:path w="579" h="184559" fill="none">
                <a:moveTo>
                  <a:pt x="579" y="1845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9EB0F-1266-4E23-8919-592FC98C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45" y="2500882"/>
            <a:ext cx="77241" cy="77221"/>
          </a:xfrm>
          <a:custGeom xmlns:a="http://schemas.openxmlformats.org/drawingml/2006/main">
            <a:pathLst>
              <a:path w="77241" h="77221">
                <a:moveTo>
                  <a:pt x="38234" y="0"/>
                </a:moveTo>
                <a:lnTo>
                  <a:pt x="77241" y="77028"/>
                </a:lnTo>
                <a:lnTo>
                  <a:pt x="38427" y="57916"/>
                </a:lnTo>
                <a:lnTo>
                  <a:pt x="0" y="77221"/>
                </a:lnTo>
                <a:lnTo>
                  <a:pt x="3823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CA429-6298-405C-9690-9468F518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48" y="2500873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234" y="0"/>
                </a:moveTo>
                <a:lnTo>
                  <a:pt x="77241" y="77028"/>
                </a:lnTo>
                <a:lnTo>
                  <a:pt x="38427" y="57916"/>
                </a:lnTo>
                <a:lnTo>
                  <a:pt x="0" y="77221"/>
                </a:lnTo>
                <a:lnTo>
                  <a:pt x="3823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1A6BD-5BC3-4D14-9513-39E6A6B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57" y="2743357"/>
            <a:ext cx="4479381" cy="579159"/>
          </a:xfrm>
          <a:custGeom xmlns:a="http://schemas.openxmlformats.org/drawingml/2006/main">
            <a:pathLst>
              <a:path w="4479381" h="579159">
                <a:moveTo>
                  <a:pt x="86896" y="0"/>
                </a:moveTo>
                <a:lnTo>
                  <a:pt x="4392486" y="0"/>
                </a:lnTo>
                <a:cubicBezTo>
                  <a:pt x="4404009" y="0"/>
                  <a:pt x="4415093" y="2202"/>
                  <a:pt x="4425737" y="6611"/>
                </a:cubicBezTo>
                <a:cubicBezTo>
                  <a:pt x="4436385" y="11019"/>
                  <a:pt x="4445782" y="17297"/>
                  <a:pt x="4453929" y="25443"/>
                </a:cubicBezTo>
                <a:cubicBezTo>
                  <a:pt x="4462077" y="33589"/>
                  <a:pt x="4468354" y="42983"/>
                  <a:pt x="4472765" y="53626"/>
                </a:cubicBezTo>
                <a:cubicBezTo>
                  <a:pt x="4477176" y="64270"/>
                  <a:pt x="4479381" y="75353"/>
                  <a:pt x="4479381" y="86874"/>
                </a:cubicBezTo>
                <a:lnTo>
                  <a:pt x="4479381" y="492285"/>
                </a:lnTo>
                <a:cubicBezTo>
                  <a:pt x="4479381" y="503806"/>
                  <a:pt x="4477176" y="514887"/>
                  <a:pt x="4472765" y="525528"/>
                </a:cubicBezTo>
                <a:cubicBezTo>
                  <a:pt x="4468354" y="536173"/>
                  <a:pt x="4462077" y="545568"/>
                  <a:pt x="4453929" y="553714"/>
                </a:cubicBezTo>
                <a:cubicBezTo>
                  <a:pt x="4445782" y="561859"/>
                  <a:pt x="4436385" y="568136"/>
                  <a:pt x="4425737" y="572544"/>
                </a:cubicBezTo>
                <a:cubicBezTo>
                  <a:pt x="4415093" y="576952"/>
                  <a:pt x="4404009" y="579159"/>
                  <a:pt x="4392486" y="579159"/>
                </a:cubicBezTo>
                <a:lnTo>
                  <a:pt x="86896" y="579159"/>
                </a:lnTo>
                <a:cubicBezTo>
                  <a:pt x="75373" y="579159"/>
                  <a:pt x="64288" y="576952"/>
                  <a:pt x="53642" y="572544"/>
                </a:cubicBezTo>
                <a:cubicBezTo>
                  <a:pt x="42996" y="568136"/>
                  <a:pt x="33599" y="561859"/>
                  <a:pt x="25451" y="553714"/>
                </a:cubicBezTo>
                <a:cubicBezTo>
                  <a:pt x="17303" y="545568"/>
                  <a:pt x="11024" y="536173"/>
                  <a:pt x="6614" y="525528"/>
                </a:cubicBezTo>
                <a:cubicBezTo>
                  <a:pt x="2204" y="514887"/>
                  <a:pt x="0" y="503806"/>
                  <a:pt x="1" y="492285"/>
                </a:cubicBezTo>
                <a:lnTo>
                  <a:pt x="1" y="86874"/>
                </a:lnTo>
                <a:cubicBezTo>
                  <a:pt x="0" y="75353"/>
                  <a:pt x="2204" y="64270"/>
                  <a:pt x="6614" y="53626"/>
                </a:cubicBezTo>
                <a:cubicBezTo>
                  <a:pt x="11024" y="42983"/>
                  <a:pt x="17303" y="33589"/>
                  <a:pt x="25451" y="25443"/>
                </a:cubicBezTo>
                <a:cubicBezTo>
                  <a:pt x="33599" y="17297"/>
                  <a:pt x="42996" y="11019"/>
                  <a:pt x="53642" y="6611"/>
                </a:cubicBezTo>
                <a:cubicBezTo>
                  <a:pt x="64288" y="2202"/>
                  <a:pt x="75373" y="0"/>
                  <a:pt x="86896" y="0"/>
                </a:cubicBezTo>
                <a:close/>
              </a:path>
            </a:pathLst>
          </a:custGeom>
          <a:solidFill xmlns:a="http://schemas.openxmlformats.org/drawingml/2006/main">
            <a:srgbClr val="E1D5E7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4A88B-6406-4BA1-B7EB-64B65FF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60" y="2743347"/>
            <a:ext cx="4479383" cy="579159"/>
          </a:xfrm>
          <a:custGeom xmlns:a="http://schemas.openxmlformats.org/drawingml/2006/main">
            <a:pathLst>
              <a:path w="4479383" h="579159" fill="none">
                <a:moveTo>
                  <a:pt x="86896" y="0"/>
                </a:moveTo>
                <a:lnTo>
                  <a:pt x="4392487" y="0"/>
                </a:lnTo>
                <a:cubicBezTo>
                  <a:pt x="4404009" y="0"/>
                  <a:pt x="4415093" y="2205"/>
                  <a:pt x="4425739" y="6612"/>
                </a:cubicBezTo>
                <a:cubicBezTo>
                  <a:pt x="4436385" y="11019"/>
                  <a:pt x="4445783" y="17298"/>
                  <a:pt x="4453930" y="25444"/>
                </a:cubicBezTo>
                <a:cubicBezTo>
                  <a:pt x="4462077" y="33589"/>
                  <a:pt x="4468357" y="42983"/>
                  <a:pt x="4472765" y="53628"/>
                </a:cubicBezTo>
                <a:cubicBezTo>
                  <a:pt x="4477176" y="64271"/>
                  <a:pt x="4479381" y="75354"/>
                  <a:pt x="4479383" y="86874"/>
                </a:cubicBezTo>
                <a:lnTo>
                  <a:pt x="4479383" y="492286"/>
                </a:lnTo>
                <a:cubicBezTo>
                  <a:pt x="4479381" y="503807"/>
                  <a:pt x="4477176" y="514886"/>
                  <a:pt x="4472765" y="525529"/>
                </a:cubicBezTo>
                <a:cubicBezTo>
                  <a:pt x="4468357" y="536172"/>
                  <a:pt x="4462077" y="545568"/>
                  <a:pt x="4453930" y="553715"/>
                </a:cubicBezTo>
                <a:cubicBezTo>
                  <a:pt x="4445783" y="561860"/>
                  <a:pt x="4436385" y="568136"/>
                  <a:pt x="4425739" y="572545"/>
                </a:cubicBezTo>
                <a:cubicBezTo>
                  <a:pt x="4415093" y="576953"/>
                  <a:pt x="4404009" y="579159"/>
                  <a:pt x="4392487" y="579159"/>
                </a:cubicBezTo>
                <a:lnTo>
                  <a:pt x="86896" y="579159"/>
                </a:lnTo>
                <a:cubicBezTo>
                  <a:pt x="75371" y="579159"/>
                  <a:pt x="64287" y="576953"/>
                  <a:pt x="53642" y="572545"/>
                </a:cubicBezTo>
                <a:cubicBezTo>
                  <a:pt x="42996" y="568136"/>
                  <a:pt x="33598" y="561860"/>
                  <a:pt x="25451" y="553715"/>
                </a:cubicBezTo>
                <a:cubicBezTo>
                  <a:pt x="17302" y="545568"/>
                  <a:pt x="11024" y="536172"/>
                  <a:pt x="6614" y="525529"/>
                </a:cubicBezTo>
                <a:cubicBezTo>
                  <a:pt x="2203" y="514886"/>
                  <a:pt x="0" y="503807"/>
                  <a:pt x="0" y="492286"/>
                </a:cubicBezTo>
                <a:lnTo>
                  <a:pt x="0" y="86874"/>
                </a:lnTo>
                <a:cubicBezTo>
                  <a:pt x="0" y="75354"/>
                  <a:pt x="2203" y="64271"/>
                  <a:pt x="6614" y="53628"/>
                </a:cubicBezTo>
                <a:cubicBezTo>
                  <a:pt x="11024" y="42983"/>
                  <a:pt x="17302" y="33589"/>
                  <a:pt x="25451" y="25444"/>
                </a:cubicBezTo>
                <a:cubicBezTo>
                  <a:pt x="33598" y="17298"/>
                  <a:pt x="42996" y="11019"/>
                  <a:pt x="53642" y="6612"/>
                </a:cubicBezTo>
                <a:cubicBezTo>
                  <a:pt x="64287" y="2205"/>
                  <a:pt x="75371" y="0"/>
                  <a:pt x="8689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9673A6">
                <a:alpha val="40000"/>
              </a:srgbClr>
            </a:solidFill>
            <a:miter/>
          </a:ln>
        </p:spPr>
      </p:sp>
      <p:sp>
        <p:nvSpPr>
          <p:cNvPr id="422" name="Text ScaledDotProductAttention">
            <a:extLst xmlns:a="http://schemas.openxmlformats.org/drawingml/2006/main">
              <a:ext uri="{FF2B5EF4-FFF2-40B4-BE49-F238E27FC236}">
                <a16:creationId xmlns:a16="http://schemas.microsoft.com/office/drawing/2014/main" id="{6870E1C0-A8DB-42A1-B91E-564DA923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31" y="2937798"/>
            <a:ext cx="2936712" cy="175784"/>
          </a:xfrm>
          <a:custGeom xmlns:a="http://schemas.openxmlformats.org/drawingml/2006/main">
            <a:pathLst>
              <a:path w="2936712" h="175784">
                <a:moveTo>
                  <a:pt x="21385" y="117189"/>
                </a:moveTo>
                <a:cubicBezTo>
                  <a:pt x="21913" y="126642"/>
                  <a:pt x="24138" y="134318"/>
                  <a:pt x="28060" y="140219"/>
                </a:cubicBezTo>
                <a:cubicBezTo>
                  <a:pt x="35528" y="151260"/>
                  <a:pt x="48690" y="156780"/>
                  <a:pt x="67548" y="156780"/>
                </a:cubicBezTo>
                <a:cubicBezTo>
                  <a:pt x="75996" y="156780"/>
                  <a:pt x="83690" y="155574"/>
                  <a:pt x="90630" y="153161"/>
                </a:cubicBezTo>
                <a:cubicBezTo>
                  <a:pt x="104056" y="148485"/>
                  <a:pt x="110770" y="140116"/>
                  <a:pt x="110770" y="128052"/>
                </a:cubicBezTo>
                <a:cubicBezTo>
                  <a:pt x="110770" y="119003"/>
                  <a:pt x="107941" y="112555"/>
                  <a:pt x="102284" y="108709"/>
                </a:cubicBezTo>
                <a:cubicBezTo>
                  <a:pt x="96551" y="104924"/>
                  <a:pt x="87575" y="101632"/>
                  <a:pt x="75355" y="98833"/>
                </a:cubicBezTo>
                <a:lnTo>
                  <a:pt x="52839" y="93721"/>
                </a:lnTo>
                <a:cubicBezTo>
                  <a:pt x="38130" y="90391"/>
                  <a:pt x="27721" y="86727"/>
                  <a:pt x="21611" y="82727"/>
                </a:cubicBezTo>
                <a:cubicBezTo>
                  <a:pt x="11051" y="75787"/>
                  <a:pt x="5770" y="65413"/>
                  <a:pt x="5770" y="51606"/>
                </a:cubicBezTo>
                <a:cubicBezTo>
                  <a:pt x="5770" y="36668"/>
                  <a:pt x="10937" y="24407"/>
                  <a:pt x="21271" y="14825"/>
                </a:cubicBezTo>
                <a:cubicBezTo>
                  <a:pt x="31605" y="5243"/>
                  <a:pt x="46239" y="452"/>
                  <a:pt x="65172" y="452"/>
                </a:cubicBezTo>
                <a:cubicBezTo>
                  <a:pt x="82596" y="452"/>
                  <a:pt x="97399" y="4657"/>
                  <a:pt x="109582" y="13065"/>
                </a:cubicBezTo>
                <a:cubicBezTo>
                  <a:pt x="121764" y="21473"/>
                  <a:pt x="127855" y="34915"/>
                  <a:pt x="127855" y="53391"/>
                </a:cubicBezTo>
                <a:lnTo>
                  <a:pt x="106696" y="53391"/>
                </a:lnTo>
                <a:cubicBezTo>
                  <a:pt x="105565" y="44493"/>
                  <a:pt x="103151" y="37668"/>
                  <a:pt x="99455" y="32917"/>
                </a:cubicBezTo>
                <a:cubicBezTo>
                  <a:pt x="92591" y="24245"/>
                  <a:pt x="80937" y="19909"/>
                  <a:pt x="64493" y="19909"/>
                </a:cubicBezTo>
                <a:cubicBezTo>
                  <a:pt x="51217" y="19909"/>
                  <a:pt x="41675" y="22701"/>
                  <a:pt x="35867" y="28286"/>
                </a:cubicBezTo>
                <a:cubicBezTo>
                  <a:pt x="30059" y="33871"/>
                  <a:pt x="27155" y="40363"/>
                  <a:pt x="27155" y="47760"/>
                </a:cubicBezTo>
                <a:cubicBezTo>
                  <a:pt x="27155" y="55912"/>
                  <a:pt x="30549" y="61874"/>
                  <a:pt x="37338" y="65647"/>
                </a:cubicBezTo>
                <a:cubicBezTo>
                  <a:pt x="41788" y="68062"/>
                  <a:pt x="51858" y="71081"/>
                  <a:pt x="67548" y="74703"/>
                </a:cubicBezTo>
                <a:lnTo>
                  <a:pt x="90856" y="80023"/>
                </a:lnTo>
                <a:cubicBezTo>
                  <a:pt x="102095" y="82590"/>
                  <a:pt x="110770" y="86099"/>
                  <a:pt x="116879" y="90550"/>
                </a:cubicBezTo>
                <a:cubicBezTo>
                  <a:pt x="127440" y="98322"/>
                  <a:pt x="132720" y="109603"/>
                  <a:pt x="132720" y="124393"/>
                </a:cubicBezTo>
                <a:cubicBezTo>
                  <a:pt x="132720" y="142808"/>
                  <a:pt x="126025" y="155977"/>
                  <a:pt x="112636" y="163900"/>
                </a:cubicBezTo>
                <a:cubicBezTo>
                  <a:pt x="99248" y="171823"/>
                  <a:pt x="83690" y="175784"/>
                  <a:pt x="65964" y="175784"/>
                </a:cubicBezTo>
                <a:cubicBezTo>
                  <a:pt x="45296" y="175784"/>
                  <a:pt x="29116" y="170495"/>
                  <a:pt x="17424" y="159916"/>
                </a:cubicBezTo>
                <a:cubicBezTo>
                  <a:pt x="5733" y="149415"/>
                  <a:pt x="0" y="135173"/>
                  <a:pt x="226" y="117189"/>
                </a:cubicBezTo>
                <a:lnTo>
                  <a:pt x="21385" y="117189"/>
                </a:lnTo>
                <a:moveTo>
                  <a:pt x="66869" y="0"/>
                </a:moveTo>
                <a:lnTo>
                  <a:pt x="66869" y="0"/>
                </a:lnTo>
                <a:close/>
                <a:moveTo>
                  <a:pt x="205248" y="45926"/>
                </a:moveTo>
                <a:cubicBezTo>
                  <a:pt x="218901" y="45926"/>
                  <a:pt x="230008" y="49252"/>
                  <a:pt x="238569" y="55905"/>
                </a:cubicBezTo>
                <a:cubicBezTo>
                  <a:pt x="247131" y="62557"/>
                  <a:pt x="252279" y="74012"/>
                  <a:pt x="254014" y="90267"/>
                </a:cubicBezTo>
                <a:lnTo>
                  <a:pt x="234213" y="90267"/>
                </a:lnTo>
                <a:cubicBezTo>
                  <a:pt x="233006" y="82802"/>
                  <a:pt x="230253" y="76599"/>
                  <a:pt x="225953" y="71660"/>
                </a:cubicBezTo>
                <a:cubicBezTo>
                  <a:pt x="221654" y="66720"/>
                  <a:pt x="214752" y="64251"/>
                  <a:pt x="205248" y="64251"/>
                </a:cubicBezTo>
                <a:cubicBezTo>
                  <a:pt x="192274" y="64251"/>
                  <a:pt x="182996" y="70585"/>
                  <a:pt x="177414" y="83254"/>
                </a:cubicBezTo>
                <a:cubicBezTo>
                  <a:pt x="173793" y="91474"/>
                  <a:pt x="171983" y="101617"/>
                  <a:pt x="171983" y="113683"/>
                </a:cubicBezTo>
                <a:cubicBezTo>
                  <a:pt x="171983" y="125824"/>
                  <a:pt x="174548" y="136042"/>
                  <a:pt x="179677" y="144337"/>
                </a:cubicBezTo>
                <a:cubicBezTo>
                  <a:pt x="184806" y="152633"/>
                  <a:pt x="192877" y="156780"/>
                  <a:pt x="203890" y="156780"/>
                </a:cubicBezTo>
                <a:cubicBezTo>
                  <a:pt x="212338" y="156780"/>
                  <a:pt x="219033" y="154217"/>
                  <a:pt x="223973" y="149092"/>
                </a:cubicBezTo>
                <a:cubicBezTo>
                  <a:pt x="228914" y="143966"/>
                  <a:pt x="232327" y="136952"/>
                  <a:pt x="234213" y="128049"/>
                </a:cubicBezTo>
                <a:lnTo>
                  <a:pt x="254014" y="128049"/>
                </a:lnTo>
                <a:cubicBezTo>
                  <a:pt x="251751" y="144111"/>
                  <a:pt x="246093" y="155857"/>
                  <a:pt x="237042" y="163285"/>
                </a:cubicBezTo>
                <a:cubicBezTo>
                  <a:pt x="227990" y="170713"/>
                  <a:pt x="216411" y="174427"/>
                  <a:pt x="202306" y="174427"/>
                </a:cubicBezTo>
                <a:cubicBezTo>
                  <a:pt x="186466" y="174427"/>
                  <a:pt x="173831" y="168623"/>
                  <a:pt x="164402" y="157017"/>
                </a:cubicBezTo>
                <a:cubicBezTo>
                  <a:pt x="154973" y="145411"/>
                  <a:pt x="150259" y="130912"/>
                  <a:pt x="150259" y="113520"/>
                </a:cubicBezTo>
                <a:cubicBezTo>
                  <a:pt x="150259" y="92200"/>
                  <a:pt x="155426" y="75605"/>
                  <a:pt x="165760" y="63734"/>
                </a:cubicBezTo>
                <a:cubicBezTo>
                  <a:pt x="176094" y="51862"/>
                  <a:pt x="189257" y="45926"/>
                  <a:pt x="205248" y="45926"/>
                </a:cubicBezTo>
                <a:moveTo>
                  <a:pt x="202080" y="46604"/>
                </a:moveTo>
                <a:lnTo>
                  <a:pt x="202080" y="46604"/>
                </a:lnTo>
                <a:close/>
                <a:moveTo>
                  <a:pt x="289994" y="138625"/>
                </a:moveTo>
                <a:cubicBezTo>
                  <a:pt x="289994" y="144526"/>
                  <a:pt x="292143" y="149178"/>
                  <a:pt x="296443" y="152581"/>
                </a:cubicBezTo>
                <a:cubicBezTo>
                  <a:pt x="300743" y="155984"/>
                  <a:pt x="305834" y="157685"/>
                  <a:pt x="311718" y="157685"/>
                </a:cubicBezTo>
                <a:cubicBezTo>
                  <a:pt x="318884" y="157685"/>
                  <a:pt x="325823" y="156012"/>
                  <a:pt x="332536" y="152666"/>
                </a:cubicBezTo>
                <a:cubicBezTo>
                  <a:pt x="343851" y="147113"/>
                  <a:pt x="349508" y="138078"/>
                  <a:pt x="349508" y="125560"/>
                </a:cubicBezTo>
                <a:lnTo>
                  <a:pt x="349508" y="109158"/>
                </a:lnTo>
                <a:cubicBezTo>
                  <a:pt x="347019" y="110775"/>
                  <a:pt x="343813" y="112121"/>
                  <a:pt x="339891" y="113198"/>
                </a:cubicBezTo>
                <a:cubicBezTo>
                  <a:pt x="335969" y="114275"/>
                  <a:pt x="332122" y="115033"/>
                  <a:pt x="328350" y="115471"/>
                </a:cubicBezTo>
                <a:lnTo>
                  <a:pt x="316017" y="117009"/>
                </a:lnTo>
                <a:cubicBezTo>
                  <a:pt x="308625" y="117959"/>
                  <a:pt x="303081" y="119493"/>
                  <a:pt x="299385" y="121611"/>
                </a:cubicBezTo>
                <a:cubicBezTo>
                  <a:pt x="293124" y="125165"/>
                  <a:pt x="289994" y="130836"/>
                  <a:pt x="289994" y="138625"/>
                </a:cubicBezTo>
                <a:moveTo>
                  <a:pt x="339325" y="97394"/>
                </a:moveTo>
                <a:cubicBezTo>
                  <a:pt x="344002" y="96791"/>
                  <a:pt x="347132" y="94830"/>
                  <a:pt x="348716" y="91512"/>
                </a:cubicBezTo>
                <a:cubicBezTo>
                  <a:pt x="349621" y="89695"/>
                  <a:pt x="350074" y="87082"/>
                  <a:pt x="350074" y="83675"/>
                </a:cubicBezTo>
                <a:cubicBezTo>
                  <a:pt x="350074" y="76709"/>
                  <a:pt x="347604" y="71655"/>
                  <a:pt x="342663" y="68514"/>
                </a:cubicBezTo>
                <a:cubicBezTo>
                  <a:pt x="337722" y="65370"/>
                  <a:pt x="330651" y="63798"/>
                  <a:pt x="321448" y="63798"/>
                </a:cubicBezTo>
                <a:cubicBezTo>
                  <a:pt x="310813" y="63798"/>
                  <a:pt x="303269" y="66678"/>
                  <a:pt x="298819" y="72437"/>
                </a:cubicBezTo>
                <a:cubicBezTo>
                  <a:pt x="296330" y="75621"/>
                  <a:pt x="294708" y="80358"/>
                  <a:pt x="293954" y="86648"/>
                </a:cubicBezTo>
                <a:lnTo>
                  <a:pt x="274945" y="86648"/>
                </a:lnTo>
                <a:cubicBezTo>
                  <a:pt x="275323" y="71674"/>
                  <a:pt x="280169" y="61256"/>
                  <a:pt x="289485" y="55396"/>
                </a:cubicBezTo>
                <a:cubicBezTo>
                  <a:pt x="298800" y="49535"/>
                  <a:pt x="309606" y="46604"/>
                  <a:pt x="321901" y="46604"/>
                </a:cubicBezTo>
                <a:cubicBezTo>
                  <a:pt x="336157" y="46604"/>
                  <a:pt x="347736" y="49319"/>
                  <a:pt x="356636" y="54749"/>
                </a:cubicBezTo>
                <a:cubicBezTo>
                  <a:pt x="365462" y="60178"/>
                  <a:pt x="369875" y="68631"/>
                  <a:pt x="369875" y="80108"/>
                </a:cubicBezTo>
                <a:lnTo>
                  <a:pt x="369875" y="149990"/>
                </a:lnTo>
                <a:cubicBezTo>
                  <a:pt x="369875" y="152104"/>
                  <a:pt x="370308" y="153802"/>
                  <a:pt x="371176" y="155084"/>
                </a:cubicBezTo>
                <a:cubicBezTo>
                  <a:pt x="372043" y="156366"/>
                  <a:pt x="373872" y="157007"/>
                  <a:pt x="376663" y="157007"/>
                </a:cubicBezTo>
                <a:cubicBezTo>
                  <a:pt x="377568" y="157007"/>
                  <a:pt x="378587" y="156950"/>
                  <a:pt x="379718" y="156837"/>
                </a:cubicBezTo>
                <a:cubicBezTo>
                  <a:pt x="380850" y="156724"/>
                  <a:pt x="382057" y="156554"/>
                  <a:pt x="383339" y="156328"/>
                </a:cubicBezTo>
                <a:lnTo>
                  <a:pt x="383339" y="171486"/>
                </a:lnTo>
                <a:cubicBezTo>
                  <a:pt x="380171" y="172390"/>
                  <a:pt x="377757" y="172956"/>
                  <a:pt x="376098" y="173182"/>
                </a:cubicBezTo>
                <a:cubicBezTo>
                  <a:pt x="374438" y="173409"/>
                  <a:pt x="372175" y="173522"/>
                  <a:pt x="369309" y="173522"/>
                </a:cubicBezTo>
                <a:cubicBezTo>
                  <a:pt x="362294" y="173522"/>
                  <a:pt x="357202" y="171018"/>
                  <a:pt x="354034" y="166010"/>
                </a:cubicBezTo>
                <a:cubicBezTo>
                  <a:pt x="352375" y="163354"/>
                  <a:pt x="351205" y="159599"/>
                  <a:pt x="350527" y="154744"/>
                </a:cubicBezTo>
                <a:cubicBezTo>
                  <a:pt x="346378" y="160235"/>
                  <a:pt x="340419" y="165001"/>
                  <a:pt x="332650" y="169043"/>
                </a:cubicBezTo>
                <a:cubicBezTo>
                  <a:pt x="324880" y="173084"/>
                  <a:pt x="316319" y="175105"/>
                  <a:pt x="306966" y="175105"/>
                </a:cubicBezTo>
                <a:cubicBezTo>
                  <a:pt x="295726" y="175105"/>
                  <a:pt x="286543" y="171682"/>
                  <a:pt x="279415" y="164836"/>
                </a:cubicBezTo>
                <a:cubicBezTo>
                  <a:pt x="272286" y="157990"/>
                  <a:pt x="268722" y="149424"/>
                  <a:pt x="268722" y="139138"/>
                </a:cubicBezTo>
                <a:cubicBezTo>
                  <a:pt x="268722" y="127866"/>
                  <a:pt x="272230" y="119129"/>
                  <a:pt x="279245" y="112926"/>
                </a:cubicBezTo>
                <a:cubicBezTo>
                  <a:pt x="286260" y="106724"/>
                  <a:pt x="295462" y="102904"/>
                  <a:pt x="306852" y="101466"/>
                </a:cubicBezTo>
                <a:lnTo>
                  <a:pt x="339325" y="97394"/>
                </a:lnTo>
                <a:moveTo>
                  <a:pt x="322467" y="46604"/>
                </a:moveTo>
                <a:lnTo>
                  <a:pt x="322467" y="46604"/>
                </a:lnTo>
                <a:close/>
                <a:moveTo>
                  <a:pt x="403829" y="4525"/>
                </a:moveTo>
                <a:lnTo>
                  <a:pt x="424195" y="4525"/>
                </a:lnTo>
                <a:lnTo>
                  <a:pt x="424195" y="170807"/>
                </a:lnTo>
                <a:lnTo>
                  <a:pt x="403829" y="170807"/>
                </a:lnTo>
                <a:lnTo>
                  <a:pt x="403829" y="4525"/>
                </a:lnTo>
                <a:close/>
                <a:moveTo>
                  <a:pt x="505215" y="46830"/>
                </a:moveTo>
                <a:cubicBezTo>
                  <a:pt x="513814" y="46830"/>
                  <a:pt x="522149" y="48848"/>
                  <a:pt x="530220" y="52882"/>
                </a:cubicBezTo>
                <a:cubicBezTo>
                  <a:pt x="538291" y="56917"/>
                  <a:pt x="544439" y="62138"/>
                  <a:pt x="548663" y="68545"/>
                </a:cubicBezTo>
                <a:cubicBezTo>
                  <a:pt x="552736" y="74654"/>
                  <a:pt x="555452" y="81779"/>
                  <a:pt x="556810" y="89921"/>
                </a:cubicBezTo>
                <a:cubicBezTo>
                  <a:pt x="558016" y="95501"/>
                  <a:pt x="558620" y="104440"/>
                  <a:pt x="558620" y="116737"/>
                </a:cubicBezTo>
                <a:lnTo>
                  <a:pt x="469801" y="116737"/>
                </a:lnTo>
                <a:cubicBezTo>
                  <a:pt x="470178" y="129029"/>
                  <a:pt x="473082" y="138889"/>
                  <a:pt x="478513" y="146317"/>
                </a:cubicBezTo>
                <a:cubicBezTo>
                  <a:pt x="483944" y="153745"/>
                  <a:pt x="492354" y="157459"/>
                  <a:pt x="503744" y="157459"/>
                </a:cubicBezTo>
                <a:cubicBezTo>
                  <a:pt x="514380" y="157459"/>
                  <a:pt x="522866" y="153984"/>
                  <a:pt x="529202" y="147035"/>
                </a:cubicBezTo>
                <a:cubicBezTo>
                  <a:pt x="532823" y="143000"/>
                  <a:pt x="535387" y="138330"/>
                  <a:pt x="536896" y="133026"/>
                </a:cubicBezTo>
                <a:lnTo>
                  <a:pt x="556923" y="133026"/>
                </a:lnTo>
                <a:cubicBezTo>
                  <a:pt x="556395" y="137451"/>
                  <a:pt x="554641" y="142384"/>
                  <a:pt x="551661" y="147823"/>
                </a:cubicBezTo>
                <a:cubicBezTo>
                  <a:pt x="548682" y="153260"/>
                  <a:pt x="545344" y="157703"/>
                  <a:pt x="541648" y="161153"/>
                </a:cubicBezTo>
                <a:cubicBezTo>
                  <a:pt x="535463" y="167155"/>
                  <a:pt x="527807" y="171206"/>
                  <a:pt x="518680" y="173306"/>
                </a:cubicBezTo>
                <a:cubicBezTo>
                  <a:pt x="513777" y="174506"/>
                  <a:pt x="508232" y="175105"/>
                  <a:pt x="502047" y="175105"/>
                </a:cubicBezTo>
                <a:cubicBezTo>
                  <a:pt x="486961" y="175105"/>
                  <a:pt x="474176" y="169614"/>
                  <a:pt x="463691" y="158633"/>
                </a:cubicBezTo>
                <a:cubicBezTo>
                  <a:pt x="453206" y="147651"/>
                  <a:pt x="447964" y="132272"/>
                  <a:pt x="447964" y="112495"/>
                </a:cubicBezTo>
                <a:cubicBezTo>
                  <a:pt x="447964" y="93022"/>
                  <a:pt x="453244" y="77211"/>
                  <a:pt x="463804" y="65060"/>
                </a:cubicBezTo>
                <a:cubicBezTo>
                  <a:pt x="474364" y="52907"/>
                  <a:pt x="488168" y="46830"/>
                  <a:pt x="505215" y="46830"/>
                </a:cubicBezTo>
                <a:moveTo>
                  <a:pt x="537688" y="100448"/>
                </a:moveTo>
                <a:cubicBezTo>
                  <a:pt x="536858" y="91597"/>
                  <a:pt x="534935" y="84523"/>
                  <a:pt x="531918" y="79228"/>
                </a:cubicBezTo>
                <a:cubicBezTo>
                  <a:pt x="526336" y="69394"/>
                  <a:pt x="517020" y="64477"/>
                  <a:pt x="503971" y="64477"/>
                </a:cubicBezTo>
                <a:cubicBezTo>
                  <a:pt x="494617" y="64477"/>
                  <a:pt x="486772" y="67862"/>
                  <a:pt x="480436" y="74633"/>
                </a:cubicBezTo>
                <a:cubicBezTo>
                  <a:pt x="474100" y="81403"/>
                  <a:pt x="470744" y="90008"/>
                  <a:pt x="470366" y="100448"/>
                </a:cubicBezTo>
                <a:lnTo>
                  <a:pt x="537688" y="100448"/>
                </a:lnTo>
                <a:moveTo>
                  <a:pt x="503292" y="46604"/>
                </a:moveTo>
                <a:lnTo>
                  <a:pt x="503292" y="46604"/>
                </a:lnTo>
                <a:close/>
                <a:moveTo>
                  <a:pt x="596535" y="111647"/>
                </a:moveTo>
                <a:cubicBezTo>
                  <a:pt x="596535" y="124650"/>
                  <a:pt x="599288" y="135537"/>
                  <a:pt x="604795" y="144306"/>
                </a:cubicBezTo>
                <a:cubicBezTo>
                  <a:pt x="610301" y="153075"/>
                  <a:pt x="619126" y="157459"/>
                  <a:pt x="631271" y="157459"/>
                </a:cubicBezTo>
                <a:cubicBezTo>
                  <a:pt x="640699" y="157459"/>
                  <a:pt x="648450" y="153396"/>
                  <a:pt x="654522" y="145271"/>
                </a:cubicBezTo>
                <a:cubicBezTo>
                  <a:pt x="660594" y="137143"/>
                  <a:pt x="663630" y="125481"/>
                  <a:pt x="663630" y="110286"/>
                </a:cubicBezTo>
                <a:cubicBezTo>
                  <a:pt x="663630" y="94939"/>
                  <a:pt x="660500" y="83582"/>
                  <a:pt x="654239" y="76213"/>
                </a:cubicBezTo>
                <a:cubicBezTo>
                  <a:pt x="647978" y="68841"/>
                  <a:pt x="640247" y="65155"/>
                  <a:pt x="631044" y="65155"/>
                </a:cubicBezTo>
                <a:cubicBezTo>
                  <a:pt x="620786" y="65155"/>
                  <a:pt x="612470" y="69086"/>
                  <a:pt x="606096" y="76948"/>
                </a:cubicBezTo>
                <a:cubicBezTo>
                  <a:pt x="599722" y="84810"/>
                  <a:pt x="596535" y="96376"/>
                  <a:pt x="596535" y="111647"/>
                </a:cubicBezTo>
                <a:moveTo>
                  <a:pt x="627197" y="47509"/>
                </a:moveTo>
                <a:cubicBezTo>
                  <a:pt x="636475" y="47509"/>
                  <a:pt x="644245" y="49457"/>
                  <a:pt x="650505" y="53352"/>
                </a:cubicBezTo>
                <a:cubicBezTo>
                  <a:pt x="654126" y="55601"/>
                  <a:pt x="658237" y="59535"/>
                  <a:pt x="662838" y="65155"/>
                </a:cubicBezTo>
                <a:lnTo>
                  <a:pt x="662838" y="4298"/>
                </a:lnTo>
                <a:lnTo>
                  <a:pt x="682412" y="4298"/>
                </a:lnTo>
                <a:lnTo>
                  <a:pt x="682412" y="170807"/>
                </a:lnTo>
                <a:lnTo>
                  <a:pt x="664083" y="170807"/>
                </a:lnTo>
                <a:lnTo>
                  <a:pt x="664083" y="154058"/>
                </a:lnTo>
                <a:cubicBezTo>
                  <a:pt x="659331" y="161486"/>
                  <a:pt x="653711" y="166851"/>
                  <a:pt x="647224" y="170153"/>
                </a:cubicBezTo>
                <a:cubicBezTo>
                  <a:pt x="640737" y="173454"/>
                  <a:pt x="633307" y="175105"/>
                  <a:pt x="624934" y="175105"/>
                </a:cubicBezTo>
                <a:cubicBezTo>
                  <a:pt x="611432" y="175105"/>
                  <a:pt x="599741" y="169431"/>
                  <a:pt x="589859" y="158081"/>
                </a:cubicBezTo>
                <a:cubicBezTo>
                  <a:pt x="579978" y="146732"/>
                  <a:pt x="575037" y="131631"/>
                  <a:pt x="575037" y="112778"/>
                </a:cubicBezTo>
                <a:cubicBezTo>
                  <a:pt x="575037" y="95131"/>
                  <a:pt x="579544" y="79842"/>
                  <a:pt x="588558" y="66909"/>
                </a:cubicBezTo>
                <a:cubicBezTo>
                  <a:pt x="597572" y="53976"/>
                  <a:pt x="610452" y="47509"/>
                  <a:pt x="627197" y="47509"/>
                </a:cubicBezTo>
                <a:close/>
                <a:moveTo>
                  <a:pt x="843422" y="151577"/>
                </a:moveTo>
                <a:cubicBezTo>
                  <a:pt x="851041" y="151577"/>
                  <a:pt x="857301" y="150785"/>
                  <a:pt x="862204" y="149201"/>
                </a:cubicBezTo>
                <a:cubicBezTo>
                  <a:pt x="870954" y="146260"/>
                  <a:pt x="878120" y="140605"/>
                  <a:pt x="883702" y="132234"/>
                </a:cubicBezTo>
                <a:cubicBezTo>
                  <a:pt x="888152" y="125522"/>
                  <a:pt x="891358" y="116925"/>
                  <a:pt x="893319" y="106443"/>
                </a:cubicBezTo>
                <a:cubicBezTo>
                  <a:pt x="894451" y="100184"/>
                  <a:pt x="895017" y="94377"/>
                  <a:pt x="895017" y="89023"/>
                </a:cubicBezTo>
                <a:cubicBezTo>
                  <a:pt x="895017" y="68436"/>
                  <a:pt x="890924" y="52449"/>
                  <a:pt x="882740" y="41062"/>
                </a:cubicBezTo>
                <a:cubicBezTo>
                  <a:pt x="874556" y="29674"/>
                  <a:pt x="861375" y="23981"/>
                  <a:pt x="843196" y="23981"/>
                </a:cubicBezTo>
                <a:lnTo>
                  <a:pt x="803255" y="23981"/>
                </a:lnTo>
                <a:lnTo>
                  <a:pt x="803255" y="151577"/>
                </a:lnTo>
                <a:lnTo>
                  <a:pt x="843422" y="151577"/>
                </a:lnTo>
                <a:moveTo>
                  <a:pt x="780626" y="4525"/>
                </a:moveTo>
                <a:lnTo>
                  <a:pt x="847948" y="4525"/>
                </a:lnTo>
                <a:cubicBezTo>
                  <a:pt x="870803" y="4525"/>
                  <a:pt x="888530" y="12637"/>
                  <a:pt x="901126" y="28863"/>
                </a:cubicBezTo>
                <a:cubicBezTo>
                  <a:pt x="912366" y="43502"/>
                  <a:pt x="917985" y="62254"/>
                  <a:pt x="917985" y="85121"/>
                </a:cubicBezTo>
                <a:cubicBezTo>
                  <a:pt x="917985" y="102779"/>
                  <a:pt x="914666" y="118739"/>
                  <a:pt x="908028" y="133001"/>
                </a:cubicBezTo>
                <a:cubicBezTo>
                  <a:pt x="896337" y="158205"/>
                  <a:pt x="876234" y="170807"/>
                  <a:pt x="847722" y="170807"/>
                </a:cubicBezTo>
                <a:lnTo>
                  <a:pt x="780626" y="170807"/>
                </a:lnTo>
                <a:lnTo>
                  <a:pt x="780626" y="4525"/>
                </a:lnTo>
                <a:close/>
                <a:moveTo>
                  <a:pt x="992330" y="157459"/>
                </a:moveTo>
                <a:cubicBezTo>
                  <a:pt x="1005832" y="157459"/>
                  <a:pt x="1015091" y="152344"/>
                  <a:pt x="1020107" y="142114"/>
                </a:cubicBezTo>
                <a:cubicBezTo>
                  <a:pt x="1025123" y="131884"/>
                  <a:pt x="1027631" y="120502"/>
                  <a:pt x="1027631" y="107967"/>
                </a:cubicBezTo>
                <a:cubicBezTo>
                  <a:pt x="1027631" y="96641"/>
                  <a:pt x="1025821" y="87430"/>
                  <a:pt x="1022200" y="80334"/>
                </a:cubicBezTo>
                <a:cubicBezTo>
                  <a:pt x="1016468" y="69159"/>
                  <a:pt x="1006586" y="63572"/>
                  <a:pt x="992556" y="63572"/>
                </a:cubicBezTo>
                <a:cubicBezTo>
                  <a:pt x="980110" y="63572"/>
                  <a:pt x="971059" y="68329"/>
                  <a:pt x="965401" y="77842"/>
                </a:cubicBezTo>
                <a:cubicBezTo>
                  <a:pt x="959744" y="87356"/>
                  <a:pt x="956915" y="98833"/>
                  <a:pt x="956915" y="112272"/>
                </a:cubicBezTo>
                <a:cubicBezTo>
                  <a:pt x="956915" y="125182"/>
                  <a:pt x="959744" y="135941"/>
                  <a:pt x="965401" y="144550"/>
                </a:cubicBezTo>
                <a:cubicBezTo>
                  <a:pt x="971059" y="153156"/>
                  <a:pt x="980035" y="157459"/>
                  <a:pt x="992330" y="157459"/>
                </a:cubicBezTo>
                <a:moveTo>
                  <a:pt x="993122" y="45926"/>
                </a:moveTo>
                <a:cubicBezTo>
                  <a:pt x="1008736" y="45926"/>
                  <a:pt x="1021936" y="51134"/>
                  <a:pt x="1032723" y="61550"/>
                </a:cubicBezTo>
                <a:cubicBezTo>
                  <a:pt x="1043510" y="71966"/>
                  <a:pt x="1048903" y="87288"/>
                  <a:pt x="1048903" y="107514"/>
                </a:cubicBezTo>
                <a:cubicBezTo>
                  <a:pt x="1048903" y="127065"/>
                  <a:pt x="1044151" y="143218"/>
                  <a:pt x="1034646" y="155974"/>
                </a:cubicBezTo>
                <a:cubicBezTo>
                  <a:pt x="1025142" y="168728"/>
                  <a:pt x="1010396" y="175105"/>
                  <a:pt x="990407" y="175105"/>
                </a:cubicBezTo>
                <a:cubicBezTo>
                  <a:pt x="973736" y="175105"/>
                  <a:pt x="960498" y="169464"/>
                  <a:pt x="950692" y="158180"/>
                </a:cubicBezTo>
                <a:cubicBezTo>
                  <a:pt x="940887" y="146897"/>
                  <a:pt x="935984" y="131745"/>
                  <a:pt x="935984" y="112725"/>
                </a:cubicBezTo>
                <a:cubicBezTo>
                  <a:pt x="935984" y="92345"/>
                  <a:pt x="941151" y="76117"/>
                  <a:pt x="951484" y="64042"/>
                </a:cubicBezTo>
                <a:cubicBezTo>
                  <a:pt x="961818" y="51964"/>
                  <a:pt x="975698" y="45926"/>
                  <a:pt x="993122" y="45926"/>
                </a:cubicBezTo>
                <a:moveTo>
                  <a:pt x="992443" y="46604"/>
                </a:moveTo>
                <a:lnTo>
                  <a:pt x="992443" y="46604"/>
                </a:lnTo>
                <a:close/>
                <a:moveTo>
                  <a:pt x="1077200" y="15836"/>
                </a:moveTo>
                <a:lnTo>
                  <a:pt x="1097793" y="15836"/>
                </a:lnTo>
                <a:lnTo>
                  <a:pt x="1097793" y="49545"/>
                </a:lnTo>
                <a:lnTo>
                  <a:pt x="1117141" y="49545"/>
                </a:lnTo>
                <a:lnTo>
                  <a:pt x="1117141" y="66287"/>
                </a:lnTo>
                <a:lnTo>
                  <a:pt x="1097793" y="66287"/>
                </a:lnTo>
                <a:lnTo>
                  <a:pt x="1097793" y="145256"/>
                </a:lnTo>
                <a:cubicBezTo>
                  <a:pt x="1097793" y="149472"/>
                  <a:pt x="1099226" y="152296"/>
                  <a:pt x="1102092" y="153726"/>
                </a:cubicBezTo>
                <a:cubicBezTo>
                  <a:pt x="1103676" y="154556"/>
                  <a:pt x="1106316" y="154970"/>
                  <a:pt x="1110012" y="154970"/>
                </a:cubicBezTo>
                <a:cubicBezTo>
                  <a:pt x="1110993" y="154970"/>
                  <a:pt x="1112049" y="154946"/>
                  <a:pt x="1113181" y="154896"/>
                </a:cubicBezTo>
                <a:cubicBezTo>
                  <a:pt x="1114312" y="154844"/>
                  <a:pt x="1115632" y="154718"/>
                  <a:pt x="1117141" y="154518"/>
                </a:cubicBezTo>
                <a:lnTo>
                  <a:pt x="1117141" y="170807"/>
                </a:lnTo>
                <a:cubicBezTo>
                  <a:pt x="1114802" y="171526"/>
                  <a:pt x="1112370" y="172044"/>
                  <a:pt x="1109843" y="172362"/>
                </a:cubicBezTo>
                <a:cubicBezTo>
                  <a:pt x="1107316" y="172683"/>
                  <a:pt x="1104581" y="172843"/>
                  <a:pt x="1101640" y="172843"/>
                </a:cubicBezTo>
                <a:cubicBezTo>
                  <a:pt x="1092135" y="172843"/>
                  <a:pt x="1085686" y="170409"/>
                  <a:pt x="1082292" y="165540"/>
                </a:cubicBezTo>
                <a:cubicBezTo>
                  <a:pt x="1078897" y="160671"/>
                  <a:pt x="1077200" y="154348"/>
                  <a:pt x="1077200" y="146571"/>
                </a:cubicBezTo>
                <a:lnTo>
                  <a:pt x="1077200" y="66287"/>
                </a:lnTo>
                <a:lnTo>
                  <a:pt x="1060794" y="66287"/>
                </a:lnTo>
                <a:lnTo>
                  <a:pt x="1060794" y="49545"/>
                </a:lnTo>
                <a:lnTo>
                  <a:pt x="1077200" y="49545"/>
                </a:lnTo>
                <a:lnTo>
                  <a:pt x="1077200" y="15836"/>
                </a:lnTo>
                <a:close/>
                <a:moveTo>
                  <a:pt x="1206736" y="4525"/>
                </a:moveTo>
                <a:lnTo>
                  <a:pt x="1281525" y="4525"/>
                </a:lnTo>
                <a:cubicBezTo>
                  <a:pt x="1296310" y="4525"/>
                  <a:pt x="1308228" y="8691"/>
                  <a:pt x="1317279" y="17024"/>
                </a:cubicBezTo>
                <a:cubicBezTo>
                  <a:pt x="1326331" y="25357"/>
                  <a:pt x="1330857" y="37065"/>
                  <a:pt x="1330857" y="52147"/>
                </a:cubicBezTo>
                <a:cubicBezTo>
                  <a:pt x="1330857" y="65118"/>
                  <a:pt x="1326821" y="76411"/>
                  <a:pt x="1318750" y="86026"/>
                </a:cubicBezTo>
                <a:cubicBezTo>
                  <a:pt x="1310679" y="95641"/>
                  <a:pt x="1298271" y="100448"/>
                  <a:pt x="1281525" y="100448"/>
                </a:cubicBezTo>
                <a:lnTo>
                  <a:pt x="1229252" y="100448"/>
                </a:lnTo>
                <a:lnTo>
                  <a:pt x="1229252" y="170807"/>
                </a:lnTo>
                <a:lnTo>
                  <a:pt x="1206736" y="170807"/>
                </a:lnTo>
                <a:lnTo>
                  <a:pt x="1206736" y="4525"/>
                </a:lnTo>
                <a:moveTo>
                  <a:pt x="1308114" y="52317"/>
                </a:moveTo>
                <a:cubicBezTo>
                  <a:pt x="1308114" y="40124"/>
                  <a:pt x="1303589" y="31845"/>
                  <a:pt x="1294537" y="27480"/>
                </a:cubicBezTo>
                <a:cubicBezTo>
                  <a:pt x="1289559" y="25147"/>
                  <a:pt x="1282732" y="23981"/>
                  <a:pt x="1274058" y="23981"/>
                </a:cubicBezTo>
                <a:lnTo>
                  <a:pt x="1229252" y="23981"/>
                </a:lnTo>
                <a:lnTo>
                  <a:pt x="1229252" y="81444"/>
                </a:lnTo>
                <a:lnTo>
                  <a:pt x="1274058" y="81444"/>
                </a:lnTo>
                <a:cubicBezTo>
                  <a:pt x="1284165" y="81444"/>
                  <a:pt x="1292368" y="79300"/>
                  <a:pt x="1298667" y="75011"/>
                </a:cubicBezTo>
                <a:cubicBezTo>
                  <a:pt x="1304965" y="70719"/>
                  <a:pt x="1308114" y="63155"/>
                  <a:pt x="1308114" y="52317"/>
                </a:cubicBezTo>
                <a:close/>
                <a:moveTo>
                  <a:pt x="1356996" y="49545"/>
                </a:moveTo>
                <a:lnTo>
                  <a:pt x="1376344" y="49545"/>
                </a:lnTo>
                <a:lnTo>
                  <a:pt x="1376344" y="70585"/>
                </a:lnTo>
                <a:cubicBezTo>
                  <a:pt x="1377928" y="66494"/>
                  <a:pt x="1381812" y="61512"/>
                  <a:pt x="1387998" y="55639"/>
                </a:cubicBezTo>
                <a:cubicBezTo>
                  <a:pt x="1394183" y="49767"/>
                  <a:pt x="1401311" y="46830"/>
                  <a:pt x="1409382" y="46830"/>
                </a:cubicBezTo>
                <a:cubicBezTo>
                  <a:pt x="1409759" y="46830"/>
                  <a:pt x="1410401" y="46876"/>
                  <a:pt x="1411306" y="46968"/>
                </a:cubicBezTo>
                <a:cubicBezTo>
                  <a:pt x="1412211" y="47058"/>
                  <a:pt x="1413757" y="47238"/>
                  <a:pt x="1415945" y="47509"/>
                </a:cubicBezTo>
                <a:lnTo>
                  <a:pt x="1415945" y="69001"/>
                </a:lnTo>
                <a:cubicBezTo>
                  <a:pt x="1414738" y="68730"/>
                  <a:pt x="1413625" y="68550"/>
                  <a:pt x="1412607" y="68461"/>
                </a:cubicBezTo>
                <a:cubicBezTo>
                  <a:pt x="1411589" y="68369"/>
                  <a:pt x="1410476" y="68323"/>
                  <a:pt x="1409269" y="68323"/>
                </a:cubicBezTo>
                <a:cubicBezTo>
                  <a:pt x="1399011" y="68323"/>
                  <a:pt x="1391128" y="71641"/>
                  <a:pt x="1385622" y="78277"/>
                </a:cubicBezTo>
                <a:cubicBezTo>
                  <a:pt x="1380115" y="84913"/>
                  <a:pt x="1377362" y="92530"/>
                  <a:pt x="1377362" y="101127"/>
                </a:cubicBezTo>
                <a:lnTo>
                  <a:pt x="1377362" y="170807"/>
                </a:lnTo>
                <a:lnTo>
                  <a:pt x="1356996" y="170807"/>
                </a:lnTo>
                <a:lnTo>
                  <a:pt x="1356996" y="49545"/>
                </a:lnTo>
                <a:close/>
                <a:moveTo>
                  <a:pt x="1481680" y="157459"/>
                </a:moveTo>
                <a:cubicBezTo>
                  <a:pt x="1495182" y="157459"/>
                  <a:pt x="1504441" y="152344"/>
                  <a:pt x="1509458" y="142114"/>
                </a:cubicBezTo>
                <a:cubicBezTo>
                  <a:pt x="1514474" y="131884"/>
                  <a:pt x="1516982" y="120502"/>
                  <a:pt x="1516982" y="107967"/>
                </a:cubicBezTo>
                <a:cubicBezTo>
                  <a:pt x="1516982" y="96641"/>
                  <a:pt x="1515171" y="87430"/>
                  <a:pt x="1511551" y="80334"/>
                </a:cubicBezTo>
                <a:cubicBezTo>
                  <a:pt x="1505818" y="69159"/>
                  <a:pt x="1495937" y="63572"/>
                  <a:pt x="1481907" y="63572"/>
                </a:cubicBezTo>
                <a:cubicBezTo>
                  <a:pt x="1469461" y="63572"/>
                  <a:pt x="1460409" y="68329"/>
                  <a:pt x="1454752" y="77842"/>
                </a:cubicBezTo>
                <a:cubicBezTo>
                  <a:pt x="1449094" y="87356"/>
                  <a:pt x="1446266" y="98833"/>
                  <a:pt x="1446266" y="112272"/>
                </a:cubicBezTo>
                <a:cubicBezTo>
                  <a:pt x="1446266" y="125182"/>
                  <a:pt x="1449094" y="135941"/>
                  <a:pt x="1454752" y="144550"/>
                </a:cubicBezTo>
                <a:cubicBezTo>
                  <a:pt x="1460409" y="153156"/>
                  <a:pt x="1469385" y="157459"/>
                  <a:pt x="1481680" y="157459"/>
                </a:cubicBezTo>
                <a:moveTo>
                  <a:pt x="1482472" y="45926"/>
                </a:moveTo>
                <a:cubicBezTo>
                  <a:pt x="1498086" y="45926"/>
                  <a:pt x="1511287" y="51134"/>
                  <a:pt x="1522073" y="61550"/>
                </a:cubicBezTo>
                <a:cubicBezTo>
                  <a:pt x="1532860" y="71966"/>
                  <a:pt x="1538253" y="87288"/>
                  <a:pt x="1538253" y="107514"/>
                </a:cubicBezTo>
                <a:cubicBezTo>
                  <a:pt x="1538253" y="127065"/>
                  <a:pt x="1533501" y="143218"/>
                  <a:pt x="1523997" y="155974"/>
                </a:cubicBezTo>
                <a:cubicBezTo>
                  <a:pt x="1514493" y="168728"/>
                  <a:pt x="1499746" y="175105"/>
                  <a:pt x="1479757" y="175105"/>
                </a:cubicBezTo>
                <a:cubicBezTo>
                  <a:pt x="1463087" y="175105"/>
                  <a:pt x="1449849" y="169464"/>
                  <a:pt x="1440043" y="158180"/>
                </a:cubicBezTo>
                <a:cubicBezTo>
                  <a:pt x="1430237" y="146897"/>
                  <a:pt x="1425334" y="131745"/>
                  <a:pt x="1425334" y="112725"/>
                </a:cubicBezTo>
                <a:cubicBezTo>
                  <a:pt x="1425334" y="92345"/>
                  <a:pt x="1430501" y="76117"/>
                  <a:pt x="1440835" y="64042"/>
                </a:cubicBezTo>
                <a:cubicBezTo>
                  <a:pt x="1451169" y="51964"/>
                  <a:pt x="1465048" y="45926"/>
                  <a:pt x="1482472" y="45926"/>
                </a:cubicBezTo>
                <a:moveTo>
                  <a:pt x="1481793" y="46604"/>
                </a:moveTo>
                <a:lnTo>
                  <a:pt x="1481793" y="46604"/>
                </a:lnTo>
                <a:close/>
                <a:moveTo>
                  <a:pt x="1575376" y="111647"/>
                </a:moveTo>
                <a:cubicBezTo>
                  <a:pt x="1575376" y="124650"/>
                  <a:pt x="1578129" y="135537"/>
                  <a:pt x="1583636" y="144306"/>
                </a:cubicBezTo>
                <a:cubicBezTo>
                  <a:pt x="1589142" y="153075"/>
                  <a:pt x="1597968" y="157459"/>
                  <a:pt x="1610112" y="157459"/>
                </a:cubicBezTo>
                <a:cubicBezTo>
                  <a:pt x="1619541" y="157459"/>
                  <a:pt x="1627291" y="153396"/>
                  <a:pt x="1633363" y="145271"/>
                </a:cubicBezTo>
                <a:cubicBezTo>
                  <a:pt x="1639435" y="137143"/>
                  <a:pt x="1642471" y="125481"/>
                  <a:pt x="1642471" y="110286"/>
                </a:cubicBezTo>
                <a:cubicBezTo>
                  <a:pt x="1642471" y="94939"/>
                  <a:pt x="1639341" y="83582"/>
                  <a:pt x="1633080" y="76213"/>
                </a:cubicBezTo>
                <a:cubicBezTo>
                  <a:pt x="1626820" y="68841"/>
                  <a:pt x="1619088" y="65155"/>
                  <a:pt x="1609886" y="65155"/>
                </a:cubicBezTo>
                <a:cubicBezTo>
                  <a:pt x="1599627" y="65155"/>
                  <a:pt x="1591311" y="69086"/>
                  <a:pt x="1584937" y="76948"/>
                </a:cubicBezTo>
                <a:cubicBezTo>
                  <a:pt x="1578563" y="84810"/>
                  <a:pt x="1575376" y="96376"/>
                  <a:pt x="1575376" y="111647"/>
                </a:cubicBezTo>
                <a:moveTo>
                  <a:pt x="1606039" y="47509"/>
                </a:moveTo>
                <a:cubicBezTo>
                  <a:pt x="1615317" y="47509"/>
                  <a:pt x="1623086" y="49457"/>
                  <a:pt x="1629347" y="53352"/>
                </a:cubicBezTo>
                <a:cubicBezTo>
                  <a:pt x="1632967" y="55601"/>
                  <a:pt x="1637078" y="59535"/>
                  <a:pt x="1641679" y="65155"/>
                </a:cubicBezTo>
                <a:lnTo>
                  <a:pt x="1641679" y="4298"/>
                </a:lnTo>
                <a:lnTo>
                  <a:pt x="1661254" y="4298"/>
                </a:lnTo>
                <a:lnTo>
                  <a:pt x="1661254" y="170807"/>
                </a:lnTo>
                <a:lnTo>
                  <a:pt x="1642924" y="170807"/>
                </a:lnTo>
                <a:lnTo>
                  <a:pt x="1642924" y="154058"/>
                </a:lnTo>
                <a:cubicBezTo>
                  <a:pt x="1638172" y="161486"/>
                  <a:pt x="1632552" y="166851"/>
                  <a:pt x="1626065" y="170153"/>
                </a:cubicBezTo>
                <a:cubicBezTo>
                  <a:pt x="1619578" y="173454"/>
                  <a:pt x="1612148" y="175105"/>
                  <a:pt x="1603776" y="175105"/>
                </a:cubicBezTo>
                <a:cubicBezTo>
                  <a:pt x="1590274" y="175105"/>
                  <a:pt x="1578582" y="169431"/>
                  <a:pt x="1568701" y="158081"/>
                </a:cubicBezTo>
                <a:cubicBezTo>
                  <a:pt x="1558819" y="146732"/>
                  <a:pt x="1553878" y="131631"/>
                  <a:pt x="1553878" y="112778"/>
                </a:cubicBezTo>
                <a:cubicBezTo>
                  <a:pt x="1553878" y="95131"/>
                  <a:pt x="1558385" y="79842"/>
                  <a:pt x="1567399" y="66909"/>
                </a:cubicBezTo>
                <a:cubicBezTo>
                  <a:pt x="1576413" y="53976"/>
                  <a:pt x="1589293" y="47509"/>
                  <a:pt x="1606039" y="47509"/>
                </a:cubicBezTo>
                <a:close/>
                <a:moveTo>
                  <a:pt x="1711728" y="49545"/>
                </a:moveTo>
                <a:lnTo>
                  <a:pt x="1711728" y="130056"/>
                </a:lnTo>
                <a:cubicBezTo>
                  <a:pt x="1711728" y="136247"/>
                  <a:pt x="1712708" y="141306"/>
                  <a:pt x="1714669" y="145232"/>
                </a:cubicBezTo>
                <a:cubicBezTo>
                  <a:pt x="1718290" y="152478"/>
                  <a:pt x="1725041" y="156102"/>
                  <a:pt x="1734922" y="156102"/>
                </a:cubicBezTo>
                <a:cubicBezTo>
                  <a:pt x="1749103" y="156102"/>
                  <a:pt x="1758758" y="149760"/>
                  <a:pt x="1763888" y="137077"/>
                </a:cubicBezTo>
                <a:cubicBezTo>
                  <a:pt x="1766679" y="130283"/>
                  <a:pt x="1768074" y="120960"/>
                  <a:pt x="1768074" y="109109"/>
                </a:cubicBezTo>
                <a:lnTo>
                  <a:pt x="1768074" y="49545"/>
                </a:lnTo>
                <a:lnTo>
                  <a:pt x="1788440" y="49545"/>
                </a:lnTo>
                <a:lnTo>
                  <a:pt x="1788440" y="170807"/>
                </a:lnTo>
                <a:lnTo>
                  <a:pt x="1769206" y="170807"/>
                </a:lnTo>
                <a:lnTo>
                  <a:pt x="1769432" y="152931"/>
                </a:lnTo>
                <a:cubicBezTo>
                  <a:pt x="1766792" y="157557"/>
                  <a:pt x="1763511" y="161462"/>
                  <a:pt x="1759588" y="164645"/>
                </a:cubicBezTo>
                <a:cubicBezTo>
                  <a:pt x="1751819" y="171015"/>
                  <a:pt x="1742390" y="174200"/>
                  <a:pt x="1731302" y="174200"/>
                </a:cubicBezTo>
                <a:cubicBezTo>
                  <a:pt x="1714028" y="174200"/>
                  <a:pt x="1702261" y="168421"/>
                  <a:pt x="1696000" y="156862"/>
                </a:cubicBezTo>
                <a:cubicBezTo>
                  <a:pt x="1692606" y="150666"/>
                  <a:pt x="1690909" y="142393"/>
                  <a:pt x="1690909" y="132043"/>
                </a:cubicBezTo>
                <a:lnTo>
                  <a:pt x="1690909" y="49545"/>
                </a:lnTo>
                <a:lnTo>
                  <a:pt x="1711728" y="49545"/>
                </a:lnTo>
                <a:moveTo>
                  <a:pt x="1739675" y="46604"/>
                </a:moveTo>
                <a:lnTo>
                  <a:pt x="1739675" y="46604"/>
                </a:lnTo>
                <a:close/>
                <a:moveTo>
                  <a:pt x="1866975" y="45926"/>
                </a:moveTo>
                <a:cubicBezTo>
                  <a:pt x="1880628" y="45926"/>
                  <a:pt x="1891735" y="49252"/>
                  <a:pt x="1900296" y="55905"/>
                </a:cubicBezTo>
                <a:cubicBezTo>
                  <a:pt x="1908857" y="62557"/>
                  <a:pt x="1914005" y="74012"/>
                  <a:pt x="1915740" y="90267"/>
                </a:cubicBezTo>
                <a:lnTo>
                  <a:pt x="1895940" y="90267"/>
                </a:lnTo>
                <a:cubicBezTo>
                  <a:pt x="1894733" y="82802"/>
                  <a:pt x="1891980" y="76599"/>
                  <a:pt x="1887680" y="71660"/>
                </a:cubicBezTo>
                <a:cubicBezTo>
                  <a:pt x="1883381" y="66720"/>
                  <a:pt x="1876479" y="64251"/>
                  <a:pt x="1866975" y="64251"/>
                </a:cubicBezTo>
                <a:cubicBezTo>
                  <a:pt x="1854001" y="64251"/>
                  <a:pt x="1844723" y="70585"/>
                  <a:pt x="1839141" y="83254"/>
                </a:cubicBezTo>
                <a:cubicBezTo>
                  <a:pt x="1835520" y="91474"/>
                  <a:pt x="1833710" y="101617"/>
                  <a:pt x="1833710" y="113683"/>
                </a:cubicBezTo>
                <a:cubicBezTo>
                  <a:pt x="1833710" y="125824"/>
                  <a:pt x="1836274" y="136042"/>
                  <a:pt x="1841404" y="144337"/>
                </a:cubicBezTo>
                <a:cubicBezTo>
                  <a:pt x="1846533" y="152633"/>
                  <a:pt x="1854604" y="156780"/>
                  <a:pt x="1865617" y="156780"/>
                </a:cubicBezTo>
                <a:cubicBezTo>
                  <a:pt x="1874065" y="156780"/>
                  <a:pt x="1880760" y="154217"/>
                  <a:pt x="1885700" y="149092"/>
                </a:cubicBezTo>
                <a:cubicBezTo>
                  <a:pt x="1890641" y="143966"/>
                  <a:pt x="1894054" y="136952"/>
                  <a:pt x="1895940" y="128049"/>
                </a:cubicBezTo>
                <a:lnTo>
                  <a:pt x="1915740" y="128049"/>
                </a:lnTo>
                <a:cubicBezTo>
                  <a:pt x="1913477" y="144111"/>
                  <a:pt x="1907820" y="155857"/>
                  <a:pt x="1898769" y="163285"/>
                </a:cubicBezTo>
                <a:cubicBezTo>
                  <a:pt x="1889717" y="170713"/>
                  <a:pt x="1878138" y="174427"/>
                  <a:pt x="1864033" y="174427"/>
                </a:cubicBezTo>
                <a:cubicBezTo>
                  <a:pt x="1848192" y="174427"/>
                  <a:pt x="1835558" y="168623"/>
                  <a:pt x="1826129" y="157017"/>
                </a:cubicBezTo>
                <a:cubicBezTo>
                  <a:pt x="1816700" y="145411"/>
                  <a:pt x="1811986" y="130912"/>
                  <a:pt x="1811986" y="113520"/>
                </a:cubicBezTo>
                <a:cubicBezTo>
                  <a:pt x="1811986" y="92200"/>
                  <a:pt x="1817153" y="75605"/>
                  <a:pt x="1827487" y="63734"/>
                </a:cubicBezTo>
                <a:cubicBezTo>
                  <a:pt x="1837821" y="51862"/>
                  <a:pt x="1850983" y="45926"/>
                  <a:pt x="1866975" y="45926"/>
                </a:cubicBezTo>
                <a:moveTo>
                  <a:pt x="1863807" y="46604"/>
                </a:moveTo>
                <a:lnTo>
                  <a:pt x="1863807" y="46604"/>
                </a:lnTo>
                <a:close/>
                <a:moveTo>
                  <a:pt x="1940180" y="15836"/>
                </a:moveTo>
                <a:lnTo>
                  <a:pt x="1960772" y="15836"/>
                </a:lnTo>
                <a:lnTo>
                  <a:pt x="1960772" y="49545"/>
                </a:lnTo>
                <a:lnTo>
                  <a:pt x="1980120" y="49545"/>
                </a:lnTo>
                <a:lnTo>
                  <a:pt x="1980120" y="66287"/>
                </a:lnTo>
                <a:lnTo>
                  <a:pt x="1960772" y="66287"/>
                </a:lnTo>
                <a:lnTo>
                  <a:pt x="1960772" y="145256"/>
                </a:lnTo>
                <a:cubicBezTo>
                  <a:pt x="1960772" y="149472"/>
                  <a:pt x="1962205" y="152296"/>
                  <a:pt x="1965072" y="153726"/>
                </a:cubicBezTo>
                <a:cubicBezTo>
                  <a:pt x="1966656" y="154556"/>
                  <a:pt x="1969296" y="154970"/>
                  <a:pt x="1972992" y="154970"/>
                </a:cubicBezTo>
                <a:cubicBezTo>
                  <a:pt x="1973972" y="154970"/>
                  <a:pt x="1975028" y="154946"/>
                  <a:pt x="1976160" y="154896"/>
                </a:cubicBezTo>
                <a:cubicBezTo>
                  <a:pt x="1977291" y="154844"/>
                  <a:pt x="1978611" y="154718"/>
                  <a:pt x="1980120" y="154518"/>
                </a:cubicBezTo>
                <a:lnTo>
                  <a:pt x="1980120" y="170807"/>
                </a:lnTo>
                <a:cubicBezTo>
                  <a:pt x="1977782" y="171526"/>
                  <a:pt x="1975349" y="172044"/>
                  <a:pt x="1972822" y="172362"/>
                </a:cubicBezTo>
                <a:cubicBezTo>
                  <a:pt x="1970295" y="172683"/>
                  <a:pt x="1967561" y="172843"/>
                  <a:pt x="1964619" y="172843"/>
                </a:cubicBezTo>
                <a:cubicBezTo>
                  <a:pt x="1955115" y="172843"/>
                  <a:pt x="1948665" y="170409"/>
                  <a:pt x="1945271" y="165540"/>
                </a:cubicBezTo>
                <a:cubicBezTo>
                  <a:pt x="1941877" y="160671"/>
                  <a:pt x="1940180" y="154348"/>
                  <a:pt x="1940180" y="146571"/>
                </a:cubicBezTo>
                <a:lnTo>
                  <a:pt x="1940180" y="66287"/>
                </a:lnTo>
                <a:lnTo>
                  <a:pt x="1923773" y="66287"/>
                </a:lnTo>
                <a:lnTo>
                  <a:pt x="1923773" y="49545"/>
                </a:lnTo>
                <a:lnTo>
                  <a:pt x="1940180" y="49545"/>
                </a:lnTo>
                <a:lnTo>
                  <a:pt x="1940180" y="15836"/>
                </a:lnTo>
                <a:close/>
                <a:moveTo>
                  <a:pt x="2140148" y="102937"/>
                </a:moveTo>
                <a:lnTo>
                  <a:pt x="2114917" y="29524"/>
                </a:lnTo>
                <a:lnTo>
                  <a:pt x="2088101" y="102937"/>
                </a:lnTo>
                <a:lnTo>
                  <a:pt x="2140148" y="102937"/>
                </a:lnTo>
                <a:moveTo>
                  <a:pt x="2103149" y="4525"/>
                </a:moveTo>
                <a:lnTo>
                  <a:pt x="2128607" y="4525"/>
                </a:lnTo>
                <a:lnTo>
                  <a:pt x="2188914" y="170807"/>
                </a:lnTo>
                <a:lnTo>
                  <a:pt x="2164248" y="170807"/>
                </a:lnTo>
                <a:lnTo>
                  <a:pt x="2147389" y="121035"/>
                </a:lnTo>
                <a:lnTo>
                  <a:pt x="2081652" y="121035"/>
                </a:lnTo>
                <a:lnTo>
                  <a:pt x="2063662" y="170807"/>
                </a:lnTo>
                <a:lnTo>
                  <a:pt x="2040580" y="170807"/>
                </a:lnTo>
                <a:lnTo>
                  <a:pt x="2103149" y="4525"/>
                </a:lnTo>
                <a:close/>
                <a:moveTo>
                  <a:pt x="2210753" y="15836"/>
                </a:moveTo>
                <a:lnTo>
                  <a:pt x="2231345" y="15836"/>
                </a:lnTo>
                <a:lnTo>
                  <a:pt x="2231345" y="49545"/>
                </a:lnTo>
                <a:lnTo>
                  <a:pt x="2250693" y="49545"/>
                </a:lnTo>
                <a:lnTo>
                  <a:pt x="2250693" y="66287"/>
                </a:lnTo>
                <a:lnTo>
                  <a:pt x="2231345" y="66287"/>
                </a:lnTo>
                <a:lnTo>
                  <a:pt x="2231345" y="145256"/>
                </a:lnTo>
                <a:cubicBezTo>
                  <a:pt x="2231345" y="149472"/>
                  <a:pt x="2232778" y="152296"/>
                  <a:pt x="2235645" y="153726"/>
                </a:cubicBezTo>
                <a:cubicBezTo>
                  <a:pt x="2237229" y="154556"/>
                  <a:pt x="2239869" y="154970"/>
                  <a:pt x="2243565" y="154970"/>
                </a:cubicBezTo>
                <a:cubicBezTo>
                  <a:pt x="2244546" y="154970"/>
                  <a:pt x="2245602" y="154946"/>
                  <a:pt x="2246733" y="154896"/>
                </a:cubicBezTo>
                <a:cubicBezTo>
                  <a:pt x="2247864" y="154844"/>
                  <a:pt x="2249184" y="154718"/>
                  <a:pt x="2250693" y="154518"/>
                </a:cubicBezTo>
                <a:lnTo>
                  <a:pt x="2250693" y="170807"/>
                </a:lnTo>
                <a:cubicBezTo>
                  <a:pt x="2248355" y="171526"/>
                  <a:pt x="2245922" y="172044"/>
                  <a:pt x="2243395" y="172362"/>
                </a:cubicBezTo>
                <a:cubicBezTo>
                  <a:pt x="2240868" y="172683"/>
                  <a:pt x="2238134" y="172843"/>
                  <a:pt x="2235192" y="172843"/>
                </a:cubicBezTo>
                <a:cubicBezTo>
                  <a:pt x="2225688" y="172843"/>
                  <a:pt x="2219239" y="170409"/>
                  <a:pt x="2215844" y="165540"/>
                </a:cubicBezTo>
                <a:cubicBezTo>
                  <a:pt x="2212450" y="160671"/>
                  <a:pt x="2210753" y="154348"/>
                  <a:pt x="2210753" y="146571"/>
                </a:cubicBezTo>
                <a:lnTo>
                  <a:pt x="2210753" y="66287"/>
                </a:lnTo>
                <a:lnTo>
                  <a:pt x="2194347" y="66287"/>
                </a:lnTo>
                <a:lnTo>
                  <a:pt x="2194347" y="49545"/>
                </a:lnTo>
                <a:lnTo>
                  <a:pt x="2210753" y="49545"/>
                </a:lnTo>
                <a:lnTo>
                  <a:pt x="2210753" y="15836"/>
                </a:lnTo>
                <a:close/>
                <a:moveTo>
                  <a:pt x="2275126" y="15836"/>
                </a:moveTo>
                <a:lnTo>
                  <a:pt x="2295718" y="15836"/>
                </a:lnTo>
                <a:lnTo>
                  <a:pt x="2295718" y="49545"/>
                </a:lnTo>
                <a:lnTo>
                  <a:pt x="2315066" y="49545"/>
                </a:lnTo>
                <a:lnTo>
                  <a:pt x="2315066" y="66287"/>
                </a:lnTo>
                <a:lnTo>
                  <a:pt x="2295718" y="66287"/>
                </a:lnTo>
                <a:lnTo>
                  <a:pt x="2295718" y="145256"/>
                </a:lnTo>
                <a:cubicBezTo>
                  <a:pt x="2295718" y="149472"/>
                  <a:pt x="2297151" y="152296"/>
                  <a:pt x="2300018" y="153726"/>
                </a:cubicBezTo>
                <a:cubicBezTo>
                  <a:pt x="2301602" y="154556"/>
                  <a:pt x="2304242" y="154970"/>
                  <a:pt x="2307938" y="154970"/>
                </a:cubicBezTo>
                <a:cubicBezTo>
                  <a:pt x="2308918" y="154970"/>
                  <a:pt x="2309975" y="154946"/>
                  <a:pt x="2311106" y="154896"/>
                </a:cubicBezTo>
                <a:cubicBezTo>
                  <a:pt x="2312237" y="154844"/>
                  <a:pt x="2313557" y="154718"/>
                  <a:pt x="2315066" y="154518"/>
                </a:cubicBezTo>
                <a:lnTo>
                  <a:pt x="2315066" y="170807"/>
                </a:lnTo>
                <a:cubicBezTo>
                  <a:pt x="2312728" y="171526"/>
                  <a:pt x="2310295" y="172044"/>
                  <a:pt x="2307768" y="172362"/>
                </a:cubicBezTo>
                <a:cubicBezTo>
                  <a:pt x="2305241" y="172683"/>
                  <a:pt x="2302507" y="172843"/>
                  <a:pt x="2299565" y="172843"/>
                </a:cubicBezTo>
                <a:cubicBezTo>
                  <a:pt x="2290061" y="172843"/>
                  <a:pt x="2283612" y="170409"/>
                  <a:pt x="2280217" y="165540"/>
                </a:cubicBezTo>
                <a:cubicBezTo>
                  <a:pt x="2276823" y="160671"/>
                  <a:pt x="2275126" y="154348"/>
                  <a:pt x="2275126" y="146571"/>
                </a:cubicBezTo>
                <a:lnTo>
                  <a:pt x="2275126" y="66287"/>
                </a:lnTo>
                <a:lnTo>
                  <a:pt x="2258720" y="66287"/>
                </a:lnTo>
                <a:lnTo>
                  <a:pt x="2258720" y="49545"/>
                </a:lnTo>
                <a:lnTo>
                  <a:pt x="2275126" y="49545"/>
                </a:lnTo>
                <a:lnTo>
                  <a:pt x="2275126" y="15836"/>
                </a:lnTo>
                <a:close/>
                <a:moveTo>
                  <a:pt x="2385888" y="46830"/>
                </a:moveTo>
                <a:cubicBezTo>
                  <a:pt x="2394487" y="46830"/>
                  <a:pt x="2402822" y="48848"/>
                  <a:pt x="2410893" y="52882"/>
                </a:cubicBezTo>
                <a:cubicBezTo>
                  <a:pt x="2418964" y="56917"/>
                  <a:pt x="2425111" y="62138"/>
                  <a:pt x="2429336" y="68545"/>
                </a:cubicBezTo>
                <a:cubicBezTo>
                  <a:pt x="2433409" y="74654"/>
                  <a:pt x="2436124" y="81779"/>
                  <a:pt x="2437482" y="89921"/>
                </a:cubicBezTo>
                <a:cubicBezTo>
                  <a:pt x="2438689" y="95501"/>
                  <a:pt x="2439292" y="104440"/>
                  <a:pt x="2439292" y="116737"/>
                </a:cubicBezTo>
                <a:lnTo>
                  <a:pt x="2350473" y="116737"/>
                </a:lnTo>
                <a:cubicBezTo>
                  <a:pt x="2350850" y="129029"/>
                  <a:pt x="2353754" y="138889"/>
                  <a:pt x="2359185" y="146317"/>
                </a:cubicBezTo>
                <a:cubicBezTo>
                  <a:pt x="2364616" y="153745"/>
                  <a:pt x="2373027" y="157459"/>
                  <a:pt x="2384417" y="157459"/>
                </a:cubicBezTo>
                <a:cubicBezTo>
                  <a:pt x="2395052" y="157459"/>
                  <a:pt x="2403538" y="153984"/>
                  <a:pt x="2409875" y="147035"/>
                </a:cubicBezTo>
                <a:cubicBezTo>
                  <a:pt x="2413495" y="143000"/>
                  <a:pt x="2416060" y="138330"/>
                  <a:pt x="2417568" y="133026"/>
                </a:cubicBezTo>
                <a:lnTo>
                  <a:pt x="2437595" y="133026"/>
                </a:lnTo>
                <a:cubicBezTo>
                  <a:pt x="2437067" y="137451"/>
                  <a:pt x="2435313" y="142384"/>
                  <a:pt x="2432334" y="147823"/>
                </a:cubicBezTo>
                <a:cubicBezTo>
                  <a:pt x="2429354" y="153260"/>
                  <a:pt x="2426017" y="157703"/>
                  <a:pt x="2422321" y="161153"/>
                </a:cubicBezTo>
                <a:cubicBezTo>
                  <a:pt x="2416135" y="167155"/>
                  <a:pt x="2408479" y="171206"/>
                  <a:pt x="2399352" y="173306"/>
                </a:cubicBezTo>
                <a:cubicBezTo>
                  <a:pt x="2394449" y="174506"/>
                  <a:pt x="2388905" y="175105"/>
                  <a:pt x="2382720" y="175105"/>
                </a:cubicBezTo>
                <a:cubicBezTo>
                  <a:pt x="2367634" y="175105"/>
                  <a:pt x="2354848" y="169614"/>
                  <a:pt x="2344363" y="158633"/>
                </a:cubicBezTo>
                <a:cubicBezTo>
                  <a:pt x="2333878" y="147651"/>
                  <a:pt x="2328636" y="132272"/>
                  <a:pt x="2328636" y="112495"/>
                </a:cubicBezTo>
                <a:cubicBezTo>
                  <a:pt x="2328636" y="93022"/>
                  <a:pt x="2333916" y="77211"/>
                  <a:pt x="2344476" y="65060"/>
                </a:cubicBezTo>
                <a:cubicBezTo>
                  <a:pt x="2355037" y="52907"/>
                  <a:pt x="2368840" y="46830"/>
                  <a:pt x="2385888" y="46830"/>
                </a:cubicBezTo>
                <a:moveTo>
                  <a:pt x="2418360" y="100448"/>
                </a:moveTo>
                <a:cubicBezTo>
                  <a:pt x="2417531" y="91597"/>
                  <a:pt x="2415607" y="84523"/>
                  <a:pt x="2412590" y="79228"/>
                </a:cubicBezTo>
                <a:cubicBezTo>
                  <a:pt x="2407008" y="69394"/>
                  <a:pt x="2397693" y="64477"/>
                  <a:pt x="2384643" y="64477"/>
                </a:cubicBezTo>
                <a:cubicBezTo>
                  <a:pt x="2375290" y="64477"/>
                  <a:pt x="2367445" y="67862"/>
                  <a:pt x="2361109" y="74633"/>
                </a:cubicBezTo>
                <a:cubicBezTo>
                  <a:pt x="2354773" y="81403"/>
                  <a:pt x="2351416" y="90008"/>
                  <a:pt x="2351039" y="100448"/>
                </a:cubicBezTo>
                <a:lnTo>
                  <a:pt x="2418360" y="100448"/>
                </a:lnTo>
                <a:moveTo>
                  <a:pt x="2383964" y="46604"/>
                </a:moveTo>
                <a:lnTo>
                  <a:pt x="2383964" y="46604"/>
                </a:lnTo>
                <a:close/>
                <a:moveTo>
                  <a:pt x="2464308" y="49545"/>
                </a:moveTo>
                <a:lnTo>
                  <a:pt x="2483656" y="49545"/>
                </a:lnTo>
                <a:lnTo>
                  <a:pt x="2483656" y="66739"/>
                </a:lnTo>
                <a:cubicBezTo>
                  <a:pt x="2489389" y="59650"/>
                  <a:pt x="2495461" y="54560"/>
                  <a:pt x="2501872" y="51468"/>
                </a:cubicBezTo>
                <a:cubicBezTo>
                  <a:pt x="2508284" y="48376"/>
                  <a:pt x="2515412" y="46830"/>
                  <a:pt x="2523257" y="46830"/>
                </a:cubicBezTo>
                <a:cubicBezTo>
                  <a:pt x="2540455" y="46830"/>
                  <a:pt x="2552071" y="52832"/>
                  <a:pt x="2558106" y="64834"/>
                </a:cubicBezTo>
                <a:cubicBezTo>
                  <a:pt x="2561425" y="71399"/>
                  <a:pt x="2563084" y="80796"/>
                  <a:pt x="2563084" y="93025"/>
                </a:cubicBezTo>
                <a:lnTo>
                  <a:pt x="2563084" y="170807"/>
                </a:lnTo>
                <a:lnTo>
                  <a:pt x="2542378" y="170807"/>
                </a:lnTo>
                <a:lnTo>
                  <a:pt x="2542378" y="94371"/>
                </a:lnTo>
                <a:cubicBezTo>
                  <a:pt x="2542378" y="86972"/>
                  <a:pt x="2541285" y="81007"/>
                  <a:pt x="2539097" y="76478"/>
                </a:cubicBezTo>
                <a:cubicBezTo>
                  <a:pt x="2535477" y="68930"/>
                  <a:pt x="2528914" y="65155"/>
                  <a:pt x="2519410" y="65155"/>
                </a:cubicBezTo>
                <a:cubicBezTo>
                  <a:pt x="2514582" y="65155"/>
                  <a:pt x="2510622" y="65646"/>
                  <a:pt x="2507530" y="66626"/>
                </a:cubicBezTo>
                <a:cubicBezTo>
                  <a:pt x="2501948" y="68287"/>
                  <a:pt x="2497045" y="71609"/>
                  <a:pt x="2492821" y="76591"/>
                </a:cubicBezTo>
                <a:cubicBezTo>
                  <a:pt x="2489426" y="80592"/>
                  <a:pt x="2487220" y="84726"/>
                  <a:pt x="2486202" y="88991"/>
                </a:cubicBezTo>
                <a:cubicBezTo>
                  <a:pt x="2485183" y="93257"/>
                  <a:pt x="2484674" y="99352"/>
                  <a:pt x="2484674" y="107277"/>
                </a:cubicBezTo>
                <a:lnTo>
                  <a:pt x="2484674" y="170807"/>
                </a:lnTo>
                <a:lnTo>
                  <a:pt x="2464308" y="170807"/>
                </a:lnTo>
                <a:lnTo>
                  <a:pt x="2464308" y="49545"/>
                </a:lnTo>
                <a:moveTo>
                  <a:pt x="2512169" y="46604"/>
                </a:moveTo>
                <a:lnTo>
                  <a:pt x="2512169" y="46604"/>
                </a:lnTo>
                <a:close/>
                <a:moveTo>
                  <a:pt x="2597265" y="15836"/>
                </a:moveTo>
                <a:lnTo>
                  <a:pt x="2617858" y="15836"/>
                </a:lnTo>
                <a:lnTo>
                  <a:pt x="2617858" y="49545"/>
                </a:lnTo>
                <a:lnTo>
                  <a:pt x="2637205" y="49545"/>
                </a:lnTo>
                <a:lnTo>
                  <a:pt x="2637205" y="66287"/>
                </a:lnTo>
                <a:lnTo>
                  <a:pt x="2617858" y="66287"/>
                </a:lnTo>
                <a:lnTo>
                  <a:pt x="2617858" y="145256"/>
                </a:lnTo>
                <a:cubicBezTo>
                  <a:pt x="2617858" y="149472"/>
                  <a:pt x="2619291" y="152296"/>
                  <a:pt x="2622157" y="153726"/>
                </a:cubicBezTo>
                <a:cubicBezTo>
                  <a:pt x="2623741" y="154556"/>
                  <a:pt x="2626381" y="154970"/>
                  <a:pt x="2630077" y="154970"/>
                </a:cubicBezTo>
                <a:cubicBezTo>
                  <a:pt x="2631058" y="154970"/>
                  <a:pt x="2632114" y="154946"/>
                  <a:pt x="2633245" y="154896"/>
                </a:cubicBezTo>
                <a:cubicBezTo>
                  <a:pt x="2634377" y="154844"/>
                  <a:pt x="2635697" y="154718"/>
                  <a:pt x="2637205" y="154518"/>
                </a:cubicBezTo>
                <a:lnTo>
                  <a:pt x="2637205" y="170807"/>
                </a:lnTo>
                <a:cubicBezTo>
                  <a:pt x="2634867" y="171526"/>
                  <a:pt x="2632434" y="172044"/>
                  <a:pt x="2629908" y="172362"/>
                </a:cubicBezTo>
                <a:cubicBezTo>
                  <a:pt x="2627381" y="172683"/>
                  <a:pt x="2624646" y="172843"/>
                  <a:pt x="2621705" y="172843"/>
                </a:cubicBezTo>
                <a:cubicBezTo>
                  <a:pt x="2612200" y="172843"/>
                  <a:pt x="2605751" y="170409"/>
                  <a:pt x="2602357" y="165540"/>
                </a:cubicBezTo>
                <a:cubicBezTo>
                  <a:pt x="2598962" y="160671"/>
                  <a:pt x="2597265" y="154348"/>
                  <a:pt x="2597265" y="146571"/>
                </a:cubicBezTo>
                <a:lnTo>
                  <a:pt x="2597265" y="66287"/>
                </a:lnTo>
                <a:lnTo>
                  <a:pt x="2580859" y="66287"/>
                </a:lnTo>
                <a:lnTo>
                  <a:pt x="2580859" y="49545"/>
                </a:lnTo>
                <a:lnTo>
                  <a:pt x="2597265" y="49545"/>
                </a:lnTo>
                <a:lnTo>
                  <a:pt x="2597265" y="15836"/>
                </a:lnTo>
                <a:close/>
                <a:moveTo>
                  <a:pt x="2657564" y="50224"/>
                </a:moveTo>
                <a:lnTo>
                  <a:pt x="2678270" y="50224"/>
                </a:lnTo>
                <a:lnTo>
                  <a:pt x="2678270" y="170807"/>
                </a:lnTo>
                <a:lnTo>
                  <a:pt x="2657564" y="170807"/>
                </a:lnTo>
                <a:lnTo>
                  <a:pt x="2657564" y="50224"/>
                </a:lnTo>
                <a:moveTo>
                  <a:pt x="2657564" y="4525"/>
                </a:moveTo>
                <a:lnTo>
                  <a:pt x="2678270" y="4525"/>
                </a:lnTo>
                <a:lnTo>
                  <a:pt x="2678270" y="27601"/>
                </a:lnTo>
                <a:lnTo>
                  <a:pt x="2657564" y="27601"/>
                </a:lnTo>
                <a:lnTo>
                  <a:pt x="2657564" y="4525"/>
                </a:lnTo>
                <a:close/>
                <a:moveTo>
                  <a:pt x="2757140" y="157459"/>
                </a:moveTo>
                <a:cubicBezTo>
                  <a:pt x="2770642" y="157459"/>
                  <a:pt x="2779901" y="152344"/>
                  <a:pt x="2784917" y="142114"/>
                </a:cubicBezTo>
                <a:cubicBezTo>
                  <a:pt x="2789933" y="131884"/>
                  <a:pt x="2792441" y="120502"/>
                  <a:pt x="2792441" y="107967"/>
                </a:cubicBezTo>
                <a:cubicBezTo>
                  <a:pt x="2792441" y="96641"/>
                  <a:pt x="2790631" y="87430"/>
                  <a:pt x="2787010" y="80334"/>
                </a:cubicBezTo>
                <a:cubicBezTo>
                  <a:pt x="2781277" y="69159"/>
                  <a:pt x="2771396" y="63572"/>
                  <a:pt x="2757366" y="63572"/>
                </a:cubicBezTo>
                <a:cubicBezTo>
                  <a:pt x="2744920" y="63572"/>
                  <a:pt x="2735868" y="68329"/>
                  <a:pt x="2730211" y="77842"/>
                </a:cubicBezTo>
                <a:cubicBezTo>
                  <a:pt x="2724554" y="87356"/>
                  <a:pt x="2721725" y="98833"/>
                  <a:pt x="2721725" y="112272"/>
                </a:cubicBezTo>
                <a:cubicBezTo>
                  <a:pt x="2721725" y="125182"/>
                  <a:pt x="2724554" y="135941"/>
                  <a:pt x="2730211" y="144550"/>
                </a:cubicBezTo>
                <a:cubicBezTo>
                  <a:pt x="2735868" y="153156"/>
                  <a:pt x="2744845" y="157459"/>
                  <a:pt x="2757140" y="157459"/>
                </a:cubicBezTo>
                <a:moveTo>
                  <a:pt x="2757932" y="45926"/>
                </a:moveTo>
                <a:cubicBezTo>
                  <a:pt x="2773546" y="45926"/>
                  <a:pt x="2786746" y="51134"/>
                  <a:pt x="2797533" y="61550"/>
                </a:cubicBezTo>
                <a:cubicBezTo>
                  <a:pt x="2808319" y="71966"/>
                  <a:pt x="2813713" y="87288"/>
                  <a:pt x="2813713" y="107514"/>
                </a:cubicBezTo>
                <a:cubicBezTo>
                  <a:pt x="2813713" y="127065"/>
                  <a:pt x="2808960" y="143218"/>
                  <a:pt x="2799456" y="155974"/>
                </a:cubicBezTo>
                <a:cubicBezTo>
                  <a:pt x="2789952" y="168728"/>
                  <a:pt x="2775205" y="175105"/>
                  <a:pt x="2755216" y="175105"/>
                </a:cubicBezTo>
                <a:cubicBezTo>
                  <a:pt x="2738546" y="175105"/>
                  <a:pt x="2725308" y="169464"/>
                  <a:pt x="2715502" y="158180"/>
                </a:cubicBezTo>
                <a:cubicBezTo>
                  <a:pt x="2705696" y="146897"/>
                  <a:pt x="2700793" y="131745"/>
                  <a:pt x="2700793" y="112725"/>
                </a:cubicBezTo>
                <a:cubicBezTo>
                  <a:pt x="2700793" y="92345"/>
                  <a:pt x="2705960" y="76117"/>
                  <a:pt x="2716294" y="64042"/>
                </a:cubicBezTo>
                <a:cubicBezTo>
                  <a:pt x="2726628" y="51964"/>
                  <a:pt x="2740507" y="45926"/>
                  <a:pt x="2757932" y="45926"/>
                </a:cubicBezTo>
                <a:moveTo>
                  <a:pt x="2757253" y="46604"/>
                </a:moveTo>
                <a:lnTo>
                  <a:pt x="2757253" y="46604"/>
                </a:lnTo>
                <a:close/>
                <a:moveTo>
                  <a:pt x="2837936" y="49545"/>
                </a:moveTo>
                <a:lnTo>
                  <a:pt x="2857284" y="49545"/>
                </a:lnTo>
                <a:lnTo>
                  <a:pt x="2857284" y="66739"/>
                </a:lnTo>
                <a:cubicBezTo>
                  <a:pt x="2863016" y="59650"/>
                  <a:pt x="2869089" y="54560"/>
                  <a:pt x="2875500" y="51468"/>
                </a:cubicBezTo>
                <a:cubicBezTo>
                  <a:pt x="2881912" y="48376"/>
                  <a:pt x="2889040" y="46830"/>
                  <a:pt x="2896885" y="46830"/>
                </a:cubicBezTo>
                <a:cubicBezTo>
                  <a:pt x="2914083" y="46830"/>
                  <a:pt x="2925699" y="52832"/>
                  <a:pt x="2931734" y="64834"/>
                </a:cubicBezTo>
                <a:cubicBezTo>
                  <a:pt x="2935052" y="71399"/>
                  <a:pt x="2936712" y="80796"/>
                  <a:pt x="2936712" y="93025"/>
                </a:cubicBezTo>
                <a:lnTo>
                  <a:pt x="2936712" y="170807"/>
                </a:lnTo>
                <a:lnTo>
                  <a:pt x="2916006" y="170807"/>
                </a:lnTo>
                <a:lnTo>
                  <a:pt x="2916006" y="94371"/>
                </a:lnTo>
                <a:cubicBezTo>
                  <a:pt x="2916006" y="86972"/>
                  <a:pt x="2914913" y="81007"/>
                  <a:pt x="2912725" y="76478"/>
                </a:cubicBezTo>
                <a:cubicBezTo>
                  <a:pt x="2909104" y="68930"/>
                  <a:pt x="2902542" y="65155"/>
                  <a:pt x="2893038" y="65155"/>
                </a:cubicBezTo>
                <a:cubicBezTo>
                  <a:pt x="2888210" y="65155"/>
                  <a:pt x="2884250" y="65646"/>
                  <a:pt x="2881157" y="66626"/>
                </a:cubicBezTo>
                <a:cubicBezTo>
                  <a:pt x="2875576" y="68287"/>
                  <a:pt x="2870673" y="71609"/>
                  <a:pt x="2866449" y="76591"/>
                </a:cubicBezTo>
                <a:cubicBezTo>
                  <a:pt x="2863054" y="80592"/>
                  <a:pt x="2860848" y="84726"/>
                  <a:pt x="2859830" y="88991"/>
                </a:cubicBezTo>
                <a:cubicBezTo>
                  <a:pt x="2858811" y="93257"/>
                  <a:pt x="2858302" y="99352"/>
                  <a:pt x="2858302" y="107277"/>
                </a:cubicBezTo>
                <a:lnTo>
                  <a:pt x="2858302" y="170807"/>
                </a:lnTo>
                <a:lnTo>
                  <a:pt x="2837936" y="170807"/>
                </a:lnTo>
                <a:lnTo>
                  <a:pt x="2837936" y="49545"/>
                </a:lnTo>
                <a:moveTo>
                  <a:pt x="2885796" y="46604"/>
                </a:moveTo>
                <a:lnTo>
                  <a:pt x="2885796" y="46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7B69E-C6DA-4E68-BA84-E0889391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54" y="3588736"/>
            <a:ext cx="344568" cy="386107"/>
          </a:xfrm>
          <a:custGeom xmlns:a="http://schemas.openxmlformats.org/drawingml/2006/main">
            <a:pathLst>
              <a:path w="344568" h="386107">
                <a:moveTo>
                  <a:pt x="344568" y="193054"/>
                </a:moveTo>
                <a:cubicBezTo>
                  <a:pt x="344568" y="205729"/>
                  <a:pt x="343464" y="218282"/>
                  <a:pt x="341257" y="230715"/>
                </a:cubicBezTo>
                <a:cubicBezTo>
                  <a:pt x="339050" y="243148"/>
                  <a:pt x="335782" y="255220"/>
                  <a:pt x="331453" y="266931"/>
                </a:cubicBezTo>
                <a:cubicBezTo>
                  <a:pt x="327123" y="278642"/>
                  <a:pt x="321816" y="289768"/>
                  <a:pt x="315532" y="300308"/>
                </a:cubicBezTo>
                <a:cubicBezTo>
                  <a:pt x="309247" y="310847"/>
                  <a:pt x="302105" y="320599"/>
                  <a:pt x="294106" y="329562"/>
                </a:cubicBezTo>
                <a:cubicBezTo>
                  <a:pt x="286108" y="338526"/>
                  <a:pt x="277405" y="346528"/>
                  <a:pt x="267999" y="353570"/>
                </a:cubicBezTo>
                <a:cubicBezTo>
                  <a:pt x="258593" y="360612"/>
                  <a:pt x="248664" y="366558"/>
                  <a:pt x="238213" y="371409"/>
                </a:cubicBezTo>
                <a:cubicBezTo>
                  <a:pt x="227762" y="376260"/>
                  <a:pt x="216989" y="379923"/>
                  <a:pt x="205894" y="382397"/>
                </a:cubicBezTo>
                <a:cubicBezTo>
                  <a:pt x="194799" y="384870"/>
                  <a:pt x="183596" y="386106"/>
                  <a:pt x="172284" y="386107"/>
                </a:cubicBezTo>
                <a:cubicBezTo>
                  <a:pt x="160971" y="386106"/>
                  <a:pt x="149768" y="384869"/>
                  <a:pt x="138672" y="382395"/>
                </a:cubicBezTo>
                <a:cubicBezTo>
                  <a:pt x="127577" y="379922"/>
                  <a:pt x="116804" y="376260"/>
                  <a:pt x="106353" y="371409"/>
                </a:cubicBezTo>
                <a:cubicBezTo>
                  <a:pt x="95902" y="366558"/>
                  <a:pt x="85973" y="360612"/>
                  <a:pt x="76568" y="353569"/>
                </a:cubicBezTo>
                <a:cubicBezTo>
                  <a:pt x="67162" y="346528"/>
                  <a:pt x="58459" y="338526"/>
                  <a:pt x="50460" y="329562"/>
                </a:cubicBezTo>
                <a:cubicBezTo>
                  <a:pt x="42462" y="320599"/>
                  <a:pt x="35320" y="310847"/>
                  <a:pt x="29035" y="300308"/>
                </a:cubicBezTo>
                <a:cubicBezTo>
                  <a:pt x="22750" y="289768"/>
                  <a:pt x="17442" y="278642"/>
                  <a:pt x="13113" y="266931"/>
                </a:cubicBezTo>
                <a:cubicBezTo>
                  <a:pt x="8784" y="255220"/>
                  <a:pt x="5517" y="243148"/>
                  <a:pt x="3310" y="230715"/>
                </a:cubicBezTo>
                <a:cubicBezTo>
                  <a:pt x="1103" y="218282"/>
                  <a:pt x="0" y="205729"/>
                  <a:pt x="0" y="193054"/>
                </a:cubicBezTo>
                <a:cubicBezTo>
                  <a:pt x="0" y="180376"/>
                  <a:pt x="1103" y="167822"/>
                  <a:pt x="3310" y="155388"/>
                </a:cubicBezTo>
                <a:cubicBezTo>
                  <a:pt x="5517" y="142956"/>
                  <a:pt x="8784" y="130884"/>
                  <a:pt x="13113" y="119173"/>
                </a:cubicBezTo>
                <a:cubicBezTo>
                  <a:pt x="17442" y="107462"/>
                  <a:pt x="22750" y="96337"/>
                  <a:pt x="29035" y="85797"/>
                </a:cubicBezTo>
                <a:cubicBezTo>
                  <a:pt x="35320" y="75256"/>
                  <a:pt x="42462" y="65506"/>
                  <a:pt x="50460" y="56543"/>
                </a:cubicBezTo>
                <a:cubicBezTo>
                  <a:pt x="58459" y="47579"/>
                  <a:pt x="67162" y="39577"/>
                  <a:pt x="76568" y="32533"/>
                </a:cubicBezTo>
                <a:cubicBezTo>
                  <a:pt x="85973" y="25491"/>
                  <a:pt x="95902" y="19544"/>
                  <a:pt x="106353" y="14694"/>
                </a:cubicBezTo>
                <a:cubicBezTo>
                  <a:pt x="116804" y="9844"/>
                  <a:pt x="127577" y="6182"/>
                  <a:pt x="138672" y="3710"/>
                </a:cubicBezTo>
                <a:cubicBezTo>
                  <a:pt x="149768" y="1237"/>
                  <a:pt x="160971" y="0"/>
                  <a:pt x="172284" y="0"/>
                </a:cubicBezTo>
                <a:cubicBezTo>
                  <a:pt x="183596" y="0"/>
                  <a:pt x="194800" y="1237"/>
                  <a:pt x="205895" y="3710"/>
                </a:cubicBezTo>
                <a:cubicBezTo>
                  <a:pt x="216990" y="6182"/>
                  <a:pt x="227762" y="9844"/>
                  <a:pt x="238213" y="14694"/>
                </a:cubicBezTo>
                <a:cubicBezTo>
                  <a:pt x="248664" y="19544"/>
                  <a:pt x="258593" y="25491"/>
                  <a:pt x="267999" y="32535"/>
                </a:cubicBezTo>
                <a:cubicBezTo>
                  <a:pt x="277405" y="39577"/>
                  <a:pt x="286108" y="47579"/>
                  <a:pt x="294107" y="56543"/>
                </a:cubicBezTo>
                <a:cubicBezTo>
                  <a:pt x="302105" y="65506"/>
                  <a:pt x="309247" y="75256"/>
                  <a:pt x="315532" y="85797"/>
                </a:cubicBezTo>
                <a:cubicBezTo>
                  <a:pt x="321816" y="96337"/>
                  <a:pt x="327123" y="107462"/>
                  <a:pt x="331453" y="119173"/>
                </a:cubicBezTo>
                <a:cubicBezTo>
                  <a:pt x="335782" y="130884"/>
                  <a:pt x="339050" y="142956"/>
                  <a:pt x="341257" y="155388"/>
                </a:cubicBezTo>
                <a:cubicBezTo>
                  <a:pt x="343464" y="167822"/>
                  <a:pt x="344568" y="180376"/>
                  <a:pt x="344568" y="193054"/>
                </a:cubicBezTo>
                <a:close/>
              </a:path>
            </a:pathLst>
          </a:custGeom>
          <a:solidFill xmlns:a="http://schemas.openxmlformats.org/drawingml/2006/main">
            <a:srgbClr val="E78AC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1F2D1-8220-4492-863D-41A6714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40" y="3402045"/>
            <a:ext cx="386" cy="186682"/>
          </a:xfrm>
          <a:custGeom xmlns:a="http://schemas.openxmlformats.org/drawingml/2006/main">
            <a:pathLst>
              <a:path w="386" h="186682" fill="none">
                <a:moveTo>
                  <a:pt x="0" y="186682"/>
                </a:moveTo>
                <a:lnTo>
                  <a:pt x="3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2AFF5-DDEB-4E4A-872D-8DEA629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04" y="3344138"/>
            <a:ext cx="77241" cy="77221"/>
          </a:xfrm>
          <a:custGeom xmlns:a="http://schemas.openxmlformats.org/drawingml/2006/main">
            <a:pathLst>
              <a:path w="77241" h="77221">
                <a:moveTo>
                  <a:pt x="38814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028"/>
                </a:lnTo>
                <a:lnTo>
                  <a:pt x="3881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6964A-BBA9-4AD4-A218-B2DCED1A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06" y="3344129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813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028"/>
                </a:lnTo>
                <a:lnTo>
                  <a:pt x="3881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E8490-C020-4385-9455-900E775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254" y="3978887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98C0A-69BE-47C8-B3FE-58E82F0A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265" y="4114034"/>
            <a:ext cx="1378166" cy="579160"/>
          </a:xfrm>
          <a:custGeom xmlns:a="http://schemas.openxmlformats.org/drawingml/2006/main">
            <a:pathLst>
              <a:path w="1378166" h="579160">
                <a:moveTo>
                  <a:pt x="0" y="579160"/>
                </a:moveTo>
                <a:lnTo>
                  <a:pt x="386202" y="0"/>
                </a:lnTo>
                <a:lnTo>
                  <a:pt x="991964" y="0"/>
                </a:lnTo>
                <a:lnTo>
                  <a:pt x="1378166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C38FF-CCF7-48E1-86F1-C9DF5626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267" y="4114025"/>
            <a:ext cx="1378168" cy="579159"/>
          </a:xfrm>
          <a:custGeom xmlns:a="http://schemas.openxmlformats.org/drawingml/2006/main">
            <a:pathLst>
              <a:path w="1378168" h="579159" fill="none">
                <a:moveTo>
                  <a:pt x="0" y="579159"/>
                </a:moveTo>
                <a:lnTo>
                  <a:pt x="386204" y="0"/>
                </a:lnTo>
                <a:lnTo>
                  <a:pt x="991964" y="0"/>
                </a:lnTo>
                <a:lnTo>
                  <a:pt x="1378168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>
                <a:alpha val="40000"/>
              </a:srgbClr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ACAAE-04F3-4732-8F80-CAFB918C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375" y="4305543"/>
            <a:ext cx="272981" cy="192982"/>
          </a:xfrm>
          <a:custGeom xmlns:a="http://schemas.openxmlformats.org/drawingml/2006/main">
            <a:pathLst>
              <a:path w="272981" h="192982">
                <a:moveTo>
                  <a:pt x="105413" y="0"/>
                </a:moveTo>
                <a:cubicBezTo>
                  <a:pt x="107969" y="0"/>
                  <a:pt x="112532" y="91"/>
                  <a:pt x="119105" y="274"/>
                </a:cubicBezTo>
                <a:cubicBezTo>
                  <a:pt x="125675" y="456"/>
                  <a:pt x="131790" y="639"/>
                  <a:pt x="137450" y="821"/>
                </a:cubicBezTo>
                <a:cubicBezTo>
                  <a:pt x="146759" y="821"/>
                  <a:pt x="154515" y="730"/>
                  <a:pt x="160722" y="547"/>
                </a:cubicBezTo>
                <a:cubicBezTo>
                  <a:pt x="166929" y="365"/>
                  <a:pt x="170487" y="274"/>
                  <a:pt x="171401" y="274"/>
                </a:cubicBezTo>
                <a:cubicBezTo>
                  <a:pt x="174687" y="274"/>
                  <a:pt x="176329" y="1004"/>
                  <a:pt x="176329" y="2463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4" y="12409"/>
                  <a:pt x="170305" y="12592"/>
                  <a:pt x="167019" y="12592"/>
                </a:cubicBezTo>
                <a:cubicBezTo>
                  <a:pt x="162456" y="12774"/>
                  <a:pt x="158805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8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5" y="148364"/>
                </a:lnTo>
                <a:cubicBezTo>
                  <a:pt x="159171" y="147816"/>
                  <a:pt x="159719" y="146904"/>
                  <a:pt x="160449" y="145627"/>
                </a:cubicBezTo>
                <a:cubicBezTo>
                  <a:pt x="161178" y="144349"/>
                  <a:pt x="162273" y="142615"/>
                  <a:pt x="163734" y="140426"/>
                </a:cubicBezTo>
                <a:cubicBezTo>
                  <a:pt x="165195" y="138236"/>
                  <a:pt x="166746" y="135498"/>
                  <a:pt x="168389" y="132214"/>
                </a:cubicBezTo>
                <a:cubicBezTo>
                  <a:pt x="170031" y="128929"/>
                  <a:pt x="172222" y="125188"/>
                  <a:pt x="174960" y="120990"/>
                </a:cubicBezTo>
                <a:cubicBezTo>
                  <a:pt x="177699" y="116793"/>
                  <a:pt x="180436" y="111866"/>
                  <a:pt x="183174" y="106209"/>
                </a:cubicBezTo>
                <a:cubicBezTo>
                  <a:pt x="185913" y="100552"/>
                  <a:pt x="189471" y="94438"/>
                  <a:pt x="193852" y="87869"/>
                </a:cubicBezTo>
                <a:cubicBezTo>
                  <a:pt x="212836" y="54291"/>
                  <a:pt x="223606" y="35129"/>
                  <a:pt x="226162" y="30384"/>
                </a:cubicBezTo>
                <a:cubicBezTo>
                  <a:pt x="228717" y="25640"/>
                  <a:pt x="230086" y="22720"/>
                  <a:pt x="230269" y="21625"/>
                </a:cubicBezTo>
                <a:cubicBezTo>
                  <a:pt x="230269" y="18888"/>
                  <a:pt x="228535" y="16698"/>
                  <a:pt x="225066" y="15055"/>
                </a:cubicBezTo>
                <a:cubicBezTo>
                  <a:pt x="221598" y="13413"/>
                  <a:pt x="217765" y="12592"/>
                  <a:pt x="213567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0" y="6296"/>
                </a:cubicBezTo>
                <a:cubicBezTo>
                  <a:pt x="211011" y="3376"/>
                  <a:pt x="211558" y="1642"/>
                  <a:pt x="211924" y="1095"/>
                </a:cubicBezTo>
                <a:cubicBezTo>
                  <a:pt x="212289" y="547"/>
                  <a:pt x="213567" y="274"/>
                  <a:pt x="215757" y="274"/>
                </a:cubicBezTo>
                <a:cubicBezTo>
                  <a:pt x="216304" y="274"/>
                  <a:pt x="217855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4" y="274"/>
                  <a:pt x="240581" y="365"/>
                  <a:pt x="245875" y="547"/>
                </a:cubicBezTo>
                <a:cubicBezTo>
                  <a:pt x="257923" y="547"/>
                  <a:pt x="265679" y="365"/>
                  <a:pt x="269149" y="0"/>
                </a:cubicBezTo>
                <a:cubicBezTo>
                  <a:pt x="271703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59" y="7664"/>
                </a:cubicBezTo>
                <a:cubicBezTo>
                  <a:pt x="271613" y="9672"/>
                  <a:pt x="270974" y="11041"/>
                  <a:pt x="270244" y="11770"/>
                </a:cubicBezTo>
                <a:cubicBezTo>
                  <a:pt x="269513" y="12500"/>
                  <a:pt x="268601" y="12774"/>
                  <a:pt x="267506" y="12592"/>
                </a:cubicBezTo>
                <a:cubicBezTo>
                  <a:pt x="263489" y="12592"/>
                  <a:pt x="259838" y="13139"/>
                  <a:pt x="256553" y="14234"/>
                </a:cubicBezTo>
                <a:cubicBezTo>
                  <a:pt x="253268" y="15329"/>
                  <a:pt x="250529" y="16606"/>
                  <a:pt x="248339" y="18066"/>
                </a:cubicBezTo>
                <a:cubicBezTo>
                  <a:pt x="246149" y="19526"/>
                  <a:pt x="244415" y="21077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6" y="192344"/>
                  <a:pt x="142925" y="192982"/>
                  <a:pt x="139640" y="192982"/>
                </a:cubicBezTo>
                <a:cubicBezTo>
                  <a:pt x="136901" y="192982"/>
                  <a:pt x="135167" y="192526"/>
                  <a:pt x="134438" y="191614"/>
                </a:cubicBezTo>
                <a:cubicBezTo>
                  <a:pt x="133889" y="191066"/>
                  <a:pt x="132155" y="168620"/>
                  <a:pt x="129236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8" y="67247"/>
                  <a:pt x="105596" y="87595"/>
                  <a:pt x="86248" y="121538"/>
                </a:cubicBezTo>
                <a:cubicBezTo>
                  <a:pt x="59962" y="167525"/>
                  <a:pt x="46638" y="190701"/>
                  <a:pt x="46273" y="191066"/>
                </a:cubicBezTo>
                <a:cubicBezTo>
                  <a:pt x="45907" y="191431"/>
                  <a:pt x="45451" y="191796"/>
                  <a:pt x="44904" y="192161"/>
                </a:cubicBezTo>
                <a:cubicBezTo>
                  <a:pt x="43990" y="192709"/>
                  <a:pt x="42348" y="192982"/>
                  <a:pt x="39975" y="192982"/>
                </a:cubicBezTo>
                <a:cubicBezTo>
                  <a:pt x="36507" y="192982"/>
                  <a:pt x="34591" y="192344"/>
                  <a:pt x="34225" y="191066"/>
                </a:cubicBezTo>
                <a:cubicBezTo>
                  <a:pt x="34225" y="190519"/>
                  <a:pt x="32218" y="161412"/>
                  <a:pt x="28201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40" y="15055"/>
                  <a:pt x="20626" y="14052"/>
                  <a:pt x="19167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6" y="0"/>
                </a:lnTo>
                <a:cubicBezTo>
                  <a:pt x="14511" y="547"/>
                  <a:pt x="23638" y="821"/>
                  <a:pt x="34225" y="821"/>
                </a:cubicBezTo>
                <a:cubicBezTo>
                  <a:pt x="57043" y="821"/>
                  <a:pt x="69547" y="547"/>
                  <a:pt x="71737" y="0"/>
                </a:cubicBezTo>
                <a:lnTo>
                  <a:pt x="74474" y="0"/>
                </a:lnTo>
                <a:cubicBezTo>
                  <a:pt x="75569" y="1095"/>
                  <a:pt x="76117" y="1916"/>
                  <a:pt x="76117" y="2463"/>
                </a:cubicBezTo>
                <a:cubicBezTo>
                  <a:pt x="76117" y="3011"/>
                  <a:pt x="75935" y="4653"/>
                  <a:pt x="75569" y="7391"/>
                </a:cubicBezTo>
                <a:cubicBezTo>
                  <a:pt x="74657" y="10128"/>
                  <a:pt x="73835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9" y="14690"/>
                  <a:pt x="49558" y="17245"/>
                </a:cubicBezTo>
                <a:cubicBezTo>
                  <a:pt x="55034" y="101190"/>
                  <a:pt x="58138" y="145353"/>
                  <a:pt x="58867" y="149733"/>
                </a:cubicBezTo>
                <a:lnTo>
                  <a:pt x="123212" y="36407"/>
                </a:lnTo>
                <a:lnTo>
                  <a:pt x="122663" y="26278"/>
                </a:lnTo>
                <a:cubicBezTo>
                  <a:pt x="122117" y="18614"/>
                  <a:pt x="121203" y="14508"/>
                  <a:pt x="119926" y="13960"/>
                </a:cubicBezTo>
                <a:cubicBezTo>
                  <a:pt x="118830" y="13230"/>
                  <a:pt x="114998" y="12774"/>
                  <a:pt x="108425" y="12592"/>
                </a:cubicBezTo>
                <a:cubicBezTo>
                  <a:pt x="104957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7" y="5566"/>
                  <a:pt x="100850" y="4745"/>
                  <a:pt x="101033" y="3832"/>
                </a:cubicBezTo>
                <a:cubicBezTo>
                  <a:pt x="101216" y="2920"/>
                  <a:pt x="101306" y="2281"/>
                  <a:pt x="101306" y="1916"/>
                </a:cubicBezTo>
                <a:cubicBezTo>
                  <a:pt x="101306" y="1551"/>
                  <a:pt x="101581" y="1186"/>
                  <a:pt x="102128" y="821"/>
                </a:cubicBezTo>
                <a:cubicBezTo>
                  <a:pt x="102676" y="456"/>
                  <a:pt x="103040" y="274"/>
                  <a:pt x="103223" y="274"/>
                </a:cubicBezTo>
                <a:cubicBezTo>
                  <a:pt x="103406" y="274"/>
                  <a:pt x="104137" y="182"/>
                  <a:pt x="10541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BC054-B0B5-4399-B8C7-00F8213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374" y="4305543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2F464-319F-494C-811B-035E9804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208" y="4399254"/>
            <a:ext cx="88077" cy="136439"/>
          </a:xfrm>
          <a:custGeom xmlns:a="http://schemas.openxmlformats.org/drawingml/2006/main">
            <a:pathLst>
              <a:path w="88077" h="136439">
                <a:moveTo>
                  <a:pt x="14131" y="9096"/>
                </a:moveTo>
                <a:cubicBezTo>
                  <a:pt x="14131" y="7806"/>
                  <a:pt x="14389" y="6322"/>
                  <a:pt x="14906" y="4645"/>
                </a:cubicBezTo>
                <a:cubicBezTo>
                  <a:pt x="15421" y="2968"/>
                  <a:pt x="16196" y="2129"/>
                  <a:pt x="17227" y="2129"/>
                </a:cubicBezTo>
                <a:cubicBezTo>
                  <a:pt x="17357" y="2129"/>
                  <a:pt x="22003" y="1806"/>
                  <a:pt x="31166" y="1161"/>
                </a:cubicBezTo>
                <a:cubicBezTo>
                  <a:pt x="40329" y="516"/>
                  <a:pt x="45039" y="129"/>
                  <a:pt x="45297" y="0"/>
                </a:cubicBezTo>
                <a:cubicBezTo>
                  <a:pt x="46845" y="0"/>
                  <a:pt x="47620" y="516"/>
                  <a:pt x="47620" y="1548"/>
                </a:cubicBezTo>
                <a:cubicBezTo>
                  <a:pt x="47620" y="2451"/>
                  <a:pt x="44394" y="15934"/>
                  <a:pt x="37941" y="41996"/>
                </a:cubicBezTo>
                <a:cubicBezTo>
                  <a:pt x="31488" y="67542"/>
                  <a:pt x="28262" y="80767"/>
                  <a:pt x="28262" y="81670"/>
                </a:cubicBezTo>
                <a:cubicBezTo>
                  <a:pt x="30715" y="80379"/>
                  <a:pt x="32585" y="79154"/>
                  <a:pt x="33876" y="77993"/>
                </a:cubicBezTo>
                <a:cubicBezTo>
                  <a:pt x="36973" y="75670"/>
                  <a:pt x="41426" y="71606"/>
                  <a:pt x="47233" y="65800"/>
                </a:cubicBezTo>
                <a:cubicBezTo>
                  <a:pt x="53040" y="59994"/>
                  <a:pt x="57556" y="56059"/>
                  <a:pt x="60783" y="53995"/>
                </a:cubicBezTo>
                <a:cubicBezTo>
                  <a:pt x="65946" y="50511"/>
                  <a:pt x="70849" y="48770"/>
                  <a:pt x="75495" y="48770"/>
                </a:cubicBezTo>
                <a:cubicBezTo>
                  <a:pt x="79366" y="48770"/>
                  <a:pt x="82399" y="49995"/>
                  <a:pt x="84593" y="52447"/>
                </a:cubicBezTo>
                <a:cubicBezTo>
                  <a:pt x="86787" y="54898"/>
                  <a:pt x="87949" y="58382"/>
                  <a:pt x="88077" y="62897"/>
                </a:cubicBezTo>
                <a:cubicBezTo>
                  <a:pt x="88077" y="66123"/>
                  <a:pt x="87626" y="68832"/>
                  <a:pt x="86723" y="71026"/>
                </a:cubicBezTo>
                <a:cubicBezTo>
                  <a:pt x="85819" y="73219"/>
                  <a:pt x="84593" y="74832"/>
                  <a:pt x="83044" y="75864"/>
                </a:cubicBezTo>
                <a:cubicBezTo>
                  <a:pt x="81496" y="76896"/>
                  <a:pt x="80141" y="77606"/>
                  <a:pt x="78980" y="77993"/>
                </a:cubicBezTo>
                <a:cubicBezTo>
                  <a:pt x="77818" y="78380"/>
                  <a:pt x="76657" y="78573"/>
                  <a:pt x="75495" y="78573"/>
                </a:cubicBezTo>
                <a:cubicBezTo>
                  <a:pt x="72913" y="78573"/>
                  <a:pt x="70849" y="77864"/>
                  <a:pt x="69300" y="76444"/>
                </a:cubicBezTo>
                <a:cubicBezTo>
                  <a:pt x="67752" y="75025"/>
                  <a:pt x="66977" y="73154"/>
                  <a:pt x="66977" y="70832"/>
                </a:cubicBezTo>
                <a:cubicBezTo>
                  <a:pt x="66977" y="67606"/>
                  <a:pt x="68010" y="64962"/>
                  <a:pt x="70075" y="62897"/>
                </a:cubicBezTo>
                <a:cubicBezTo>
                  <a:pt x="72140" y="60833"/>
                  <a:pt x="74205" y="59478"/>
                  <a:pt x="76270" y="58833"/>
                </a:cubicBezTo>
                <a:lnTo>
                  <a:pt x="79366" y="58253"/>
                </a:lnTo>
                <a:cubicBezTo>
                  <a:pt x="77818" y="56704"/>
                  <a:pt x="76270" y="55930"/>
                  <a:pt x="74722" y="55930"/>
                </a:cubicBezTo>
                <a:lnTo>
                  <a:pt x="73947" y="55930"/>
                </a:lnTo>
                <a:cubicBezTo>
                  <a:pt x="69817" y="56317"/>
                  <a:pt x="65752" y="57930"/>
                  <a:pt x="61751" y="60768"/>
                </a:cubicBezTo>
                <a:cubicBezTo>
                  <a:pt x="57751" y="63607"/>
                  <a:pt x="53040" y="67735"/>
                  <a:pt x="47620" y="73154"/>
                </a:cubicBezTo>
                <a:cubicBezTo>
                  <a:pt x="42200" y="78573"/>
                  <a:pt x="37941" y="82508"/>
                  <a:pt x="34844" y="84960"/>
                </a:cubicBezTo>
                <a:cubicBezTo>
                  <a:pt x="35101" y="85089"/>
                  <a:pt x="36069" y="85282"/>
                  <a:pt x="37747" y="85540"/>
                </a:cubicBezTo>
                <a:cubicBezTo>
                  <a:pt x="39426" y="85798"/>
                  <a:pt x="40974" y="86185"/>
                  <a:pt x="42394" y="86702"/>
                </a:cubicBezTo>
                <a:cubicBezTo>
                  <a:pt x="43812" y="87218"/>
                  <a:pt x="45490" y="87734"/>
                  <a:pt x="47427" y="88250"/>
                </a:cubicBezTo>
                <a:cubicBezTo>
                  <a:pt x="49362" y="88766"/>
                  <a:pt x="51105" y="89669"/>
                  <a:pt x="52653" y="90959"/>
                </a:cubicBezTo>
                <a:cubicBezTo>
                  <a:pt x="54201" y="92249"/>
                  <a:pt x="55621" y="93411"/>
                  <a:pt x="56911" y="94443"/>
                </a:cubicBezTo>
                <a:cubicBezTo>
                  <a:pt x="58203" y="95475"/>
                  <a:pt x="59299" y="97152"/>
                  <a:pt x="60203" y="99474"/>
                </a:cubicBezTo>
                <a:cubicBezTo>
                  <a:pt x="61106" y="101797"/>
                  <a:pt x="61493" y="103926"/>
                  <a:pt x="61364" y="105861"/>
                </a:cubicBezTo>
                <a:cubicBezTo>
                  <a:pt x="61364" y="108054"/>
                  <a:pt x="61041" y="110699"/>
                  <a:pt x="60396" y="113796"/>
                </a:cubicBezTo>
                <a:cubicBezTo>
                  <a:pt x="59751" y="116892"/>
                  <a:pt x="59364" y="119473"/>
                  <a:pt x="59234" y="121537"/>
                </a:cubicBezTo>
                <a:cubicBezTo>
                  <a:pt x="59234" y="126698"/>
                  <a:pt x="60977" y="129278"/>
                  <a:pt x="64461" y="129278"/>
                </a:cubicBezTo>
                <a:cubicBezTo>
                  <a:pt x="70655" y="129278"/>
                  <a:pt x="75688" y="121601"/>
                  <a:pt x="79560" y="106248"/>
                </a:cubicBezTo>
                <a:cubicBezTo>
                  <a:pt x="79818" y="105216"/>
                  <a:pt x="81109" y="104700"/>
                  <a:pt x="83433" y="104700"/>
                </a:cubicBezTo>
                <a:lnTo>
                  <a:pt x="84206" y="104700"/>
                </a:lnTo>
                <a:cubicBezTo>
                  <a:pt x="86271" y="104700"/>
                  <a:pt x="87304" y="105280"/>
                  <a:pt x="87304" y="106442"/>
                </a:cubicBezTo>
                <a:cubicBezTo>
                  <a:pt x="87304" y="107087"/>
                  <a:pt x="87109" y="107990"/>
                  <a:pt x="86723" y="109151"/>
                </a:cubicBezTo>
                <a:cubicBezTo>
                  <a:pt x="81431" y="127343"/>
                  <a:pt x="73818" y="136439"/>
                  <a:pt x="63881" y="136439"/>
                </a:cubicBezTo>
                <a:cubicBezTo>
                  <a:pt x="58073" y="136439"/>
                  <a:pt x="53363" y="134761"/>
                  <a:pt x="49750" y="131407"/>
                </a:cubicBezTo>
                <a:cubicBezTo>
                  <a:pt x="46135" y="128052"/>
                  <a:pt x="44329" y="123214"/>
                  <a:pt x="44329" y="116892"/>
                </a:cubicBezTo>
                <a:cubicBezTo>
                  <a:pt x="44329" y="114570"/>
                  <a:pt x="44522" y="112570"/>
                  <a:pt x="44910" y="110893"/>
                </a:cubicBezTo>
                <a:cubicBezTo>
                  <a:pt x="45297" y="109215"/>
                  <a:pt x="45490" y="107667"/>
                  <a:pt x="45490" y="106248"/>
                </a:cubicBezTo>
                <a:cubicBezTo>
                  <a:pt x="45490" y="103410"/>
                  <a:pt x="44587" y="100958"/>
                  <a:pt x="42780" y="98894"/>
                </a:cubicBezTo>
                <a:cubicBezTo>
                  <a:pt x="40974" y="96830"/>
                  <a:pt x="38716" y="95346"/>
                  <a:pt x="36006" y="94443"/>
                </a:cubicBezTo>
                <a:cubicBezTo>
                  <a:pt x="33295" y="93540"/>
                  <a:pt x="31101" y="92830"/>
                  <a:pt x="29423" y="92314"/>
                </a:cubicBezTo>
                <a:cubicBezTo>
                  <a:pt x="27746" y="91798"/>
                  <a:pt x="26585" y="91604"/>
                  <a:pt x="25938" y="91733"/>
                </a:cubicBezTo>
                <a:lnTo>
                  <a:pt x="25552" y="91733"/>
                </a:lnTo>
                <a:cubicBezTo>
                  <a:pt x="24003" y="97152"/>
                  <a:pt x="22648" y="102377"/>
                  <a:pt x="21487" y="107409"/>
                </a:cubicBezTo>
                <a:cubicBezTo>
                  <a:pt x="20325" y="112441"/>
                  <a:pt x="19422" y="116183"/>
                  <a:pt x="18777" y="118634"/>
                </a:cubicBezTo>
                <a:cubicBezTo>
                  <a:pt x="18132" y="121085"/>
                  <a:pt x="17551" y="123472"/>
                  <a:pt x="17034" y="125795"/>
                </a:cubicBezTo>
                <a:cubicBezTo>
                  <a:pt x="16519" y="128117"/>
                  <a:pt x="16067" y="129665"/>
                  <a:pt x="15679" y="130439"/>
                </a:cubicBezTo>
                <a:cubicBezTo>
                  <a:pt x="15292" y="131213"/>
                  <a:pt x="14841" y="132052"/>
                  <a:pt x="14324" y="132955"/>
                </a:cubicBezTo>
                <a:cubicBezTo>
                  <a:pt x="13808" y="133858"/>
                  <a:pt x="13099" y="134439"/>
                  <a:pt x="12194" y="134697"/>
                </a:cubicBezTo>
                <a:cubicBezTo>
                  <a:pt x="10518" y="135858"/>
                  <a:pt x="8711" y="136439"/>
                  <a:pt x="6775" y="136439"/>
                </a:cubicBezTo>
                <a:cubicBezTo>
                  <a:pt x="4581" y="136439"/>
                  <a:pt x="2903" y="135794"/>
                  <a:pt x="1742" y="134503"/>
                </a:cubicBezTo>
                <a:cubicBezTo>
                  <a:pt x="580" y="133213"/>
                  <a:pt x="0" y="132117"/>
                  <a:pt x="0" y="131213"/>
                </a:cubicBezTo>
                <a:cubicBezTo>
                  <a:pt x="0" y="129923"/>
                  <a:pt x="2387" y="119602"/>
                  <a:pt x="7161" y="100249"/>
                </a:cubicBezTo>
                <a:cubicBezTo>
                  <a:pt x="11938" y="80896"/>
                  <a:pt x="16647" y="61865"/>
                  <a:pt x="21294" y="43157"/>
                </a:cubicBezTo>
                <a:lnTo>
                  <a:pt x="28455" y="15095"/>
                </a:lnTo>
                <a:cubicBezTo>
                  <a:pt x="28585" y="13418"/>
                  <a:pt x="28133" y="12386"/>
                  <a:pt x="27100" y="11999"/>
                </a:cubicBezTo>
                <a:cubicBezTo>
                  <a:pt x="26068" y="11612"/>
                  <a:pt x="23552" y="11289"/>
                  <a:pt x="19550" y="11031"/>
                </a:cubicBezTo>
                <a:lnTo>
                  <a:pt x="18584" y="11031"/>
                </a:lnTo>
                <a:cubicBezTo>
                  <a:pt x="17292" y="11031"/>
                  <a:pt x="16454" y="11031"/>
                  <a:pt x="16067" y="11031"/>
                </a:cubicBezTo>
                <a:cubicBezTo>
                  <a:pt x="15679" y="11031"/>
                  <a:pt x="15227" y="10838"/>
                  <a:pt x="14711" y="10451"/>
                </a:cubicBezTo>
                <a:cubicBezTo>
                  <a:pt x="14196" y="10064"/>
                  <a:pt x="14002" y="9612"/>
                  <a:pt x="14131" y="909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9273A-9BD6-4C61-9AD8-A1B8BE88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207" y="4399254"/>
            <a:ext cx="88078" cy="136439"/>
          </a:xfrm>
          <a:custGeom xmlns:a="http://schemas.openxmlformats.org/drawingml/2006/main">
            <a:pathLst>
              <a:path w="88078" h="136439" fill="none">
                <a:moveTo>
                  <a:pt x="14131" y="9096"/>
                </a:moveTo>
                <a:cubicBezTo>
                  <a:pt x="14131" y="7806"/>
                  <a:pt x="14389" y="6322"/>
                  <a:pt x="14906" y="4645"/>
                </a:cubicBezTo>
                <a:cubicBezTo>
                  <a:pt x="15422" y="2967"/>
                  <a:pt x="16196" y="2129"/>
                  <a:pt x="17229" y="2129"/>
                </a:cubicBezTo>
                <a:cubicBezTo>
                  <a:pt x="17358" y="2129"/>
                  <a:pt x="22003" y="1806"/>
                  <a:pt x="31166" y="1161"/>
                </a:cubicBezTo>
                <a:cubicBezTo>
                  <a:pt x="40329" y="516"/>
                  <a:pt x="45039" y="129"/>
                  <a:pt x="45297" y="0"/>
                </a:cubicBezTo>
                <a:cubicBezTo>
                  <a:pt x="46846" y="0"/>
                  <a:pt x="47620" y="516"/>
                  <a:pt x="47620" y="1548"/>
                </a:cubicBezTo>
                <a:cubicBezTo>
                  <a:pt x="47620" y="2451"/>
                  <a:pt x="44394" y="15934"/>
                  <a:pt x="37941" y="41996"/>
                </a:cubicBezTo>
                <a:cubicBezTo>
                  <a:pt x="31489" y="67542"/>
                  <a:pt x="28262" y="80767"/>
                  <a:pt x="28262" y="81670"/>
                </a:cubicBezTo>
                <a:cubicBezTo>
                  <a:pt x="30714" y="80379"/>
                  <a:pt x="32586" y="79154"/>
                  <a:pt x="33876" y="77993"/>
                </a:cubicBezTo>
                <a:cubicBezTo>
                  <a:pt x="36974" y="75670"/>
                  <a:pt x="41426" y="71606"/>
                  <a:pt x="47233" y="65800"/>
                </a:cubicBezTo>
                <a:cubicBezTo>
                  <a:pt x="53041" y="59994"/>
                  <a:pt x="57557" y="56059"/>
                  <a:pt x="60784" y="53995"/>
                </a:cubicBezTo>
                <a:cubicBezTo>
                  <a:pt x="65946" y="50511"/>
                  <a:pt x="70850" y="48770"/>
                  <a:pt x="75496" y="48770"/>
                </a:cubicBezTo>
                <a:cubicBezTo>
                  <a:pt x="79367" y="48770"/>
                  <a:pt x="82400" y="49995"/>
                  <a:pt x="84594" y="52447"/>
                </a:cubicBezTo>
                <a:cubicBezTo>
                  <a:pt x="86788" y="54898"/>
                  <a:pt x="87949" y="58382"/>
                  <a:pt x="88078" y="62897"/>
                </a:cubicBezTo>
                <a:cubicBezTo>
                  <a:pt x="88078" y="66123"/>
                  <a:pt x="87627" y="68832"/>
                  <a:pt x="86723" y="71026"/>
                </a:cubicBezTo>
                <a:cubicBezTo>
                  <a:pt x="85820" y="73219"/>
                  <a:pt x="84594" y="74832"/>
                  <a:pt x="83045" y="75864"/>
                </a:cubicBezTo>
                <a:cubicBezTo>
                  <a:pt x="81497" y="76896"/>
                  <a:pt x="80142" y="77606"/>
                  <a:pt x="78980" y="77993"/>
                </a:cubicBezTo>
                <a:cubicBezTo>
                  <a:pt x="77819" y="78380"/>
                  <a:pt x="76657" y="78573"/>
                  <a:pt x="75496" y="78573"/>
                </a:cubicBezTo>
                <a:cubicBezTo>
                  <a:pt x="72915" y="78573"/>
                  <a:pt x="70850" y="77864"/>
                  <a:pt x="69301" y="76444"/>
                </a:cubicBezTo>
                <a:cubicBezTo>
                  <a:pt x="67753" y="75025"/>
                  <a:pt x="66978" y="73154"/>
                  <a:pt x="66978" y="70832"/>
                </a:cubicBezTo>
                <a:cubicBezTo>
                  <a:pt x="66978" y="67606"/>
                  <a:pt x="68011" y="64962"/>
                  <a:pt x="70075" y="62897"/>
                </a:cubicBezTo>
                <a:cubicBezTo>
                  <a:pt x="72140" y="60833"/>
                  <a:pt x="74205" y="59478"/>
                  <a:pt x="76270" y="58833"/>
                </a:cubicBezTo>
                <a:lnTo>
                  <a:pt x="79367" y="58253"/>
                </a:lnTo>
                <a:cubicBezTo>
                  <a:pt x="77819" y="56704"/>
                  <a:pt x="76270" y="55930"/>
                  <a:pt x="74721" y="55930"/>
                </a:cubicBezTo>
                <a:lnTo>
                  <a:pt x="73947" y="55930"/>
                </a:lnTo>
                <a:cubicBezTo>
                  <a:pt x="69817" y="56317"/>
                  <a:pt x="65752" y="57930"/>
                  <a:pt x="61752" y="60768"/>
                </a:cubicBezTo>
                <a:cubicBezTo>
                  <a:pt x="57751" y="63607"/>
                  <a:pt x="53041" y="67736"/>
                  <a:pt x="47620" y="73154"/>
                </a:cubicBezTo>
                <a:cubicBezTo>
                  <a:pt x="42200" y="78573"/>
                  <a:pt x="37941" y="82508"/>
                  <a:pt x="34844" y="84960"/>
                </a:cubicBezTo>
                <a:cubicBezTo>
                  <a:pt x="35102" y="85089"/>
                  <a:pt x="36070" y="85282"/>
                  <a:pt x="37748" y="85540"/>
                </a:cubicBezTo>
                <a:cubicBezTo>
                  <a:pt x="39426" y="85798"/>
                  <a:pt x="40974" y="86185"/>
                  <a:pt x="42394" y="86701"/>
                </a:cubicBezTo>
                <a:cubicBezTo>
                  <a:pt x="43813" y="87218"/>
                  <a:pt x="45491" y="87734"/>
                  <a:pt x="47427" y="88250"/>
                </a:cubicBezTo>
                <a:cubicBezTo>
                  <a:pt x="49363" y="88766"/>
                  <a:pt x="51105" y="89669"/>
                  <a:pt x="52653" y="90959"/>
                </a:cubicBezTo>
                <a:cubicBezTo>
                  <a:pt x="54202" y="92249"/>
                  <a:pt x="55622" y="93411"/>
                  <a:pt x="56912" y="94443"/>
                </a:cubicBezTo>
                <a:cubicBezTo>
                  <a:pt x="58203" y="95475"/>
                  <a:pt x="59300" y="97152"/>
                  <a:pt x="60203" y="99474"/>
                </a:cubicBezTo>
                <a:cubicBezTo>
                  <a:pt x="61106" y="101797"/>
                  <a:pt x="61493" y="103926"/>
                  <a:pt x="61364" y="105861"/>
                </a:cubicBezTo>
                <a:cubicBezTo>
                  <a:pt x="61364" y="108054"/>
                  <a:pt x="61042" y="110699"/>
                  <a:pt x="60397" y="113796"/>
                </a:cubicBezTo>
                <a:cubicBezTo>
                  <a:pt x="59751" y="116892"/>
                  <a:pt x="59364" y="119473"/>
                  <a:pt x="59235" y="121537"/>
                </a:cubicBezTo>
                <a:cubicBezTo>
                  <a:pt x="59235" y="126698"/>
                  <a:pt x="60977" y="129278"/>
                  <a:pt x="64462" y="129278"/>
                </a:cubicBezTo>
                <a:cubicBezTo>
                  <a:pt x="70656" y="129278"/>
                  <a:pt x="75689" y="121601"/>
                  <a:pt x="79561" y="106248"/>
                </a:cubicBezTo>
                <a:cubicBezTo>
                  <a:pt x="79819" y="105216"/>
                  <a:pt x="81109" y="104700"/>
                  <a:pt x="83432" y="104700"/>
                </a:cubicBezTo>
                <a:lnTo>
                  <a:pt x="84207" y="104700"/>
                </a:lnTo>
                <a:cubicBezTo>
                  <a:pt x="86272" y="104700"/>
                  <a:pt x="87304" y="105280"/>
                  <a:pt x="87304" y="106442"/>
                </a:cubicBezTo>
                <a:cubicBezTo>
                  <a:pt x="87304" y="107087"/>
                  <a:pt x="87110" y="107990"/>
                  <a:pt x="86723" y="109151"/>
                </a:cubicBezTo>
                <a:cubicBezTo>
                  <a:pt x="81432" y="127343"/>
                  <a:pt x="73818" y="136439"/>
                  <a:pt x="63881" y="136439"/>
                </a:cubicBezTo>
                <a:cubicBezTo>
                  <a:pt x="58074" y="136439"/>
                  <a:pt x="53363" y="134761"/>
                  <a:pt x="49750" y="131407"/>
                </a:cubicBezTo>
                <a:cubicBezTo>
                  <a:pt x="46136" y="128052"/>
                  <a:pt x="44330" y="123214"/>
                  <a:pt x="44330" y="116892"/>
                </a:cubicBezTo>
                <a:cubicBezTo>
                  <a:pt x="44330" y="114570"/>
                  <a:pt x="44523" y="112570"/>
                  <a:pt x="44910" y="110893"/>
                </a:cubicBezTo>
                <a:cubicBezTo>
                  <a:pt x="45297" y="109215"/>
                  <a:pt x="45491" y="107667"/>
                  <a:pt x="45491" y="106248"/>
                </a:cubicBezTo>
                <a:cubicBezTo>
                  <a:pt x="45491" y="103410"/>
                  <a:pt x="44588" y="100958"/>
                  <a:pt x="42781" y="98894"/>
                </a:cubicBezTo>
                <a:cubicBezTo>
                  <a:pt x="40974" y="96830"/>
                  <a:pt x="38716" y="95346"/>
                  <a:pt x="36006" y="94443"/>
                </a:cubicBezTo>
                <a:cubicBezTo>
                  <a:pt x="33296" y="93540"/>
                  <a:pt x="31102" y="92830"/>
                  <a:pt x="29424" y="92314"/>
                </a:cubicBezTo>
                <a:cubicBezTo>
                  <a:pt x="27746" y="91798"/>
                  <a:pt x="26585" y="91604"/>
                  <a:pt x="25940" y="91733"/>
                </a:cubicBezTo>
                <a:lnTo>
                  <a:pt x="25552" y="91733"/>
                </a:lnTo>
                <a:cubicBezTo>
                  <a:pt x="24004" y="97152"/>
                  <a:pt x="22649" y="102377"/>
                  <a:pt x="21487" y="107409"/>
                </a:cubicBezTo>
                <a:cubicBezTo>
                  <a:pt x="20326" y="112441"/>
                  <a:pt x="19422" y="116183"/>
                  <a:pt x="18777" y="118634"/>
                </a:cubicBezTo>
                <a:cubicBezTo>
                  <a:pt x="18132" y="121085"/>
                  <a:pt x="17551" y="123472"/>
                  <a:pt x="17035" y="125795"/>
                </a:cubicBezTo>
                <a:cubicBezTo>
                  <a:pt x="16519" y="128117"/>
                  <a:pt x="16067" y="129665"/>
                  <a:pt x="15680" y="130439"/>
                </a:cubicBezTo>
                <a:cubicBezTo>
                  <a:pt x="15293" y="131213"/>
                  <a:pt x="14841" y="132052"/>
                  <a:pt x="14325" y="132955"/>
                </a:cubicBezTo>
                <a:cubicBezTo>
                  <a:pt x="13809" y="133858"/>
                  <a:pt x="13099" y="134439"/>
                  <a:pt x="12195" y="134697"/>
                </a:cubicBezTo>
                <a:cubicBezTo>
                  <a:pt x="10518" y="135858"/>
                  <a:pt x="8711" y="136439"/>
                  <a:pt x="6775" y="136439"/>
                </a:cubicBezTo>
                <a:cubicBezTo>
                  <a:pt x="4581" y="136439"/>
                  <a:pt x="2904" y="135794"/>
                  <a:pt x="1742" y="134503"/>
                </a:cubicBezTo>
                <a:cubicBezTo>
                  <a:pt x="581" y="133213"/>
                  <a:pt x="0" y="132117"/>
                  <a:pt x="0" y="131213"/>
                </a:cubicBezTo>
                <a:cubicBezTo>
                  <a:pt x="0" y="129923"/>
                  <a:pt x="2387" y="119602"/>
                  <a:pt x="7162" y="100249"/>
                </a:cubicBezTo>
                <a:cubicBezTo>
                  <a:pt x="11937" y="80896"/>
                  <a:pt x="16648" y="61865"/>
                  <a:pt x="21294" y="43157"/>
                </a:cubicBezTo>
                <a:lnTo>
                  <a:pt x="28456" y="15095"/>
                </a:lnTo>
                <a:cubicBezTo>
                  <a:pt x="28585" y="13418"/>
                  <a:pt x="28133" y="12386"/>
                  <a:pt x="27101" y="11999"/>
                </a:cubicBezTo>
                <a:cubicBezTo>
                  <a:pt x="26069" y="11612"/>
                  <a:pt x="23552" y="11289"/>
                  <a:pt x="19551" y="11031"/>
                </a:cubicBezTo>
                <a:lnTo>
                  <a:pt x="18584" y="11031"/>
                </a:lnTo>
                <a:cubicBezTo>
                  <a:pt x="17293" y="11031"/>
                  <a:pt x="16454" y="11031"/>
                  <a:pt x="16067" y="11031"/>
                </a:cubicBezTo>
                <a:cubicBezTo>
                  <a:pt x="15680" y="11031"/>
                  <a:pt x="15228" y="10838"/>
                  <a:pt x="14712" y="10451"/>
                </a:cubicBezTo>
                <a:cubicBezTo>
                  <a:pt x="14196" y="10064"/>
                  <a:pt x="14002" y="9612"/>
                  <a:pt x="14131" y="9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3A32C-454B-4AB2-B565-76E7F261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967" y="3592791"/>
            <a:ext cx="344568" cy="386106"/>
          </a:xfrm>
          <a:custGeom xmlns:a="http://schemas.openxmlformats.org/drawingml/2006/main">
            <a:pathLst>
              <a:path w="344568" h="386106">
                <a:moveTo>
                  <a:pt x="344568" y="193053"/>
                </a:moveTo>
                <a:cubicBezTo>
                  <a:pt x="344568" y="205727"/>
                  <a:pt x="343464" y="218282"/>
                  <a:pt x="341257" y="230715"/>
                </a:cubicBezTo>
                <a:cubicBezTo>
                  <a:pt x="339051" y="243147"/>
                  <a:pt x="335782" y="255219"/>
                  <a:pt x="331453" y="266930"/>
                </a:cubicBezTo>
                <a:cubicBezTo>
                  <a:pt x="327124" y="278641"/>
                  <a:pt x="321817" y="289766"/>
                  <a:pt x="315532" y="300306"/>
                </a:cubicBezTo>
                <a:cubicBezTo>
                  <a:pt x="309247" y="310846"/>
                  <a:pt x="302107" y="320598"/>
                  <a:pt x="294107" y="329561"/>
                </a:cubicBezTo>
                <a:cubicBezTo>
                  <a:pt x="286107" y="338525"/>
                  <a:pt x="277405" y="346527"/>
                  <a:pt x="267999" y="353568"/>
                </a:cubicBezTo>
                <a:cubicBezTo>
                  <a:pt x="258594" y="360611"/>
                  <a:pt x="248665" y="366558"/>
                  <a:pt x="238214" y="371409"/>
                </a:cubicBezTo>
                <a:cubicBezTo>
                  <a:pt x="227763" y="376260"/>
                  <a:pt x="216990" y="379922"/>
                  <a:pt x="205895" y="382395"/>
                </a:cubicBezTo>
                <a:cubicBezTo>
                  <a:pt x="194801" y="384868"/>
                  <a:pt x="183596" y="386105"/>
                  <a:pt x="172285" y="386106"/>
                </a:cubicBezTo>
                <a:cubicBezTo>
                  <a:pt x="160971" y="386105"/>
                  <a:pt x="149768" y="384868"/>
                  <a:pt x="138673" y="382395"/>
                </a:cubicBezTo>
                <a:cubicBezTo>
                  <a:pt x="127579" y="379922"/>
                  <a:pt x="116804" y="376260"/>
                  <a:pt x="106353" y="371409"/>
                </a:cubicBezTo>
                <a:cubicBezTo>
                  <a:pt x="95902" y="366558"/>
                  <a:pt x="85973" y="360612"/>
                  <a:pt x="76567" y="353569"/>
                </a:cubicBezTo>
                <a:cubicBezTo>
                  <a:pt x="67163" y="346527"/>
                  <a:pt x="58459" y="338525"/>
                  <a:pt x="50461" y="329561"/>
                </a:cubicBezTo>
                <a:cubicBezTo>
                  <a:pt x="42462" y="320598"/>
                  <a:pt x="35320" y="310846"/>
                  <a:pt x="29035" y="300306"/>
                </a:cubicBezTo>
                <a:cubicBezTo>
                  <a:pt x="22750" y="289766"/>
                  <a:pt x="17443" y="278641"/>
                  <a:pt x="13114" y="266930"/>
                </a:cubicBezTo>
                <a:cubicBezTo>
                  <a:pt x="8785" y="255219"/>
                  <a:pt x="5516" y="243148"/>
                  <a:pt x="3310" y="230716"/>
                </a:cubicBezTo>
                <a:cubicBezTo>
                  <a:pt x="1103" y="218282"/>
                  <a:pt x="0" y="205727"/>
                  <a:pt x="0" y="193053"/>
                </a:cubicBezTo>
                <a:cubicBezTo>
                  <a:pt x="0" y="180375"/>
                  <a:pt x="1103" y="167820"/>
                  <a:pt x="3310" y="155387"/>
                </a:cubicBezTo>
                <a:cubicBezTo>
                  <a:pt x="5516" y="142955"/>
                  <a:pt x="8785" y="130884"/>
                  <a:pt x="13114" y="119171"/>
                </a:cubicBezTo>
                <a:cubicBezTo>
                  <a:pt x="17442" y="107460"/>
                  <a:pt x="22750" y="96335"/>
                  <a:pt x="29033" y="85795"/>
                </a:cubicBezTo>
                <a:cubicBezTo>
                  <a:pt x="35319" y="75256"/>
                  <a:pt x="42460" y="65506"/>
                  <a:pt x="50460" y="56543"/>
                </a:cubicBezTo>
                <a:cubicBezTo>
                  <a:pt x="58459" y="47579"/>
                  <a:pt x="67161" y="39577"/>
                  <a:pt x="76567" y="32533"/>
                </a:cubicBezTo>
                <a:cubicBezTo>
                  <a:pt x="85973" y="25491"/>
                  <a:pt x="95902" y="19544"/>
                  <a:pt x="106353" y="14693"/>
                </a:cubicBezTo>
                <a:cubicBezTo>
                  <a:pt x="116804" y="9842"/>
                  <a:pt x="127577" y="6182"/>
                  <a:pt x="138673" y="3708"/>
                </a:cubicBezTo>
                <a:cubicBezTo>
                  <a:pt x="149768" y="1236"/>
                  <a:pt x="160971" y="0"/>
                  <a:pt x="172285" y="0"/>
                </a:cubicBezTo>
                <a:cubicBezTo>
                  <a:pt x="183596" y="0"/>
                  <a:pt x="194801" y="1236"/>
                  <a:pt x="205895" y="3708"/>
                </a:cubicBezTo>
                <a:cubicBezTo>
                  <a:pt x="216990" y="6182"/>
                  <a:pt x="227763" y="9842"/>
                  <a:pt x="238214" y="14693"/>
                </a:cubicBezTo>
                <a:cubicBezTo>
                  <a:pt x="248665" y="19544"/>
                  <a:pt x="258594" y="25491"/>
                  <a:pt x="267999" y="32533"/>
                </a:cubicBezTo>
                <a:cubicBezTo>
                  <a:pt x="277405" y="39577"/>
                  <a:pt x="286107" y="47579"/>
                  <a:pt x="294107" y="56543"/>
                </a:cubicBezTo>
                <a:cubicBezTo>
                  <a:pt x="302107" y="65506"/>
                  <a:pt x="309248" y="75256"/>
                  <a:pt x="315532" y="85797"/>
                </a:cubicBezTo>
                <a:cubicBezTo>
                  <a:pt x="321817" y="96337"/>
                  <a:pt x="327124" y="107462"/>
                  <a:pt x="331453" y="119173"/>
                </a:cubicBezTo>
                <a:cubicBezTo>
                  <a:pt x="335782" y="130884"/>
                  <a:pt x="339051" y="142956"/>
                  <a:pt x="341257" y="155388"/>
                </a:cubicBezTo>
                <a:cubicBezTo>
                  <a:pt x="343464" y="167820"/>
                  <a:pt x="344568" y="180375"/>
                  <a:pt x="344568" y="193053"/>
                </a:cubicBezTo>
                <a:close/>
              </a:path>
            </a:pathLst>
          </a:custGeom>
          <a:solidFill xmlns:a="http://schemas.openxmlformats.org/drawingml/2006/main">
            <a:srgbClr val="8DA0C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B9217-C168-4AA5-9386-F7ADC5F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254" y="3402045"/>
            <a:ext cx="10" cy="190737"/>
          </a:xfrm>
          <a:custGeom xmlns:a="http://schemas.openxmlformats.org/drawingml/2006/main">
            <a:pathLst>
              <a:path w="1" h="190737" fill="none">
                <a:moveTo>
                  <a:pt x="0" y="190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ADD35-F471-44EF-A4B9-20917EE0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632" y="3344138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6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E10F3-9632-43E5-9A80-835888B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634" y="3344129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1792C-7F4C-41CE-95FC-AB5C630F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62" y="3978887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BE2B4-C8C6-492E-9A3C-391EA8E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79" y="4114034"/>
            <a:ext cx="1378360" cy="579160"/>
          </a:xfrm>
          <a:custGeom xmlns:a="http://schemas.openxmlformats.org/drawingml/2006/main">
            <a:pathLst>
              <a:path w="1378360" h="579160">
                <a:moveTo>
                  <a:pt x="0" y="579160"/>
                </a:moveTo>
                <a:lnTo>
                  <a:pt x="386204" y="0"/>
                </a:lnTo>
                <a:lnTo>
                  <a:pt x="992157" y="0"/>
                </a:lnTo>
                <a:lnTo>
                  <a:pt x="1378360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EECB1-CE20-484F-BA4F-3BFE1D4B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1" y="4114025"/>
            <a:ext cx="1378361" cy="579159"/>
          </a:xfrm>
          <a:custGeom xmlns:a="http://schemas.openxmlformats.org/drawingml/2006/main">
            <a:pathLst>
              <a:path w="1378361" h="579159" fill="none">
                <a:moveTo>
                  <a:pt x="0" y="579159"/>
                </a:moveTo>
                <a:lnTo>
                  <a:pt x="386204" y="0"/>
                </a:lnTo>
                <a:lnTo>
                  <a:pt x="992157" y="0"/>
                </a:lnTo>
                <a:lnTo>
                  <a:pt x="1378361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>
                <a:alpha val="40000"/>
              </a:srgbClr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018FD-108C-40B4-A481-5F8EA7E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20" y="4305543"/>
            <a:ext cx="272981" cy="192982"/>
          </a:xfrm>
          <a:custGeom xmlns:a="http://schemas.openxmlformats.org/drawingml/2006/main">
            <a:pathLst>
              <a:path w="272981" h="192982">
                <a:moveTo>
                  <a:pt x="105413" y="0"/>
                </a:moveTo>
                <a:cubicBezTo>
                  <a:pt x="107969" y="0"/>
                  <a:pt x="112532" y="91"/>
                  <a:pt x="119103" y="274"/>
                </a:cubicBezTo>
                <a:cubicBezTo>
                  <a:pt x="125675" y="456"/>
                  <a:pt x="131790" y="639"/>
                  <a:pt x="137448" y="821"/>
                </a:cubicBezTo>
                <a:cubicBezTo>
                  <a:pt x="146757" y="821"/>
                  <a:pt x="154515" y="730"/>
                  <a:pt x="160722" y="547"/>
                </a:cubicBezTo>
                <a:cubicBezTo>
                  <a:pt x="166929" y="365"/>
                  <a:pt x="170487" y="274"/>
                  <a:pt x="171400" y="274"/>
                </a:cubicBezTo>
                <a:cubicBezTo>
                  <a:pt x="174685" y="274"/>
                  <a:pt x="176329" y="1004"/>
                  <a:pt x="176329" y="2463"/>
                </a:cubicBezTo>
                <a:cubicBezTo>
                  <a:pt x="176329" y="3194"/>
                  <a:pt x="176055" y="4562"/>
                  <a:pt x="175507" y="6570"/>
                </a:cubicBezTo>
                <a:cubicBezTo>
                  <a:pt x="174595" y="9854"/>
                  <a:pt x="173773" y="11679"/>
                  <a:pt x="173043" y="12044"/>
                </a:cubicBezTo>
                <a:cubicBezTo>
                  <a:pt x="172312" y="12409"/>
                  <a:pt x="170305" y="12592"/>
                  <a:pt x="167019" y="12592"/>
                </a:cubicBezTo>
                <a:cubicBezTo>
                  <a:pt x="162456" y="12774"/>
                  <a:pt x="158805" y="13230"/>
                  <a:pt x="156067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8" y="17701"/>
                  <a:pt x="149496" y="18614"/>
                </a:cubicBezTo>
                <a:cubicBezTo>
                  <a:pt x="149496" y="20804"/>
                  <a:pt x="150957" y="42520"/>
                  <a:pt x="153876" y="83763"/>
                </a:cubicBezTo>
                <a:cubicBezTo>
                  <a:pt x="156798" y="125005"/>
                  <a:pt x="158257" y="146813"/>
                  <a:pt x="158257" y="149185"/>
                </a:cubicBezTo>
                <a:lnTo>
                  <a:pt x="158805" y="148364"/>
                </a:lnTo>
                <a:cubicBezTo>
                  <a:pt x="159171" y="147816"/>
                  <a:pt x="159718" y="146904"/>
                  <a:pt x="160449" y="145627"/>
                </a:cubicBezTo>
                <a:cubicBezTo>
                  <a:pt x="161178" y="144349"/>
                  <a:pt x="162273" y="142615"/>
                  <a:pt x="163734" y="140426"/>
                </a:cubicBezTo>
                <a:cubicBezTo>
                  <a:pt x="165195" y="138236"/>
                  <a:pt x="166746" y="135498"/>
                  <a:pt x="168388" y="132214"/>
                </a:cubicBezTo>
                <a:cubicBezTo>
                  <a:pt x="170031" y="128929"/>
                  <a:pt x="172222" y="125188"/>
                  <a:pt x="174960" y="120990"/>
                </a:cubicBezTo>
                <a:cubicBezTo>
                  <a:pt x="177697" y="116793"/>
                  <a:pt x="180436" y="111866"/>
                  <a:pt x="183174" y="106209"/>
                </a:cubicBezTo>
                <a:cubicBezTo>
                  <a:pt x="185911" y="100552"/>
                  <a:pt x="189471" y="94438"/>
                  <a:pt x="193852" y="87869"/>
                </a:cubicBezTo>
                <a:cubicBezTo>
                  <a:pt x="212836" y="54291"/>
                  <a:pt x="223606" y="35129"/>
                  <a:pt x="226160" y="30384"/>
                </a:cubicBezTo>
                <a:cubicBezTo>
                  <a:pt x="228716" y="25640"/>
                  <a:pt x="230086" y="22720"/>
                  <a:pt x="230267" y="21625"/>
                </a:cubicBezTo>
                <a:cubicBezTo>
                  <a:pt x="230267" y="18888"/>
                  <a:pt x="228533" y="16698"/>
                  <a:pt x="225065" y="15055"/>
                </a:cubicBezTo>
                <a:cubicBezTo>
                  <a:pt x="221597" y="13413"/>
                  <a:pt x="217765" y="12592"/>
                  <a:pt x="213565" y="12592"/>
                </a:cubicBezTo>
                <a:cubicBezTo>
                  <a:pt x="211010" y="12592"/>
                  <a:pt x="209732" y="11679"/>
                  <a:pt x="209732" y="9854"/>
                </a:cubicBezTo>
                <a:cubicBezTo>
                  <a:pt x="209732" y="9307"/>
                  <a:pt x="209915" y="8121"/>
                  <a:pt x="210280" y="6296"/>
                </a:cubicBezTo>
                <a:cubicBezTo>
                  <a:pt x="211010" y="3376"/>
                  <a:pt x="211558" y="1642"/>
                  <a:pt x="211924" y="1095"/>
                </a:cubicBezTo>
                <a:cubicBezTo>
                  <a:pt x="212288" y="547"/>
                  <a:pt x="213565" y="274"/>
                  <a:pt x="215756" y="274"/>
                </a:cubicBezTo>
                <a:cubicBezTo>
                  <a:pt x="216304" y="274"/>
                  <a:pt x="217855" y="274"/>
                  <a:pt x="220411" y="274"/>
                </a:cubicBezTo>
                <a:cubicBezTo>
                  <a:pt x="222967" y="274"/>
                  <a:pt x="226526" y="274"/>
                  <a:pt x="231089" y="274"/>
                </a:cubicBezTo>
                <a:cubicBezTo>
                  <a:pt x="235652" y="274"/>
                  <a:pt x="240581" y="365"/>
                  <a:pt x="245875" y="547"/>
                </a:cubicBezTo>
                <a:cubicBezTo>
                  <a:pt x="257921" y="547"/>
                  <a:pt x="265679" y="365"/>
                  <a:pt x="269147" y="0"/>
                </a:cubicBezTo>
                <a:cubicBezTo>
                  <a:pt x="271703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59" y="7664"/>
                </a:cubicBezTo>
                <a:cubicBezTo>
                  <a:pt x="271613" y="9672"/>
                  <a:pt x="270974" y="11041"/>
                  <a:pt x="270243" y="11770"/>
                </a:cubicBezTo>
                <a:cubicBezTo>
                  <a:pt x="269513" y="12500"/>
                  <a:pt x="268601" y="12774"/>
                  <a:pt x="267506" y="12592"/>
                </a:cubicBezTo>
                <a:cubicBezTo>
                  <a:pt x="263489" y="12592"/>
                  <a:pt x="259838" y="13139"/>
                  <a:pt x="256553" y="14234"/>
                </a:cubicBezTo>
                <a:cubicBezTo>
                  <a:pt x="253268" y="15329"/>
                  <a:pt x="250529" y="16606"/>
                  <a:pt x="248339" y="18066"/>
                </a:cubicBezTo>
                <a:cubicBezTo>
                  <a:pt x="246149" y="19526"/>
                  <a:pt x="244415" y="21077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6" y="192344"/>
                  <a:pt x="142925" y="192982"/>
                  <a:pt x="139638" y="192982"/>
                </a:cubicBezTo>
                <a:cubicBezTo>
                  <a:pt x="136901" y="192982"/>
                  <a:pt x="135167" y="192526"/>
                  <a:pt x="134436" y="191614"/>
                </a:cubicBezTo>
                <a:cubicBezTo>
                  <a:pt x="133889" y="191066"/>
                  <a:pt x="132155" y="168620"/>
                  <a:pt x="129234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8" y="67247"/>
                  <a:pt x="105596" y="87595"/>
                  <a:pt x="86248" y="121538"/>
                </a:cubicBezTo>
                <a:cubicBezTo>
                  <a:pt x="59962" y="167525"/>
                  <a:pt x="46637" y="190701"/>
                  <a:pt x="46273" y="191066"/>
                </a:cubicBezTo>
                <a:cubicBezTo>
                  <a:pt x="45907" y="191431"/>
                  <a:pt x="45451" y="191796"/>
                  <a:pt x="44903" y="192161"/>
                </a:cubicBezTo>
                <a:cubicBezTo>
                  <a:pt x="43990" y="192709"/>
                  <a:pt x="42348" y="192982"/>
                  <a:pt x="39975" y="192982"/>
                </a:cubicBezTo>
                <a:cubicBezTo>
                  <a:pt x="36507" y="192982"/>
                  <a:pt x="34591" y="192344"/>
                  <a:pt x="34225" y="191066"/>
                </a:cubicBezTo>
                <a:cubicBezTo>
                  <a:pt x="34225" y="190519"/>
                  <a:pt x="32218" y="161412"/>
                  <a:pt x="28201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8" y="15055"/>
                  <a:pt x="20626" y="14052"/>
                  <a:pt x="19165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4" y="0"/>
                </a:lnTo>
                <a:cubicBezTo>
                  <a:pt x="14511" y="547"/>
                  <a:pt x="23638" y="821"/>
                  <a:pt x="34225" y="821"/>
                </a:cubicBezTo>
                <a:cubicBezTo>
                  <a:pt x="57041" y="821"/>
                  <a:pt x="69545" y="547"/>
                  <a:pt x="71735" y="0"/>
                </a:cubicBezTo>
                <a:lnTo>
                  <a:pt x="74474" y="0"/>
                </a:lnTo>
                <a:cubicBezTo>
                  <a:pt x="75569" y="1095"/>
                  <a:pt x="76117" y="1916"/>
                  <a:pt x="76117" y="2463"/>
                </a:cubicBezTo>
                <a:cubicBezTo>
                  <a:pt x="76117" y="3011"/>
                  <a:pt x="75935" y="4653"/>
                  <a:pt x="75569" y="7391"/>
                </a:cubicBezTo>
                <a:cubicBezTo>
                  <a:pt x="74657" y="10128"/>
                  <a:pt x="73835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8" y="145353"/>
                  <a:pt x="58867" y="149733"/>
                </a:cubicBezTo>
                <a:lnTo>
                  <a:pt x="123210" y="36407"/>
                </a:lnTo>
                <a:lnTo>
                  <a:pt x="122663" y="26278"/>
                </a:lnTo>
                <a:cubicBezTo>
                  <a:pt x="122115" y="18614"/>
                  <a:pt x="121203" y="14508"/>
                  <a:pt x="119925" y="13960"/>
                </a:cubicBezTo>
                <a:cubicBezTo>
                  <a:pt x="118830" y="13230"/>
                  <a:pt x="114996" y="12774"/>
                  <a:pt x="108425" y="12592"/>
                </a:cubicBezTo>
                <a:cubicBezTo>
                  <a:pt x="104957" y="12592"/>
                  <a:pt x="102675" y="12409"/>
                  <a:pt x="101580" y="12044"/>
                </a:cubicBezTo>
                <a:cubicBezTo>
                  <a:pt x="100485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5" y="6296"/>
                </a:cubicBezTo>
                <a:cubicBezTo>
                  <a:pt x="100667" y="5566"/>
                  <a:pt x="100850" y="4745"/>
                  <a:pt x="101033" y="3832"/>
                </a:cubicBezTo>
                <a:cubicBezTo>
                  <a:pt x="101216" y="2920"/>
                  <a:pt x="101306" y="2281"/>
                  <a:pt x="101306" y="1916"/>
                </a:cubicBezTo>
                <a:cubicBezTo>
                  <a:pt x="101306" y="1551"/>
                  <a:pt x="101580" y="1186"/>
                  <a:pt x="102128" y="821"/>
                </a:cubicBezTo>
                <a:cubicBezTo>
                  <a:pt x="102675" y="456"/>
                  <a:pt x="103040" y="274"/>
                  <a:pt x="103223" y="274"/>
                </a:cubicBezTo>
                <a:cubicBezTo>
                  <a:pt x="103406" y="274"/>
                  <a:pt x="104136" y="182"/>
                  <a:pt x="10541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BF516-316C-42E5-949D-F5DF13FF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20" y="4305543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4E086-07FD-43E5-BD6B-C5B39CC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126" y="4447830"/>
            <a:ext cx="86337" cy="87863"/>
          </a:xfrm>
          <a:custGeom xmlns:a="http://schemas.openxmlformats.org/drawingml/2006/main">
            <a:pathLst>
              <a:path w="86337" h="87863">
                <a:moveTo>
                  <a:pt x="29425" y="12192"/>
                </a:moveTo>
                <a:cubicBezTo>
                  <a:pt x="29425" y="8967"/>
                  <a:pt x="28198" y="7354"/>
                  <a:pt x="25747" y="7354"/>
                </a:cubicBezTo>
                <a:cubicBezTo>
                  <a:pt x="22650" y="7354"/>
                  <a:pt x="19424" y="9225"/>
                  <a:pt x="16067" y="12966"/>
                </a:cubicBezTo>
                <a:cubicBezTo>
                  <a:pt x="12712" y="16708"/>
                  <a:pt x="9938" y="22449"/>
                  <a:pt x="7744" y="30191"/>
                </a:cubicBezTo>
                <a:cubicBezTo>
                  <a:pt x="7614" y="30320"/>
                  <a:pt x="7486" y="30513"/>
                  <a:pt x="7356" y="30771"/>
                </a:cubicBezTo>
                <a:cubicBezTo>
                  <a:pt x="7228" y="31029"/>
                  <a:pt x="7163" y="31223"/>
                  <a:pt x="7163" y="31352"/>
                </a:cubicBezTo>
                <a:cubicBezTo>
                  <a:pt x="7163" y="31481"/>
                  <a:pt x="7034" y="31610"/>
                  <a:pt x="6776" y="31739"/>
                </a:cubicBezTo>
                <a:cubicBezTo>
                  <a:pt x="6518" y="31868"/>
                  <a:pt x="6324" y="31932"/>
                  <a:pt x="6195" y="31932"/>
                </a:cubicBezTo>
                <a:cubicBezTo>
                  <a:pt x="6066" y="31932"/>
                  <a:pt x="5808" y="31932"/>
                  <a:pt x="5421" y="31932"/>
                </a:cubicBezTo>
                <a:cubicBezTo>
                  <a:pt x="5033" y="31932"/>
                  <a:pt x="4518" y="31932"/>
                  <a:pt x="3873" y="31932"/>
                </a:cubicBezTo>
                <a:lnTo>
                  <a:pt x="1162" y="31932"/>
                </a:lnTo>
                <a:cubicBezTo>
                  <a:pt x="388" y="31158"/>
                  <a:pt x="0" y="30578"/>
                  <a:pt x="0" y="30191"/>
                </a:cubicBezTo>
                <a:cubicBezTo>
                  <a:pt x="0" y="29287"/>
                  <a:pt x="517" y="27417"/>
                  <a:pt x="1550" y="24578"/>
                </a:cubicBezTo>
                <a:cubicBezTo>
                  <a:pt x="2581" y="21740"/>
                  <a:pt x="4130" y="18385"/>
                  <a:pt x="6195" y="14515"/>
                </a:cubicBezTo>
                <a:cubicBezTo>
                  <a:pt x="8259" y="10644"/>
                  <a:pt x="11099" y="7354"/>
                  <a:pt x="14712" y="4645"/>
                </a:cubicBezTo>
                <a:cubicBezTo>
                  <a:pt x="18325" y="1935"/>
                  <a:pt x="22392" y="516"/>
                  <a:pt x="26908" y="387"/>
                </a:cubicBezTo>
                <a:cubicBezTo>
                  <a:pt x="32328" y="387"/>
                  <a:pt x="36522" y="1935"/>
                  <a:pt x="39491" y="5032"/>
                </a:cubicBezTo>
                <a:cubicBezTo>
                  <a:pt x="42459" y="8128"/>
                  <a:pt x="44007" y="11741"/>
                  <a:pt x="44137" y="15869"/>
                </a:cubicBezTo>
                <a:cubicBezTo>
                  <a:pt x="44137" y="18063"/>
                  <a:pt x="43944" y="19740"/>
                  <a:pt x="43555" y="20901"/>
                </a:cubicBezTo>
                <a:cubicBezTo>
                  <a:pt x="43555" y="21675"/>
                  <a:pt x="42589" y="24514"/>
                  <a:pt x="40652" y="29417"/>
                </a:cubicBezTo>
                <a:cubicBezTo>
                  <a:pt x="38716" y="34319"/>
                  <a:pt x="36716" y="40061"/>
                  <a:pt x="34651" y="46641"/>
                </a:cubicBezTo>
                <a:cubicBezTo>
                  <a:pt x="32586" y="53221"/>
                  <a:pt x="31425" y="58962"/>
                  <a:pt x="31166" y="63865"/>
                </a:cubicBezTo>
                <a:cubicBezTo>
                  <a:pt x="31166" y="67348"/>
                  <a:pt x="31489" y="70187"/>
                  <a:pt x="32134" y="72380"/>
                </a:cubicBezTo>
                <a:cubicBezTo>
                  <a:pt x="33813" y="77928"/>
                  <a:pt x="37877" y="80702"/>
                  <a:pt x="44330" y="80702"/>
                </a:cubicBezTo>
                <a:cubicBezTo>
                  <a:pt x="49105" y="80702"/>
                  <a:pt x="53558" y="78509"/>
                  <a:pt x="57688" y="74122"/>
                </a:cubicBezTo>
                <a:cubicBezTo>
                  <a:pt x="61817" y="69735"/>
                  <a:pt x="65044" y="64639"/>
                  <a:pt x="67365" y="58833"/>
                </a:cubicBezTo>
                <a:cubicBezTo>
                  <a:pt x="69689" y="53027"/>
                  <a:pt x="71560" y="47673"/>
                  <a:pt x="72980" y="42770"/>
                </a:cubicBezTo>
                <a:cubicBezTo>
                  <a:pt x="74400" y="37867"/>
                  <a:pt x="75110" y="34319"/>
                  <a:pt x="75110" y="32126"/>
                </a:cubicBezTo>
                <a:cubicBezTo>
                  <a:pt x="75110" y="29158"/>
                  <a:pt x="74593" y="26578"/>
                  <a:pt x="73560" y="24385"/>
                </a:cubicBezTo>
                <a:cubicBezTo>
                  <a:pt x="72528" y="22191"/>
                  <a:pt x="71367" y="20514"/>
                  <a:pt x="70077" y="19353"/>
                </a:cubicBezTo>
                <a:cubicBezTo>
                  <a:pt x="68785" y="18192"/>
                  <a:pt x="67624" y="17031"/>
                  <a:pt x="66592" y="15869"/>
                </a:cubicBezTo>
                <a:cubicBezTo>
                  <a:pt x="65559" y="14708"/>
                  <a:pt x="65044" y="13289"/>
                  <a:pt x="65044" y="11612"/>
                </a:cubicBezTo>
                <a:cubicBezTo>
                  <a:pt x="65044" y="8773"/>
                  <a:pt x="66269" y="6128"/>
                  <a:pt x="68720" y="3677"/>
                </a:cubicBezTo>
                <a:cubicBezTo>
                  <a:pt x="71173" y="1226"/>
                  <a:pt x="73818" y="0"/>
                  <a:pt x="76658" y="0"/>
                </a:cubicBezTo>
                <a:cubicBezTo>
                  <a:pt x="79110" y="0"/>
                  <a:pt x="81304" y="1161"/>
                  <a:pt x="83239" y="3484"/>
                </a:cubicBezTo>
                <a:cubicBezTo>
                  <a:pt x="85176" y="5806"/>
                  <a:pt x="86207" y="9547"/>
                  <a:pt x="86337" y="14708"/>
                </a:cubicBezTo>
                <a:cubicBezTo>
                  <a:pt x="86337" y="18192"/>
                  <a:pt x="85562" y="23546"/>
                  <a:pt x="84014" y="30771"/>
                </a:cubicBezTo>
                <a:cubicBezTo>
                  <a:pt x="82464" y="37996"/>
                  <a:pt x="80078" y="46060"/>
                  <a:pt x="76851" y="54963"/>
                </a:cubicBezTo>
                <a:cubicBezTo>
                  <a:pt x="73625" y="63865"/>
                  <a:pt x="69044" y="71542"/>
                  <a:pt x="63107" y="77993"/>
                </a:cubicBezTo>
                <a:cubicBezTo>
                  <a:pt x="57171" y="84444"/>
                  <a:pt x="50331" y="87734"/>
                  <a:pt x="42589" y="87863"/>
                </a:cubicBezTo>
                <a:cubicBezTo>
                  <a:pt x="34329" y="87863"/>
                  <a:pt x="27746" y="85734"/>
                  <a:pt x="22843" y="81476"/>
                </a:cubicBezTo>
                <a:cubicBezTo>
                  <a:pt x="18069" y="77347"/>
                  <a:pt x="15681" y="71219"/>
                  <a:pt x="15681" y="63091"/>
                </a:cubicBezTo>
                <a:cubicBezTo>
                  <a:pt x="15681" y="59091"/>
                  <a:pt x="16197" y="54963"/>
                  <a:pt x="17229" y="50705"/>
                </a:cubicBezTo>
                <a:cubicBezTo>
                  <a:pt x="18262" y="46447"/>
                  <a:pt x="20907" y="38900"/>
                  <a:pt x="25166" y="28062"/>
                </a:cubicBezTo>
                <a:cubicBezTo>
                  <a:pt x="28005" y="19805"/>
                  <a:pt x="29425" y="14515"/>
                  <a:pt x="29425" y="1219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C3DA9-5BDB-428C-A796-469852D9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126" y="4447830"/>
            <a:ext cx="86336" cy="87863"/>
          </a:xfrm>
          <a:custGeom xmlns:a="http://schemas.openxmlformats.org/drawingml/2006/main">
            <a:pathLst>
              <a:path w="86336" h="87863" fill="none">
                <a:moveTo>
                  <a:pt x="29424" y="12192"/>
                </a:moveTo>
                <a:cubicBezTo>
                  <a:pt x="29424" y="8967"/>
                  <a:pt x="28198" y="7354"/>
                  <a:pt x="25746" y="7354"/>
                </a:cubicBezTo>
                <a:cubicBezTo>
                  <a:pt x="22649" y="7354"/>
                  <a:pt x="19422" y="9225"/>
                  <a:pt x="16067" y="12967"/>
                </a:cubicBezTo>
                <a:cubicBezTo>
                  <a:pt x="12712" y="16708"/>
                  <a:pt x="9937" y="22449"/>
                  <a:pt x="7743" y="30191"/>
                </a:cubicBezTo>
                <a:cubicBezTo>
                  <a:pt x="7614" y="30320"/>
                  <a:pt x="7485" y="30513"/>
                  <a:pt x="7356" y="30771"/>
                </a:cubicBezTo>
                <a:cubicBezTo>
                  <a:pt x="7227" y="31029"/>
                  <a:pt x="7162" y="31223"/>
                  <a:pt x="7162" y="31352"/>
                </a:cubicBezTo>
                <a:cubicBezTo>
                  <a:pt x="7162" y="31481"/>
                  <a:pt x="7033" y="31610"/>
                  <a:pt x="6775" y="31739"/>
                </a:cubicBezTo>
                <a:cubicBezTo>
                  <a:pt x="6517" y="31868"/>
                  <a:pt x="6324" y="31932"/>
                  <a:pt x="6195" y="31932"/>
                </a:cubicBezTo>
                <a:cubicBezTo>
                  <a:pt x="6065" y="31932"/>
                  <a:pt x="5807" y="31932"/>
                  <a:pt x="5420" y="31932"/>
                </a:cubicBezTo>
                <a:cubicBezTo>
                  <a:pt x="5033" y="31932"/>
                  <a:pt x="4517" y="31932"/>
                  <a:pt x="3872" y="31932"/>
                </a:cubicBezTo>
                <a:lnTo>
                  <a:pt x="1161" y="31932"/>
                </a:lnTo>
                <a:cubicBezTo>
                  <a:pt x="387" y="31158"/>
                  <a:pt x="0" y="30578"/>
                  <a:pt x="0" y="30191"/>
                </a:cubicBezTo>
                <a:cubicBezTo>
                  <a:pt x="0" y="29288"/>
                  <a:pt x="516" y="27417"/>
                  <a:pt x="1549" y="24578"/>
                </a:cubicBezTo>
                <a:cubicBezTo>
                  <a:pt x="2581" y="21740"/>
                  <a:pt x="4130" y="18385"/>
                  <a:pt x="6195" y="14515"/>
                </a:cubicBezTo>
                <a:cubicBezTo>
                  <a:pt x="8259" y="10644"/>
                  <a:pt x="11099" y="7354"/>
                  <a:pt x="14712" y="4645"/>
                </a:cubicBezTo>
                <a:cubicBezTo>
                  <a:pt x="18325" y="1935"/>
                  <a:pt x="22391" y="516"/>
                  <a:pt x="26907" y="387"/>
                </a:cubicBezTo>
                <a:cubicBezTo>
                  <a:pt x="32328" y="387"/>
                  <a:pt x="36522" y="1935"/>
                  <a:pt x="39490" y="5032"/>
                </a:cubicBezTo>
                <a:cubicBezTo>
                  <a:pt x="42458" y="8128"/>
                  <a:pt x="44007" y="11741"/>
                  <a:pt x="44136" y="15869"/>
                </a:cubicBezTo>
                <a:cubicBezTo>
                  <a:pt x="44136" y="18063"/>
                  <a:pt x="43942" y="19740"/>
                  <a:pt x="43555" y="20901"/>
                </a:cubicBezTo>
                <a:cubicBezTo>
                  <a:pt x="43555" y="21675"/>
                  <a:pt x="42587" y="24514"/>
                  <a:pt x="40652" y="29417"/>
                </a:cubicBezTo>
                <a:cubicBezTo>
                  <a:pt x="38716" y="34319"/>
                  <a:pt x="36715" y="40061"/>
                  <a:pt x="34651" y="46641"/>
                </a:cubicBezTo>
                <a:cubicBezTo>
                  <a:pt x="32586" y="53221"/>
                  <a:pt x="31424" y="58962"/>
                  <a:pt x="31166" y="63865"/>
                </a:cubicBezTo>
                <a:cubicBezTo>
                  <a:pt x="31166" y="67348"/>
                  <a:pt x="31489" y="70187"/>
                  <a:pt x="32134" y="72380"/>
                </a:cubicBezTo>
                <a:cubicBezTo>
                  <a:pt x="33812" y="77928"/>
                  <a:pt x="37877" y="80702"/>
                  <a:pt x="44330" y="80702"/>
                </a:cubicBezTo>
                <a:cubicBezTo>
                  <a:pt x="49104" y="80702"/>
                  <a:pt x="53557" y="78509"/>
                  <a:pt x="57686" y="74122"/>
                </a:cubicBezTo>
                <a:cubicBezTo>
                  <a:pt x="61816" y="69735"/>
                  <a:pt x="65042" y="64639"/>
                  <a:pt x="67365" y="58833"/>
                </a:cubicBezTo>
                <a:cubicBezTo>
                  <a:pt x="69688" y="53027"/>
                  <a:pt x="71560" y="47673"/>
                  <a:pt x="72979" y="42770"/>
                </a:cubicBezTo>
                <a:cubicBezTo>
                  <a:pt x="74399" y="37867"/>
                  <a:pt x="75109" y="34319"/>
                  <a:pt x="75109" y="32126"/>
                </a:cubicBezTo>
                <a:cubicBezTo>
                  <a:pt x="75109" y="29159"/>
                  <a:pt x="74592" y="26578"/>
                  <a:pt x="73560" y="24385"/>
                </a:cubicBezTo>
                <a:cubicBezTo>
                  <a:pt x="72527" y="22191"/>
                  <a:pt x="71366" y="20514"/>
                  <a:pt x="70075" y="19353"/>
                </a:cubicBezTo>
                <a:cubicBezTo>
                  <a:pt x="68785" y="18192"/>
                  <a:pt x="67623" y="17031"/>
                  <a:pt x="66591" y="15869"/>
                </a:cubicBezTo>
                <a:cubicBezTo>
                  <a:pt x="65559" y="14708"/>
                  <a:pt x="65042" y="13289"/>
                  <a:pt x="65042" y="11612"/>
                </a:cubicBezTo>
                <a:cubicBezTo>
                  <a:pt x="65042" y="8773"/>
                  <a:pt x="66268" y="6128"/>
                  <a:pt x="68720" y="3677"/>
                </a:cubicBezTo>
                <a:cubicBezTo>
                  <a:pt x="71172" y="1226"/>
                  <a:pt x="73818" y="0"/>
                  <a:pt x="76657" y="0"/>
                </a:cubicBezTo>
                <a:cubicBezTo>
                  <a:pt x="79109" y="0"/>
                  <a:pt x="81303" y="1161"/>
                  <a:pt x="83239" y="3484"/>
                </a:cubicBezTo>
                <a:cubicBezTo>
                  <a:pt x="85175" y="5806"/>
                  <a:pt x="86207" y="9547"/>
                  <a:pt x="86336" y="14708"/>
                </a:cubicBezTo>
                <a:cubicBezTo>
                  <a:pt x="86336" y="18192"/>
                  <a:pt x="85562" y="23546"/>
                  <a:pt x="84013" y="30771"/>
                </a:cubicBezTo>
                <a:cubicBezTo>
                  <a:pt x="82465" y="37996"/>
                  <a:pt x="80077" y="46060"/>
                  <a:pt x="76851" y="54963"/>
                </a:cubicBezTo>
                <a:cubicBezTo>
                  <a:pt x="73624" y="63865"/>
                  <a:pt x="69043" y="71542"/>
                  <a:pt x="63107" y="77993"/>
                </a:cubicBezTo>
                <a:cubicBezTo>
                  <a:pt x="57170" y="84444"/>
                  <a:pt x="50330" y="87734"/>
                  <a:pt x="42587" y="87863"/>
                </a:cubicBezTo>
                <a:cubicBezTo>
                  <a:pt x="34328" y="87863"/>
                  <a:pt x="27746" y="85734"/>
                  <a:pt x="22842" y="81476"/>
                </a:cubicBezTo>
                <a:cubicBezTo>
                  <a:pt x="18067" y="77348"/>
                  <a:pt x="15680" y="71219"/>
                  <a:pt x="15680" y="63091"/>
                </a:cubicBezTo>
                <a:cubicBezTo>
                  <a:pt x="15680" y="59091"/>
                  <a:pt x="16196" y="54963"/>
                  <a:pt x="17229" y="50705"/>
                </a:cubicBezTo>
                <a:cubicBezTo>
                  <a:pt x="18261" y="46447"/>
                  <a:pt x="20906" y="38900"/>
                  <a:pt x="25165" y="28062"/>
                </a:cubicBezTo>
                <a:cubicBezTo>
                  <a:pt x="28004" y="19805"/>
                  <a:pt x="29424" y="14515"/>
                  <a:pt x="29424" y="12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03C68-51FE-49D3-90DB-6EF497E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574" y="3592791"/>
            <a:ext cx="344568" cy="386106"/>
          </a:xfrm>
          <a:custGeom xmlns:a="http://schemas.openxmlformats.org/drawingml/2006/main">
            <a:pathLst>
              <a:path w="344568" h="386106">
                <a:moveTo>
                  <a:pt x="344568" y="193053"/>
                </a:moveTo>
                <a:cubicBezTo>
                  <a:pt x="344567" y="205727"/>
                  <a:pt x="343464" y="218282"/>
                  <a:pt x="341256" y="230715"/>
                </a:cubicBezTo>
                <a:cubicBezTo>
                  <a:pt x="339049" y="243147"/>
                  <a:pt x="335782" y="255219"/>
                  <a:pt x="331453" y="266930"/>
                </a:cubicBezTo>
                <a:cubicBezTo>
                  <a:pt x="327124" y="278641"/>
                  <a:pt x="321819" y="289766"/>
                  <a:pt x="315534" y="300306"/>
                </a:cubicBezTo>
                <a:cubicBezTo>
                  <a:pt x="309250" y="310846"/>
                  <a:pt x="302107" y="320598"/>
                  <a:pt x="294109" y="329561"/>
                </a:cubicBezTo>
                <a:cubicBezTo>
                  <a:pt x="286109" y="338525"/>
                  <a:pt x="277405" y="346527"/>
                  <a:pt x="267999" y="353568"/>
                </a:cubicBezTo>
                <a:cubicBezTo>
                  <a:pt x="258594" y="360611"/>
                  <a:pt x="248665" y="366558"/>
                  <a:pt x="238212" y="371409"/>
                </a:cubicBezTo>
                <a:cubicBezTo>
                  <a:pt x="227763" y="376260"/>
                  <a:pt x="216988" y="379922"/>
                  <a:pt x="205895" y="382395"/>
                </a:cubicBezTo>
                <a:cubicBezTo>
                  <a:pt x="194799" y="384868"/>
                  <a:pt x="183596" y="386105"/>
                  <a:pt x="172285" y="386106"/>
                </a:cubicBezTo>
                <a:cubicBezTo>
                  <a:pt x="160973" y="386105"/>
                  <a:pt x="149768" y="384868"/>
                  <a:pt x="138672" y="382395"/>
                </a:cubicBezTo>
                <a:cubicBezTo>
                  <a:pt x="127577" y="379922"/>
                  <a:pt x="116803" y="376260"/>
                  <a:pt x="106353" y="371409"/>
                </a:cubicBezTo>
                <a:cubicBezTo>
                  <a:pt x="95902" y="366558"/>
                  <a:pt x="85973" y="360612"/>
                  <a:pt x="76567" y="353569"/>
                </a:cubicBezTo>
                <a:cubicBezTo>
                  <a:pt x="67163" y="346527"/>
                  <a:pt x="58459" y="338525"/>
                  <a:pt x="50461" y="329561"/>
                </a:cubicBezTo>
                <a:cubicBezTo>
                  <a:pt x="42462" y="320598"/>
                  <a:pt x="35319" y="310846"/>
                  <a:pt x="29033" y="300306"/>
                </a:cubicBezTo>
                <a:cubicBezTo>
                  <a:pt x="22750" y="289766"/>
                  <a:pt x="17442" y="278641"/>
                  <a:pt x="13113" y="266930"/>
                </a:cubicBezTo>
                <a:cubicBezTo>
                  <a:pt x="8784" y="255219"/>
                  <a:pt x="5516" y="243148"/>
                  <a:pt x="3311" y="230716"/>
                </a:cubicBezTo>
                <a:cubicBezTo>
                  <a:pt x="1103" y="218282"/>
                  <a:pt x="0" y="205727"/>
                  <a:pt x="0" y="193053"/>
                </a:cubicBezTo>
                <a:cubicBezTo>
                  <a:pt x="0" y="180375"/>
                  <a:pt x="1103" y="167820"/>
                  <a:pt x="3311" y="155387"/>
                </a:cubicBezTo>
                <a:cubicBezTo>
                  <a:pt x="5518" y="142955"/>
                  <a:pt x="8785" y="130884"/>
                  <a:pt x="13113" y="119171"/>
                </a:cubicBezTo>
                <a:cubicBezTo>
                  <a:pt x="17442" y="107460"/>
                  <a:pt x="22750" y="96335"/>
                  <a:pt x="29033" y="85795"/>
                </a:cubicBezTo>
                <a:cubicBezTo>
                  <a:pt x="35319" y="75256"/>
                  <a:pt x="42460" y="65506"/>
                  <a:pt x="50460" y="56543"/>
                </a:cubicBezTo>
                <a:cubicBezTo>
                  <a:pt x="58459" y="47579"/>
                  <a:pt x="67160" y="39577"/>
                  <a:pt x="76567" y="32533"/>
                </a:cubicBezTo>
                <a:cubicBezTo>
                  <a:pt x="85973" y="25491"/>
                  <a:pt x="95902" y="19544"/>
                  <a:pt x="106353" y="14693"/>
                </a:cubicBezTo>
                <a:cubicBezTo>
                  <a:pt x="116803" y="9842"/>
                  <a:pt x="127577" y="6182"/>
                  <a:pt x="138672" y="3708"/>
                </a:cubicBezTo>
                <a:cubicBezTo>
                  <a:pt x="149768" y="1236"/>
                  <a:pt x="160973" y="0"/>
                  <a:pt x="172285" y="0"/>
                </a:cubicBezTo>
                <a:cubicBezTo>
                  <a:pt x="183596" y="0"/>
                  <a:pt x="194799" y="1236"/>
                  <a:pt x="205894" y="3708"/>
                </a:cubicBezTo>
                <a:cubicBezTo>
                  <a:pt x="216988" y="6182"/>
                  <a:pt x="227763" y="9842"/>
                  <a:pt x="238212" y="14693"/>
                </a:cubicBezTo>
                <a:cubicBezTo>
                  <a:pt x="248665" y="19544"/>
                  <a:pt x="258594" y="25491"/>
                  <a:pt x="267998" y="32533"/>
                </a:cubicBezTo>
                <a:cubicBezTo>
                  <a:pt x="277405" y="39577"/>
                  <a:pt x="286107" y="47579"/>
                  <a:pt x="294107" y="56543"/>
                </a:cubicBezTo>
                <a:cubicBezTo>
                  <a:pt x="302107" y="65506"/>
                  <a:pt x="309247" y="75256"/>
                  <a:pt x="315532" y="85797"/>
                </a:cubicBezTo>
                <a:cubicBezTo>
                  <a:pt x="321819" y="96337"/>
                  <a:pt x="327124" y="107462"/>
                  <a:pt x="331453" y="119173"/>
                </a:cubicBezTo>
                <a:cubicBezTo>
                  <a:pt x="335782" y="130884"/>
                  <a:pt x="339049" y="142956"/>
                  <a:pt x="341256" y="155388"/>
                </a:cubicBezTo>
                <a:cubicBezTo>
                  <a:pt x="343464" y="167820"/>
                  <a:pt x="344567" y="180375"/>
                  <a:pt x="344568" y="193053"/>
                </a:cubicBezTo>
                <a:close/>
              </a:path>
            </a:pathLst>
          </a:custGeom>
          <a:solidFill xmlns:a="http://schemas.openxmlformats.org/drawingml/2006/main">
            <a:srgbClr val="55A868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6949E-F6DE-47E9-A0A4-2811A5C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62" y="3402045"/>
            <a:ext cx="10" cy="190737"/>
          </a:xfrm>
          <a:custGeom xmlns:a="http://schemas.openxmlformats.org/drawingml/2006/main">
            <a:pathLst>
              <a:path w="1" h="190737" fill="none">
                <a:moveTo>
                  <a:pt x="0" y="190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8C517-E550-4700-B5F4-461BE11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239" y="3344138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6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B18CA-1277-4DF2-B258-645B6E72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241" y="3344129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66306-014C-461C-AC0A-BF576AE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03" y="4017498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345FB-8596-4B5D-A5BD-810F9724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0" y="4152645"/>
            <a:ext cx="1378360" cy="579160"/>
          </a:xfrm>
          <a:custGeom xmlns:a="http://schemas.openxmlformats.org/drawingml/2006/main">
            <a:pathLst>
              <a:path w="1378360" h="579160">
                <a:moveTo>
                  <a:pt x="0" y="579160"/>
                </a:moveTo>
                <a:lnTo>
                  <a:pt x="386203" y="0"/>
                </a:lnTo>
                <a:lnTo>
                  <a:pt x="992157" y="0"/>
                </a:lnTo>
                <a:lnTo>
                  <a:pt x="1378360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D6526-80C3-4D78-8FD1-A096149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2" y="4152635"/>
            <a:ext cx="1378361" cy="579159"/>
          </a:xfrm>
          <a:custGeom xmlns:a="http://schemas.openxmlformats.org/drawingml/2006/main">
            <a:pathLst>
              <a:path w="1378361" h="579159" fill="none">
                <a:moveTo>
                  <a:pt x="0" y="579159"/>
                </a:moveTo>
                <a:lnTo>
                  <a:pt x="386204" y="0"/>
                </a:lnTo>
                <a:lnTo>
                  <a:pt x="992157" y="0"/>
                </a:lnTo>
                <a:lnTo>
                  <a:pt x="1378361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>
                <a:alpha val="60000"/>
              </a:srgbClr>
            </a:solidFill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7E9F3-239B-422C-8203-176E033D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25" y="4324848"/>
            <a:ext cx="273159" cy="193108"/>
          </a:xfrm>
          <a:custGeom xmlns:a="http://schemas.openxmlformats.org/drawingml/2006/main">
            <a:pathLst>
              <a:path w="273159" h="193108">
                <a:moveTo>
                  <a:pt x="105483" y="0"/>
                </a:moveTo>
                <a:cubicBezTo>
                  <a:pt x="108040" y="0"/>
                  <a:pt x="112606" y="91"/>
                  <a:pt x="119182" y="274"/>
                </a:cubicBezTo>
                <a:cubicBezTo>
                  <a:pt x="125757" y="457"/>
                  <a:pt x="131876" y="639"/>
                  <a:pt x="137539" y="822"/>
                </a:cubicBezTo>
                <a:cubicBezTo>
                  <a:pt x="146854" y="822"/>
                  <a:pt x="154617" y="730"/>
                  <a:pt x="160827" y="548"/>
                </a:cubicBezTo>
                <a:cubicBezTo>
                  <a:pt x="167037" y="365"/>
                  <a:pt x="170599" y="274"/>
                  <a:pt x="171512" y="274"/>
                </a:cubicBezTo>
                <a:cubicBezTo>
                  <a:pt x="174800" y="274"/>
                  <a:pt x="176444" y="1004"/>
                  <a:pt x="176444" y="2465"/>
                </a:cubicBezTo>
                <a:cubicBezTo>
                  <a:pt x="176444" y="3196"/>
                  <a:pt x="176170" y="4565"/>
                  <a:pt x="175622" y="6574"/>
                </a:cubicBezTo>
                <a:cubicBezTo>
                  <a:pt x="174709" y="9861"/>
                  <a:pt x="173887" y="11687"/>
                  <a:pt x="173156" y="12052"/>
                </a:cubicBezTo>
                <a:cubicBezTo>
                  <a:pt x="172426" y="12417"/>
                  <a:pt x="170416" y="12600"/>
                  <a:pt x="167129" y="12600"/>
                </a:cubicBezTo>
                <a:cubicBezTo>
                  <a:pt x="162562" y="12783"/>
                  <a:pt x="158909" y="13239"/>
                  <a:pt x="156169" y="13970"/>
                </a:cubicBezTo>
                <a:cubicBezTo>
                  <a:pt x="153430" y="14700"/>
                  <a:pt x="151512" y="15430"/>
                  <a:pt x="150416" y="16161"/>
                </a:cubicBezTo>
                <a:cubicBezTo>
                  <a:pt x="149320" y="16891"/>
                  <a:pt x="149046" y="17713"/>
                  <a:pt x="149594" y="18626"/>
                </a:cubicBezTo>
                <a:cubicBezTo>
                  <a:pt x="149594" y="20817"/>
                  <a:pt x="151055" y="42548"/>
                  <a:pt x="153978" y="83817"/>
                </a:cubicBezTo>
                <a:cubicBezTo>
                  <a:pt x="156900" y="125087"/>
                  <a:pt x="158361" y="146908"/>
                  <a:pt x="158361" y="149282"/>
                </a:cubicBezTo>
                <a:lnTo>
                  <a:pt x="158909" y="148461"/>
                </a:lnTo>
                <a:cubicBezTo>
                  <a:pt x="159274" y="147913"/>
                  <a:pt x="159822" y="147000"/>
                  <a:pt x="160553" y="145721"/>
                </a:cubicBezTo>
                <a:cubicBezTo>
                  <a:pt x="161284" y="144443"/>
                  <a:pt x="162380" y="142708"/>
                  <a:pt x="163841" y="140517"/>
                </a:cubicBezTo>
                <a:cubicBezTo>
                  <a:pt x="165302" y="138326"/>
                  <a:pt x="166855" y="135587"/>
                  <a:pt x="168498" y="132300"/>
                </a:cubicBezTo>
                <a:cubicBezTo>
                  <a:pt x="170142" y="129013"/>
                  <a:pt x="172334" y="125269"/>
                  <a:pt x="175074" y="121069"/>
                </a:cubicBezTo>
                <a:cubicBezTo>
                  <a:pt x="177814" y="116869"/>
                  <a:pt x="180554" y="111939"/>
                  <a:pt x="183294" y="106278"/>
                </a:cubicBezTo>
                <a:cubicBezTo>
                  <a:pt x="186033" y="100617"/>
                  <a:pt x="189595" y="94500"/>
                  <a:pt x="193979" y="87926"/>
                </a:cubicBezTo>
                <a:cubicBezTo>
                  <a:pt x="212975" y="54326"/>
                  <a:pt x="223751" y="35152"/>
                  <a:pt x="226309" y="30404"/>
                </a:cubicBezTo>
                <a:cubicBezTo>
                  <a:pt x="228866" y="25656"/>
                  <a:pt x="230236" y="22735"/>
                  <a:pt x="230418" y="21639"/>
                </a:cubicBezTo>
                <a:cubicBezTo>
                  <a:pt x="230418" y="18900"/>
                  <a:pt x="228683" y="16709"/>
                  <a:pt x="225213" y="15065"/>
                </a:cubicBezTo>
                <a:cubicBezTo>
                  <a:pt x="221742" y="13422"/>
                  <a:pt x="217906" y="12600"/>
                  <a:pt x="213705" y="12600"/>
                </a:cubicBezTo>
                <a:cubicBezTo>
                  <a:pt x="211148" y="12600"/>
                  <a:pt x="209870" y="11687"/>
                  <a:pt x="209870" y="9861"/>
                </a:cubicBezTo>
                <a:cubicBezTo>
                  <a:pt x="209870" y="9313"/>
                  <a:pt x="210052" y="8126"/>
                  <a:pt x="210418" y="6300"/>
                </a:cubicBezTo>
                <a:cubicBezTo>
                  <a:pt x="211148" y="3378"/>
                  <a:pt x="211696" y="1643"/>
                  <a:pt x="212061" y="1096"/>
                </a:cubicBezTo>
                <a:cubicBezTo>
                  <a:pt x="212427" y="548"/>
                  <a:pt x="213705" y="274"/>
                  <a:pt x="215897" y="274"/>
                </a:cubicBezTo>
                <a:cubicBezTo>
                  <a:pt x="216445" y="274"/>
                  <a:pt x="217998" y="274"/>
                  <a:pt x="220555" y="274"/>
                </a:cubicBezTo>
                <a:cubicBezTo>
                  <a:pt x="223112" y="274"/>
                  <a:pt x="226674" y="274"/>
                  <a:pt x="231240" y="274"/>
                </a:cubicBezTo>
                <a:cubicBezTo>
                  <a:pt x="235807" y="274"/>
                  <a:pt x="240738" y="365"/>
                  <a:pt x="246035" y="548"/>
                </a:cubicBezTo>
                <a:cubicBezTo>
                  <a:pt x="258090" y="548"/>
                  <a:pt x="265853" y="365"/>
                  <a:pt x="269324" y="0"/>
                </a:cubicBezTo>
                <a:cubicBezTo>
                  <a:pt x="271881" y="0"/>
                  <a:pt x="273159" y="1004"/>
                  <a:pt x="273159" y="3013"/>
                </a:cubicBezTo>
                <a:cubicBezTo>
                  <a:pt x="273159" y="4109"/>
                  <a:pt x="272885" y="5661"/>
                  <a:pt x="272337" y="7670"/>
                </a:cubicBezTo>
                <a:cubicBezTo>
                  <a:pt x="271790" y="9678"/>
                  <a:pt x="271150" y="11048"/>
                  <a:pt x="270419" y="11778"/>
                </a:cubicBezTo>
                <a:cubicBezTo>
                  <a:pt x="269689" y="12509"/>
                  <a:pt x="268776" y="12783"/>
                  <a:pt x="267680" y="12600"/>
                </a:cubicBezTo>
                <a:cubicBezTo>
                  <a:pt x="263661" y="12600"/>
                  <a:pt x="260008" y="13148"/>
                  <a:pt x="256720" y="14243"/>
                </a:cubicBezTo>
                <a:cubicBezTo>
                  <a:pt x="253433" y="15339"/>
                  <a:pt x="250693" y="16617"/>
                  <a:pt x="248501" y="18078"/>
                </a:cubicBezTo>
                <a:cubicBezTo>
                  <a:pt x="246309" y="19539"/>
                  <a:pt x="244574" y="21091"/>
                  <a:pt x="243295" y="22735"/>
                </a:cubicBezTo>
                <a:cubicBezTo>
                  <a:pt x="242017" y="24378"/>
                  <a:pt x="240921" y="25839"/>
                  <a:pt x="240008" y="27117"/>
                </a:cubicBezTo>
                <a:lnTo>
                  <a:pt x="238912" y="28761"/>
                </a:lnTo>
                <a:lnTo>
                  <a:pt x="192609" y="109839"/>
                </a:lnTo>
                <a:cubicBezTo>
                  <a:pt x="161923" y="163891"/>
                  <a:pt x="146489" y="191008"/>
                  <a:pt x="146306" y="191191"/>
                </a:cubicBezTo>
                <a:cubicBezTo>
                  <a:pt x="145210" y="192469"/>
                  <a:pt x="143018" y="193108"/>
                  <a:pt x="139730" y="193108"/>
                </a:cubicBezTo>
                <a:cubicBezTo>
                  <a:pt x="136991" y="193108"/>
                  <a:pt x="135255" y="192652"/>
                  <a:pt x="134525" y="191739"/>
                </a:cubicBezTo>
                <a:cubicBezTo>
                  <a:pt x="133977" y="191191"/>
                  <a:pt x="132242" y="168730"/>
                  <a:pt x="129319" y="124356"/>
                </a:cubicBezTo>
                <a:cubicBezTo>
                  <a:pt x="126397" y="79982"/>
                  <a:pt x="124844" y="57065"/>
                  <a:pt x="124662" y="55604"/>
                </a:cubicBezTo>
                <a:lnTo>
                  <a:pt x="121374" y="60535"/>
                </a:lnTo>
                <a:cubicBezTo>
                  <a:pt x="117355" y="67291"/>
                  <a:pt x="105665" y="87652"/>
                  <a:pt x="86304" y="121617"/>
                </a:cubicBezTo>
                <a:cubicBezTo>
                  <a:pt x="60002" y="167634"/>
                  <a:pt x="46668" y="190826"/>
                  <a:pt x="46303" y="191191"/>
                </a:cubicBezTo>
                <a:cubicBezTo>
                  <a:pt x="45938" y="191556"/>
                  <a:pt x="45481" y="191921"/>
                  <a:pt x="44933" y="192287"/>
                </a:cubicBezTo>
                <a:cubicBezTo>
                  <a:pt x="44020" y="192834"/>
                  <a:pt x="42376" y="193108"/>
                  <a:pt x="40001" y="193108"/>
                </a:cubicBezTo>
                <a:cubicBezTo>
                  <a:pt x="36531" y="193108"/>
                  <a:pt x="34613" y="192469"/>
                  <a:pt x="34248" y="191191"/>
                </a:cubicBezTo>
                <a:cubicBezTo>
                  <a:pt x="34248" y="190643"/>
                  <a:pt x="32239" y="161517"/>
                  <a:pt x="28220" y="103813"/>
                </a:cubicBezTo>
                <a:cubicBezTo>
                  <a:pt x="24202" y="46109"/>
                  <a:pt x="22101" y="17074"/>
                  <a:pt x="21918" y="16709"/>
                </a:cubicBezTo>
                <a:cubicBezTo>
                  <a:pt x="21553" y="15065"/>
                  <a:pt x="20640" y="14061"/>
                  <a:pt x="19179" y="13696"/>
                </a:cubicBezTo>
                <a:cubicBezTo>
                  <a:pt x="17717" y="13330"/>
                  <a:pt x="14156" y="12965"/>
                  <a:pt x="8493" y="12600"/>
                </a:cubicBezTo>
                <a:lnTo>
                  <a:pt x="1918" y="12600"/>
                </a:lnTo>
                <a:cubicBezTo>
                  <a:pt x="639" y="11322"/>
                  <a:pt x="0" y="10317"/>
                  <a:pt x="0" y="9587"/>
                </a:cubicBezTo>
                <a:cubicBezTo>
                  <a:pt x="183" y="5387"/>
                  <a:pt x="1370" y="2191"/>
                  <a:pt x="3562" y="0"/>
                </a:cubicBezTo>
                <a:lnTo>
                  <a:pt x="6850" y="0"/>
                </a:lnTo>
                <a:cubicBezTo>
                  <a:pt x="14521" y="548"/>
                  <a:pt x="23654" y="822"/>
                  <a:pt x="34248" y="822"/>
                </a:cubicBezTo>
                <a:cubicBezTo>
                  <a:pt x="57079" y="822"/>
                  <a:pt x="69591" y="548"/>
                  <a:pt x="71783" y="0"/>
                </a:cubicBezTo>
                <a:lnTo>
                  <a:pt x="74523" y="0"/>
                </a:lnTo>
                <a:cubicBezTo>
                  <a:pt x="75619" y="1096"/>
                  <a:pt x="76167" y="1917"/>
                  <a:pt x="76167" y="2465"/>
                </a:cubicBezTo>
                <a:cubicBezTo>
                  <a:pt x="76167" y="3013"/>
                  <a:pt x="75984" y="4657"/>
                  <a:pt x="75619" y="7396"/>
                </a:cubicBezTo>
                <a:cubicBezTo>
                  <a:pt x="74706" y="10135"/>
                  <a:pt x="73884" y="11870"/>
                  <a:pt x="73153" y="12600"/>
                </a:cubicBezTo>
                <a:lnTo>
                  <a:pt x="67399" y="12600"/>
                </a:lnTo>
                <a:cubicBezTo>
                  <a:pt x="56257" y="13148"/>
                  <a:pt x="50321" y="14700"/>
                  <a:pt x="49591" y="17256"/>
                </a:cubicBezTo>
                <a:cubicBezTo>
                  <a:pt x="55070" y="101256"/>
                  <a:pt x="58175" y="145448"/>
                  <a:pt x="58906" y="149830"/>
                </a:cubicBezTo>
                <a:lnTo>
                  <a:pt x="123292" y="36430"/>
                </a:lnTo>
                <a:lnTo>
                  <a:pt x="122744" y="26296"/>
                </a:lnTo>
                <a:cubicBezTo>
                  <a:pt x="122196" y="18626"/>
                  <a:pt x="121282" y="14517"/>
                  <a:pt x="120004" y="13970"/>
                </a:cubicBezTo>
                <a:cubicBezTo>
                  <a:pt x="118908" y="13239"/>
                  <a:pt x="115072" y="12783"/>
                  <a:pt x="108497" y="12600"/>
                </a:cubicBezTo>
                <a:cubicBezTo>
                  <a:pt x="105026" y="12600"/>
                  <a:pt x="102743" y="12417"/>
                  <a:pt x="101647" y="12052"/>
                </a:cubicBezTo>
                <a:cubicBezTo>
                  <a:pt x="100551" y="11687"/>
                  <a:pt x="100003" y="10865"/>
                  <a:pt x="100003" y="9587"/>
                </a:cubicBezTo>
                <a:cubicBezTo>
                  <a:pt x="100003" y="9222"/>
                  <a:pt x="100186" y="8126"/>
                  <a:pt x="100551" y="6300"/>
                </a:cubicBezTo>
                <a:cubicBezTo>
                  <a:pt x="100734" y="5570"/>
                  <a:pt x="100916" y="4748"/>
                  <a:pt x="101099" y="3835"/>
                </a:cubicBezTo>
                <a:cubicBezTo>
                  <a:pt x="101282" y="2922"/>
                  <a:pt x="101373" y="2283"/>
                  <a:pt x="101373" y="1917"/>
                </a:cubicBezTo>
                <a:cubicBezTo>
                  <a:pt x="101373" y="1552"/>
                  <a:pt x="101647" y="1187"/>
                  <a:pt x="102195" y="822"/>
                </a:cubicBezTo>
                <a:cubicBezTo>
                  <a:pt x="102743" y="457"/>
                  <a:pt x="103108" y="274"/>
                  <a:pt x="103291" y="274"/>
                </a:cubicBezTo>
                <a:cubicBezTo>
                  <a:pt x="103474" y="274"/>
                  <a:pt x="104204" y="183"/>
                  <a:pt x="10548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96F7B-B25B-4820-BB8F-38398D93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25" y="4324848"/>
            <a:ext cx="273159" cy="193108"/>
          </a:xfrm>
          <a:custGeom xmlns:a="http://schemas.openxmlformats.org/drawingml/2006/main">
            <a:pathLst>
              <a:path w="273159" h="193108" fill="none">
                <a:moveTo>
                  <a:pt x="105483" y="0"/>
                </a:moveTo>
                <a:cubicBezTo>
                  <a:pt x="108040" y="0"/>
                  <a:pt x="112606" y="91"/>
                  <a:pt x="119182" y="274"/>
                </a:cubicBezTo>
                <a:cubicBezTo>
                  <a:pt x="125757" y="457"/>
                  <a:pt x="131876" y="639"/>
                  <a:pt x="137539" y="822"/>
                </a:cubicBezTo>
                <a:cubicBezTo>
                  <a:pt x="146854" y="822"/>
                  <a:pt x="154617" y="730"/>
                  <a:pt x="160827" y="548"/>
                </a:cubicBezTo>
                <a:cubicBezTo>
                  <a:pt x="167037" y="365"/>
                  <a:pt x="170599" y="274"/>
                  <a:pt x="171512" y="274"/>
                </a:cubicBezTo>
                <a:cubicBezTo>
                  <a:pt x="174800" y="274"/>
                  <a:pt x="176444" y="1004"/>
                  <a:pt x="176444" y="2465"/>
                </a:cubicBezTo>
                <a:cubicBezTo>
                  <a:pt x="176444" y="3196"/>
                  <a:pt x="176170" y="4565"/>
                  <a:pt x="175622" y="6574"/>
                </a:cubicBezTo>
                <a:cubicBezTo>
                  <a:pt x="174709" y="9861"/>
                  <a:pt x="173887" y="11687"/>
                  <a:pt x="173156" y="12052"/>
                </a:cubicBezTo>
                <a:cubicBezTo>
                  <a:pt x="172426" y="12417"/>
                  <a:pt x="170416" y="12600"/>
                  <a:pt x="167129" y="12600"/>
                </a:cubicBezTo>
                <a:cubicBezTo>
                  <a:pt x="162562" y="12783"/>
                  <a:pt x="158909" y="13239"/>
                  <a:pt x="156169" y="13970"/>
                </a:cubicBezTo>
                <a:cubicBezTo>
                  <a:pt x="153429" y="14700"/>
                  <a:pt x="151512" y="15430"/>
                  <a:pt x="150416" y="16161"/>
                </a:cubicBezTo>
                <a:cubicBezTo>
                  <a:pt x="149320" y="16891"/>
                  <a:pt x="149046" y="17713"/>
                  <a:pt x="149594" y="18626"/>
                </a:cubicBezTo>
                <a:cubicBezTo>
                  <a:pt x="149594" y="20817"/>
                  <a:pt x="151055" y="42548"/>
                  <a:pt x="153977" y="83817"/>
                </a:cubicBezTo>
                <a:cubicBezTo>
                  <a:pt x="156900" y="125087"/>
                  <a:pt x="158361" y="146908"/>
                  <a:pt x="158361" y="149282"/>
                </a:cubicBezTo>
                <a:lnTo>
                  <a:pt x="158909" y="148460"/>
                </a:lnTo>
                <a:cubicBezTo>
                  <a:pt x="159274" y="147913"/>
                  <a:pt x="159822" y="147000"/>
                  <a:pt x="160553" y="145721"/>
                </a:cubicBezTo>
                <a:cubicBezTo>
                  <a:pt x="161284" y="144443"/>
                  <a:pt x="162380" y="142708"/>
                  <a:pt x="163841" y="140517"/>
                </a:cubicBezTo>
                <a:cubicBezTo>
                  <a:pt x="165302" y="138326"/>
                  <a:pt x="166855" y="135587"/>
                  <a:pt x="168498" y="132300"/>
                </a:cubicBezTo>
                <a:cubicBezTo>
                  <a:pt x="170142" y="129013"/>
                  <a:pt x="172334" y="125269"/>
                  <a:pt x="175074" y="121069"/>
                </a:cubicBezTo>
                <a:cubicBezTo>
                  <a:pt x="177814" y="116869"/>
                  <a:pt x="180554" y="111939"/>
                  <a:pt x="183293" y="106278"/>
                </a:cubicBezTo>
                <a:cubicBezTo>
                  <a:pt x="186033" y="100617"/>
                  <a:pt x="189595" y="94500"/>
                  <a:pt x="193979" y="87926"/>
                </a:cubicBezTo>
                <a:cubicBezTo>
                  <a:pt x="212975" y="54326"/>
                  <a:pt x="223751" y="35152"/>
                  <a:pt x="226309" y="30404"/>
                </a:cubicBezTo>
                <a:cubicBezTo>
                  <a:pt x="228866" y="25656"/>
                  <a:pt x="230236" y="22735"/>
                  <a:pt x="230418" y="21639"/>
                </a:cubicBezTo>
                <a:cubicBezTo>
                  <a:pt x="230418" y="18900"/>
                  <a:pt x="228683" y="16709"/>
                  <a:pt x="225213" y="15065"/>
                </a:cubicBezTo>
                <a:cubicBezTo>
                  <a:pt x="221742" y="13422"/>
                  <a:pt x="217906" y="12600"/>
                  <a:pt x="213705" y="12600"/>
                </a:cubicBezTo>
                <a:cubicBezTo>
                  <a:pt x="211148" y="12600"/>
                  <a:pt x="209870" y="11687"/>
                  <a:pt x="209870" y="9861"/>
                </a:cubicBezTo>
                <a:cubicBezTo>
                  <a:pt x="209870" y="9313"/>
                  <a:pt x="210052" y="8126"/>
                  <a:pt x="210418" y="6300"/>
                </a:cubicBezTo>
                <a:cubicBezTo>
                  <a:pt x="211148" y="3378"/>
                  <a:pt x="211696" y="1643"/>
                  <a:pt x="212061" y="1096"/>
                </a:cubicBezTo>
                <a:cubicBezTo>
                  <a:pt x="212427" y="548"/>
                  <a:pt x="213705" y="274"/>
                  <a:pt x="215897" y="274"/>
                </a:cubicBezTo>
                <a:cubicBezTo>
                  <a:pt x="216445" y="274"/>
                  <a:pt x="217998" y="274"/>
                  <a:pt x="220555" y="274"/>
                </a:cubicBezTo>
                <a:cubicBezTo>
                  <a:pt x="223112" y="274"/>
                  <a:pt x="226674" y="274"/>
                  <a:pt x="231240" y="274"/>
                </a:cubicBezTo>
                <a:cubicBezTo>
                  <a:pt x="235807" y="274"/>
                  <a:pt x="240738" y="365"/>
                  <a:pt x="246035" y="548"/>
                </a:cubicBezTo>
                <a:cubicBezTo>
                  <a:pt x="258090" y="548"/>
                  <a:pt x="265853" y="365"/>
                  <a:pt x="269324" y="0"/>
                </a:cubicBezTo>
                <a:cubicBezTo>
                  <a:pt x="271881" y="0"/>
                  <a:pt x="273159" y="1004"/>
                  <a:pt x="273159" y="3013"/>
                </a:cubicBezTo>
                <a:cubicBezTo>
                  <a:pt x="273159" y="4109"/>
                  <a:pt x="272885" y="5661"/>
                  <a:pt x="272337" y="7670"/>
                </a:cubicBezTo>
                <a:cubicBezTo>
                  <a:pt x="271789" y="9678"/>
                  <a:pt x="271150" y="11048"/>
                  <a:pt x="270419" y="11778"/>
                </a:cubicBezTo>
                <a:cubicBezTo>
                  <a:pt x="269689" y="12509"/>
                  <a:pt x="268776" y="12783"/>
                  <a:pt x="267680" y="12600"/>
                </a:cubicBezTo>
                <a:cubicBezTo>
                  <a:pt x="263661" y="12600"/>
                  <a:pt x="260008" y="13148"/>
                  <a:pt x="256720" y="14243"/>
                </a:cubicBezTo>
                <a:cubicBezTo>
                  <a:pt x="253433" y="15339"/>
                  <a:pt x="250693" y="16617"/>
                  <a:pt x="248501" y="18078"/>
                </a:cubicBezTo>
                <a:cubicBezTo>
                  <a:pt x="246309" y="19539"/>
                  <a:pt x="244574" y="21091"/>
                  <a:pt x="243295" y="22735"/>
                </a:cubicBezTo>
                <a:cubicBezTo>
                  <a:pt x="242017" y="24378"/>
                  <a:pt x="240921" y="25839"/>
                  <a:pt x="240008" y="27117"/>
                </a:cubicBezTo>
                <a:lnTo>
                  <a:pt x="238912" y="28761"/>
                </a:lnTo>
                <a:lnTo>
                  <a:pt x="192609" y="109839"/>
                </a:lnTo>
                <a:cubicBezTo>
                  <a:pt x="161923" y="163891"/>
                  <a:pt x="146489" y="191008"/>
                  <a:pt x="146306" y="191191"/>
                </a:cubicBezTo>
                <a:cubicBezTo>
                  <a:pt x="145210" y="192469"/>
                  <a:pt x="143018" y="193108"/>
                  <a:pt x="139730" y="193108"/>
                </a:cubicBezTo>
                <a:cubicBezTo>
                  <a:pt x="136991" y="193108"/>
                  <a:pt x="135255" y="192652"/>
                  <a:pt x="134525" y="191739"/>
                </a:cubicBezTo>
                <a:cubicBezTo>
                  <a:pt x="133977" y="191191"/>
                  <a:pt x="132242" y="168730"/>
                  <a:pt x="129319" y="124356"/>
                </a:cubicBezTo>
                <a:cubicBezTo>
                  <a:pt x="126397" y="79982"/>
                  <a:pt x="124844" y="57065"/>
                  <a:pt x="124661" y="55604"/>
                </a:cubicBezTo>
                <a:lnTo>
                  <a:pt x="121374" y="60535"/>
                </a:lnTo>
                <a:cubicBezTo>
                  <a:pt x="117355" y="67291"/>
                  <a:pt x="105665" y="87652"/>
                  <a:pt x="86304" y="121617"/>
                </a:cubicBezTo>
                <a:cubicBezTo>
                  <a:pt x="60002" y="167634"/>
                  <a:pt x="46668" y="190826"/>
                  <a:pt x="46303" y="191191"/>
                </a:cubicBezTo>
                <a:cubicBezTo>
                  <a:pt x="45938" y="191556"/>
                  <a:pt x="45481" y="191921"/>
                  <a:pt x="44933" y="192286"/>
                </a:cubicBezTo>
                <a:cubicBezTo>
                  <a:pt x="44020" y="192834"/>
                  <a:pt x="42376" y="193108"/>
                  <a:pt x="40001" y="193108"/>
                </a:cubicBezTo>
                <a:cubicBezTo>
                  <a:pt x="36531" y="193108"/>
                  <a:pt x="34613" y="192469"/>
                  <a:pt x="34248" y="191191"/>
                </a:cubicBezTo>
                <a:cubicBezTo>
                  <a:pt x="34248" y="190643"/>
                  <a:pt x="32238" y="161517"/>
                  <a:pt x="28220" y="103813"/>
                </a:cubicBezTo>
                <a:cubicBezTo>
                  <a:pt x="24202" y="46109"/>
                  <a:pt x="22101" y="17074"/>
                  <a:pt x="21918" y="16709"/>
                </a:cubicBezTo>
                <a:cubicBezTo>
                  <a:pt x="21553" y="15065"/>
                  <a:pt x="20640" y="14061"/>
                  <a:pt x="19179" y="13696"/>
                </a:cubicBezTo>
                <a:cubicBezTo>
                  <a:pt x="17717" y="13330"/>
                  <a:pt x="14156" y="12965"/>
                  <a:pt x="8493" y="12600"/>
                </a:cubicBezTo>
                <a:lnTo>
                  <a:pt x="1918" y="12600"/>
                </a:lnTo>
                <a:cubicBezTo>
                  <a:pt x="639" y="11322"/>
                  <a:pt x="0" y="10317"/>
                  <a:pt x="0" y="9587"/>
                </a:cubicBezTo>
                <a:cubicBezTo>
                  <a:pt x="183" y="5387"/>
                  <a:pt x="1370" y="2191"/>
                  <a:pt x="3562" y="0"/>
                </a:cubicBezTo>
                <a:lnTo>
                  <a:pt x="6850" y="0"/>
                </a:lnTo>
                <a:cubicBezTo>
                  <a:pt x="14521" y="548"/>
                  <a:pt x="23654" y="822"/>
                  <a:pt x="34248" y="822"/>
                </a:cubicBezTo>
                <a:cubicBezTo>
                  <a:pt x="57079" y="822"/>
                  <a:pt x="69591" y="548"/>
                  <a:pt x="71783" y="0"/>
                </a:cubicBezTo>
                <a:lnTo>
                  <a:pt x="74523" y="0"/>
                </a:lnTo>
                <a:cubicBezTo>
                  <a:pt x="75619" y="1096"/>
                  <a:pt x="76167" y="1917"/>
                  <a:pt x="76167" y="2465"/>
                </a:cubicBezTo>
                <a:cubicBezTo>
                  <a:pt x="76167" y="3013"/>
                  <a:pt x="75984" y="4657"/>
                  <a:pt x="75619" y="7396"/>
                </a:cubicBezTo>
                <a:cubicBezTo>
                  <a:pt x="74706" y="10135"/>
                  <a:pt x="73884" y="11870"/>
                  <a:pt x="73153" y="12600"/>
                </a:cubicBezTo>
                <a:lnTo>
                  <a:pt x="67399" y="12600"/>
                </a:lnTo>
                <a:cubicBezTo>
                  <a:pt x="56257" y="13148"/>
                  <a:pt x="50321" y="14700"/>
                  <a:pt x="49591" y="17256"/>
                </a:cubicBezTo>
                <a:cubicBezTo>
                  <a:pt x="55070" y="101256"/>
                  <a:pt x="58175" y="145447"/>
                  <a:pt x="58906" y="149830"/>
                </a:cubicBezTo>
                <a:lnTo>
                  <a:pt x="123292" y="36430"/>
                </a:lnTo>
                <a:lnTo>
                  <a:pt x="122744" y="26296"/>
                </a:lnTo>
                <a:cubicBezTo>
                  <a:pt x="122196" y="18626"/>
                  <a:pt x="121282" y="14517"/>
                  <a:pt x="120004" y="13970"/>
                </a:cubicBezTo>
                <a:cubicBezTo>
                  <a:pt x="118908" y="13239"/>
                  <a:pt x="115072" y="12783"/>
                  <a:pt x="108497" y="12600"/>
                </a:cubicBezTo>
                <a:cubicBezTo>
                  <a:pt x="105026" y="12600"/>
                  <a:pt x="102743" y="12417"/>
                  <a:pt x="101647" y="12052"/>
                </a:cubicBezTo>
                <a:cubicBezTo>
                  <a:pt x="100551" y="11687"/>
                  <a:pt x="100003" y="10865"/>
                  <a:pt x="100003" y="9587"/>
                </a:cubicBezTo>
                <a:cubicBezTo>
                  <a:pt x="100003" y="9222"/>
                  <a:pt x="100186" y="8126"/>
                  <a:pt x="100551" y="6300"/>
                </a:cubicBezTo>
                <a:cubicBezTo>
                  <a:pt x="100734" y="5570"/>
                  <a:pt x="100916" y="4748"/>
                  <a:pt x="101099" y="3835"/>
                </a:cubicBezTo>
                <a:cubicBezTo>
                  <a:pt x="101282" y="2922"/>
                  <a:pt x="101373" y="2283"/>
                  <a:pt x="101373" y="1917"/>
                </a:cubicBezTo>
                <a:cubicBezTo>
                  <a:pt x="101373" y="1552"/>
                  <a:pt x="101647" y="1187"/>
                  <a:pt x="102195" y="822"/>
                </a:cubicBezTo>
                <a:cubicBezTo>
                  <a:pt x="102743" y="457"/>
                  <a:pt x="103108" y="274"/>
                  <a:pt x="103291" y="274"/>
                </a:cubicBezTo>
                <a:cubicBezTo>
                  <a:pt x="103474" y="274"/>
                  <a:pt x="104204" y="183"/>
                  <a:pt x="10548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40"/>
              </a:srgbClr>
            </a:solidFill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D77DC-51F9-409A-9A6E-6B71331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24" y="4467421"/>
            <a:ext cx="82712" cy="123165"/>
          </a:xfrm>
          <a:custGeom xmlns:a="http://schemas.openxmlformats.org/drawingml/2006/main">
            <a:pathLst>
              <a:path w="82712" h="123165">
                <a:moveTo>
                  <a:pt x="0" y="55192"/>
                </a:moveTo>
                <a:cubicBezTo>
                  <a:pt x="0" y="42152"/>
                  <a:pt x="4907" y="29758"/>
                  <a:pt x="14722" y="18010"/>
                </a:cubicBezTo>
                <a:cubicBezTo>
                  <a:pt x="24536" y="6261"/>
                  <a:pt x="35577" y="323"/>
                  <a:pt x="47845" y="194"/>
                </a:cubicBezTo>
                <a:cubicBezTo>
                  <a:pt x="55593" y="194"/>
                  <a:pt x="61534" y="3550"/>
                  <a:pt x="65666" y="10264"/>
                </a:cubicBezTo>
                <a:cubicBezTo>
                  <a:pt x="65795" y="10135"/>
                  <a:pt x="66118" y="9747"/>
                  <a:pt x="66634" y="9102"/>
                </a:cubicBezTo>
                <a:cubicBezTo>
                  <a:pt x="67151" y="8456"/>
                  <a:pt x="67861" y="7746"/>
                  <a:pt x="68765" y="6972"/>
                </a:cubicBezTo>
                <a:cubicBezTo>
                  <a:pt x="69669" y="6197"/>
                  <a:pt x="70702" y="5422"/>
                  <a:pt x="71864" y="4648"/>
                </a:cubicBezTo>
                <a:cubicBezTo>
                  <a:pt x="76255" y="1549"/>
                  <a:pt x="79225" y="0"/>
                  <a:pt x="80775" y="0"/>
                </a:cubicBezTo>
                <a:cubicBezTo>
                  <a:pt x="81291" y="0"/>
                  <a:pt x="81743" y="194"/>
                  <a:pt x="82131" y="581"/>
                </a:cubicBezTo>
                <a:cubicBezTo>
                  <a:pt x="82518" y="968"/>
                  <a:pt x="82712" y="1291"/>
                  <a:pt x="82712" y="1549"/>
                </a:cubicBezTo>
                <a:cubicBezTo>
                  <a:pt x="82712" y="2711"/>
                  <a:pt x="78257" y="21108"/>
                  <a:pt x="69346" y="56741"/>
                </a:cubicBezTo>
                <a:cubicBezTo>
                  <a:pt x="60178" y="93407"/>
                  <a:pt x="55593" y="111998"/>
                  <a:pt x="55593" y="112514"/>
                </a:cubicBezTo>
                <a:cubicBezTo>
                  <a:pt x="55593" y="113547"/>
                  <a:pt x="58499" y="114128"/>
                  <a:pt x="64310" y="114257"/>
                </a:cubicBezTo>
                <a:lnTo>
                  <a:pt x="69153" y="114257"/>
                </a:lnTo>
                <a:cubicBezTo>
                  <a:pt x="69927" y="115290"/>
                  <a:pt x="70315" y="115871"/>
                  <a:pt x="70315" y="116000"/>
                </a:cubicBezTo>
                <a:cubicBezTo>
                  <a:pt x="70315" y="116129"/>
                  <a:pt x="70121" y="117291"/>
                  <a:pt x="69734" y="119486"/>
                </a:cubicBezTo>
                <a:cubicBezTo>
                  <a:pt x="69217" y="121164"/>
                  <a:pt x="68571" y="122391"/>
                  <a:pt x="67797" y="123165"/>
                </a:cubicBezTo>
                <a:lnTo>
                  <a:pt x="65279" y="123165"/>
                </a:lnTo>
                <a:cubicBezTo>
                  <a:pt x="61275" y="122907"/>
                  <a:pt x="54302" y="122778"/>
                  <a:pt x="44358" y="122778"/>
                </a:cubicBezTo>
                <a:cubicBezTo>
                  <a:pt x="40742" y="122778"/>
                  <a:pt x="37450" y="122778"/>
                  <a:pt x="34479" y="122778"/>
                </a:cubicBezTo>
                <a:cubicBezTo>
                  <a:pt x="31509" y="122778"/>
                  <a:pt x="29120" y="122778"/>
                  <a:pt x="27312" y="122778"/>
                </a:cubicBezTo>
                <a:cubicBezTo>
                  <a:pt x="25504" y="122778"/>
                  <a:pt x="24407" y="122842"/>
                  <a:pt x="24019" y="122972"/>
                </a:cubicBezTo>
                <a:cubicBezTo>
                  <a:pt x="22211" y="122972"/>
                  <a:pt x="21307" y="122455"/>
                  <a:pt x="21307" y="121422"/>
                </a:cubicBezTo>
                <a:cubicBezTo>
                  <a:pt x="21307" y="121035"/>
                  <a:pt x="21437" y="120067"/>
                  <a:pt x="21695" y="118517"/>
                </a:cubicBezTo>
                <a:cubicBezTo>
                  <a:pt x="22211" y="116452"/>
                  <a:pt x="22663" y="115225"/>
                  <a:pt x="23051" y="114838"/>
                </a:cubicBezTo>
                <a:cubicBezTo>
                  <a:pt x="23438" y="114451"/>
                  <a:pt x="24730" y="114257"/>
                  <a:pt x="26925" y="114257"/>
                </a:cubicBezTo>
                <a:cubicBezTo>
                  <a:pt x="33124" y="114257"/>
                  <a:pt x="36869" y="113805"/>
                  <a:pt x="38160" y="112901"/>
                </a:cubicBezTo>
                <a:cubicBezTo>
                  <a:pt x="39193" y="112256"/>
                  <a:pt x="41001" y="106575"/>
                  <a:pt x="43584" y="95860"/>
                </a:cubicBezTo>
                <a:cubicBezTo>
                  <a:pt x="46166" y="85144"/>
                  <a:pt x="47522" y="79657"/>
                  <a:pt x="47651" y="79399"/>
                </a:cubicBezTo>
                <a:cubicBezTo>
                  <a:pt x="47651" y="79270"/>
                  <a:pt x="47199" y="79463"/>
                  <a:pt x="46295" y="79980"/>
                </a:cubicBezTo>
                <a:cubicBezTo>
                  <a:pt x="40097" y="85015"/>
                  <a:pt x="33640" y="87532"/>
                  <a:pt x="26925" y="87532"/>
                </a:cubicBezTo>
                <a:cubicBezTo>
                  <a:pt x="19822" y="87532"/>
                  <a:pt x="13559" y="84950"/>
                  <a:pt x="8136" y="79786"/>
                </a:cubicBezTo>
                <a:cubicBezTo>
                  <a:pt x="2712" y="74622"/>
                  <a:pt x="0" y="66424"/>
                  <a:pt x="0" y="55192"/>
                </a:cubicBezTo>
                <a:close/>
                <a:moveTo>
                  <a:pt x="61792" y="22464"/>
                </a:moveTo>
                <a:cubicBezTo>
                  <a:pt x="58822" y="12265"/>
                  <a:pt x="53979" y="7165"/>
                  <a:pt x="47264" y="7165"/>
                </a:cubicBezTo>
                <a:cubicBezTo>
                  <a:pt x="42744" y="7165"/>
                  <a:pt x="38418" y="9166"/>
                  <a:pt x="34286" y="13169"/>
                </a:cubicBezTo>
                <a:cubicBezTo>
                  <a:pt x="30153" y="17171"/>
                  <a:pt x="26925" y="22400"/>
                  <a:pt x="24601" y="28855"/>
                </a:cubicBezTo>
                <a:cubicBezTo>
                  <a:pt x="20856" y="39054"/>
                  <a:pt x="18208" y="49640"/>
                  <a:pt x="16659" y="60614"/>
                </a:cubicBezTo>
                <a:cubicBezTo>
                  <a:pt x="16659" y="61002"/>
                  <a:pt x="16659" y="61712"/>
                  <a:pt x="16659" y="62744"/>
                </a:cubicBezTo>
                <a:cubicBezTo>
                  <a:pt x="16659" y="63777"/>
                  <a:pt x="16594" y="64552"/>
                  <a:pt x="16465" y="65068"/>
                </a:cubicBezTo>
                <a:cubicBezTo>
                  <a:pt x="16465" y="70878"/>
                  <a:pt x="17627" y="74880"/>
                  <a:pt x="19952" y="77075"/>
                </a:cubicBezTo>
                <a:cubicBezTo>
                  <a:pt x="22276" y="79270"/>
                  <a:pt x="25052" y="80432"/>
                  <a:pt x="28281" y="80561"/>
                </a:cubicBezTo>
                <a:cubicBezTo>
                  <a:pt x="35254" y="80561"/>
                  <a:pt x="42421" y="75913"/>
                  <a:pt x="49782" y="66618"/>
                </a:cubicBezTo>
                <a:lnTo>
                  <a:pt x="51332" y="64487"/>
                </a:lnTo>
                <a:lnTo>
                  <a:pt x="61792" y="2246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B7A44-A596-4D19-AF6A-0C4FBE38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24" y="4467422"/>
            <a:ext cx="82712" cy="123165"/>
          </a:xfrm>
          <a:custGeom xmlns:a="http://schemas.openxmlformats.org/drawingml/2006/main">
            <a:pathLst>
              <a:path w="82712" h="123165" fill="none">
                <a:moveTo>
                  <a:pt x="0" y="55192"/>
                </a:moveTo>
                <a:cubicBezTo>
                  <a:pt x="0" y="42152"/>
                  <a:pt x="4907" y="29758"/>
                  <a:pt x="14722" y="18010"/>
                </a:cubicBezTo>
                <a:cubicBezTo>
                  <a:pt x="24536" y="6262"/>
                  <a:pt x="35577" y="323"/>
                  <a:pt x="47845" y="194"/>
                </a:cubicBezTo>
                <a:cubicBezTo>
                  <a:pt x="55593" y="194"/>
                  <a:pt x="61534" y="3550"/>
                  <a:pt x="65666" y="10264"/>
                </a:cubicBezTo>
                <a:cubicBezTo>
                  <a:pt x="65795" y="10135"/>
                  <a:pt x="66118" y="9747"/>
                  <a:pt x="66634" y="9102"/>
                </a:cubicBezTo>
                <a:cubicBezTo>
                  <a:pt x="67151" y="8456"/>
                  <a:pt x="67861" y="7746"/>
                  <a:pt x="68765" y="6972"/>
                </a:cubicBezTo>
                <a:cubicBezTo>
                  <a:pt x="69669" y="6197"/>
                  <a:pt x="70702" y="5422"/>
                  <a:pt x="71864" y="4648"/>
                </a:cubicBezTo>
                <a:cubicBezTo>
                  <a:pt x="76255" y="1549"/>
                  <a:pt x="79225" y="0"/>
                  <a:pt x="80775" y="0"/>
                </a:cubicBezTo>
                <a:cubicBezTo>
                  <a:pt x="81291" y="0"/>
                  <a:pt x="81743" y="194"/>
                  <a:pt x="82131" y="581"/>
                </a:cubicBezTo>
                <a:cubicBezTo>
                  <a:pt x="82518" y="968"/>
                  <a:pt x="82712" y="1291"/>
                  <a:pt x="82712" y="1549"/>
                </a:cubicBezTo>
                <a:cubicBezTo>
                  <a:pt x="82712" y="2711"/>
                  <a:pt x="78257" y="21109"/>
                  <a:pt x="69346" y="56741"/>
                </a:cubicBezTo>
                <a:cubicBezTo>
                  <a:pt x="60178" y="93407"/>
                  <a:pt x="55593" y="111998"/>
                  <a:pt x="55593" y="112514"/>
                </a:cubicBezTo>
                <a:cubicBezTo>
                  <a:pt x="55593" y="113547"/>
                  <a:pt x="58499" y="114128"/>
                  <a:pt x="64310" y="114257"/>
                </a:cubicBezTo>
                <a:lnTo>
                  <a:pt x="69153" y="114257"/>
                </a:lnTo>
                <a:cubicBezTo>
                  <a:pt x="69927" y="115290"/>
                  <a:pt x="70315" y="115871"/>
                  <a:pt x="70315" y="116000"/>
                </a:cubicBezTo>
                <a:cubicBezTo>
                  <a:pt x="70315" y="116129"/>
                  <a:pt x="70121" y="117291"/>
                  <a:pt x="69734" y="119486"/>
                </a:cubicBezTo>
                <a:cubicBezTo>
                  <a:pt x="69217" y="121164"/>
                  <a:pt x="68571" y="122391"/>
                  <a:pt x="67797" y="123165"/>
                </a:cubicBezTo>
                <a:lnTo>
                  <a:pt x="65279" y="123165"/>
                </a:lnTo>
                <a:cubicBezTo>
                  <a:pt x="61275" y="122907"/>
                  <a:pt x="54302" y="122778"/>
                  <a:pt x="44358" y="122778"/>
                </a:cubicBezTo>
                <a:cubicBezTo>
                  <a:pt x="40743" y="122778"/>
                  <a:pt x="37450" y="122778"/>
                  <a:pt x="34479" y="122778"/>
                </a:cubicBezTo>
                <a:cubicBezTo>
                  <a:pt x="31509" y="122778"/>
                  <a:pt x="29120" y="122778"/>
                  <a:pt x="27312" y="122778"/>
                </a:cubicBezTo>
                <a:cubicBezTo>
                  <a:pt x="25504" y="122778"/>
                  <a:pt x="24407" y="122842"/>
                  <a:pt x="24019" y="122972"/>
                </a:cubicBezTo>
                <a:cubicBezTo>
                  <a:pt x="22211" y="122972"/>
                  <a:pt x="21308" y="122455"/>
                  <a:pt x="21308" y="121422"/>
                </a:cubicBezTo>
                <a:cubicBezTo>
                  <a:pt x="21308" y="121035"/>
                  <a:pt x="21437" y="120067"/>
                  <a:pt x="21695" y="118517"/>
                </a:cubicBezTo>
                <a:cubicBezTo>
                  <a:pt x="22211" y="116452"/>
                  <a:pt x="22663" y="115225"/>
                  <a:pt x="23051" y="114838"/>
                </a:cubicBezTo>
                <a:cubicBezTo>
                  <a:pt x="23438" y="114451"/>
                  <a:pt x="24730" y="114257"/>
                  <a:pt x="26925" y="114257"/>
                </a:cubicBezTo>
                <a:cubicBezTo>
                  <a:pt x="33124" y="114257"/>
                  <a:pt x="36868" y="113805"/>
                  <a:pt x="38160" y="112901"/>
                </a:cubicBezTo>
                <a:cubicBezTo>
                  <a:pt x="39193" y="112256"/>
                  <a:pt x="41001" y="106575"/>
                  <a:pt x="43584" y="95860"/>
                </a:cubicBezTo>
                <a:cubicBezTo>
                  <a:pt x="46166" y="85144"/>
                  <a:pt x="47522" y="79657"/>
                  <a:pt x="47651" y="79399"/>
                </a:cubicBezTo>
                <a:cubicBezTo>
                  <a:pt x="47651" y="79270"/>
                  <a:pt x="47199" y="79464"/>
                  <a:pt x="46295" y="79980"/>
                </a:cubicBezTo>
                <a:cubicBezTo>
                  <a:pt x="40097" y="85015"/>
                  <a:pt x="33640" y="87533"/>
                  <a:pt x="26925" y="87533"/>
                </a:cubicBezTo>
                <a:cubicBezTo>
                  <a:pt x="19822" y="87533"/>
                  <a:pt x="13559" y="84950"/>
                  <a:pt x="8136" y="79786"/>
                </a:cubicBezTo>
                <a:cubicBezTo>
                  <a:pt x="2712" y="74622"/>
                  <a:pt x="0" y="66424"/>
                  <a:pt x="0" y="55192"/>
                </a:cubicBezTo>
                <a:close/>
                <a:moveTo>
                  <a:pt x="61792" y="22464"/>
                </a:moveTo>
                <a:cubicBezTo>
                  <a:pt x="58822" y="12265"/>
                  <a:pt x="53979" y="7165"/>
                  <a:pt x="47264" y="7165"/>
                </a:cubicBezTo>
                <a:cubicBezTo>
                  <a:pt x="42744" y="7165"/>
                  <a:pt x="38418" y="9166"/>
                  <a:pt x="34286" y="13169"/>
                </a:cubicBezTo>
                <a:cubicBezTo>
                  <a:pt x="30153" y="17171"/>
                  <a:pt x="26925" y="22400"/>
                  <a:pt x="24601" y="28855"/>
                </a:cubicBezTo>
                <a:cubicBezTo>
                  <a:pt x="20856" y="39054"/>
                  <a:pt x="18208" y="49640"/>
                  <a:pt x="16659" y="60614"/>
                </a:cubicBezTo>
                <a:cubicBezTo>
                  <a:pt x="16659" y="61002"/>
                  <a:pt x="16659" y="61712"/>
                  <a:pt x="16659" y="62745"/>
                </a:cubicBezTo>
                <a:cubicBezTo>
                  <a:pt x="16659" y="63777"/>
                  <a:pt x="16594" y="64552"/>
                  <a:pt x="16465" y="65068"/>
                </a:cubicBezTo>
                <a:cubicBezTo>
                  <a:pt x="16465" y="70878"/>
                  <a:pt x="17627" y="74880"/>
                  <a:pt x="19952" y="77075"/>
                </a:cubicBezTo>
                <a:cubicBezTo>
                  <a:pt x="22276" y="79270"/>
                  <a:pt x="25052" y="80432"/>
                  <a:pt x="28281" y="80561"/>
                </a:cubicBezTo>
                <a:cubicBezTo>
                  <a:pt x="35254" y="80561"/>
                  <a:pt x="42421" y="75913"/>
                  <a:pt x="49782" y="66618"/>
                </a:cubicBezTo>
                <a:lnTo>
                  <a:pt x="51332" y="64487"/>
                </a:lnTo>
                <a:lnTo>
                  <a:pt x="61792" y="22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10"/>
              </a:srgbClr>
            </a:solidFill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3E80E-8AAD-4CCF-9E45-E27B120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579" y="2561877"/>
            <a:ext cx="1931" cy="224135"/>
          </a:xfrm>
          <a:custGeom xmlns:a="http://schemas.openxmlformats.org/drawingml/2006/main">
            <a:pathLst>
              <a:path w="1931" h="224135" fill="none">
                <a:moveTo>
                  <a:pt x="1931" y="2241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AF2FB-45D0-403B-853B-E2E1CD3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149" y="2503969"/>
            <a:ext cx="77241" cy="77415"/>
          </a:xfrm>
          <a:custGeom xmlns:a="http://schemas.openxmlformats.org/drawingml/2006/main">
            <a:pathLst>
              <a:path w="77241" h="77415">
                <a:moveTo>
                  <a:pt x="37849" y="0"/>
                </a:moveTo>
                <a:lnTo>
                  <a:pt x="77241" y="76835"/>
                </a:lnTo>
                <a:lnTo>
                  <a:pt x="38429" y="57917"/>
                </a:lnTo>
                <a:lnTo>
                  <a:pt x="0" y="77415"/>
                </a:lnTo>
                <a:lnTo>
                  <a:pt x="37849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C0CA1-FE11-47F5-93D2-B8953D58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152" y="2503961"/>
            <a:ext cx="77241" cy="77414"/>
          </a:xfrm>
          <a:custGeom xmlns:a="http://schemas.openxmlformats.org/drawingml/2006/main">
            <a:pathLst>
              <a:path w="77241" h="77414" fill="none">
                <a:moveTo>
                  <a:pt x="37848" y="0"/>
                </a:moveTo>
                <a:lnTo>
                  <a:pt x="77241" y="76835"/>
                </a:lnTo>
                <a:lnTo>
                  <a:pt x="38427" y="57916"/>
                </a:lnTo>
                <a:lnTo>
                  <a:pt x="0" y="77414"/>
                </a:lnTo>
                <a:lnTo>
                  <a:pt x="3784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2BFA2-6C45-46F8-930B-851F614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0" y="2786021"/>
            <a:ext cx="4479382" cy="579159"/>
          </a:xfrm>
          <a:custGeom xmlns:a="http://schemas.openxmlformats.org/drawingml/2006/main">
            <a:pathLst>
              <a:path w="4479382" h="579159">
                <a:moveTo>
                  <a:pt x="86896" y="0"/>
                </a:moveTo>
                <a:lnTo>
                  <a:pt x="4392486" y="0"/>
                </a:lnTo>
                <a:cubicBezTo>
                  <a:pt x="4404009" y="0"/>
                  <a:pt x="4415092" y="2202"/>
                  <a:pt x="4425738" y="6611"/>
                </a:cubicBezTo>
                <a:cubicBezTo>
                  <a:pt x="4436384" y="11019"/>
                  <a:pt x="4445782" y="17297"/>
                  <a:pt x="4453930" y="25444"/>
                </a:cubicBezTo>
                <a:cubicBezTo>
                  <a:pt x="4462077" y="33589"/>
                  <a:pt x="4468355" y="42983"/>
                  <a:pt x="4472766" y="53626"/>
                </a:cubicBezTo>
                <a:cubicBezTo>
                  <a:pt x="4477176" y="64270"/>
                  <a:pt x="4479382" y="75351"/>
                  <a:pt x="4479382" y="86874"/>
                </a:cubicBezTo>
                <a:lnTo>
                  <a:pt x="4479382" y="492285"/>
                </a:lnTo>
                <a:cubicBezTo>
                  <a:pt x="4479382" y="503804"/>
                  <a:pt x="4477176" y="514885"/>
                  <a:pt x="4472767" y="525528"/>
                </a:cubicBezTo>
                <a:cubicBezTo>
                  <a:pt x="4468355" y="536173"/>
                  <a:pt x="4462077" y="545568"/>
                  <a:pt x="4453930" y="553714"/>
                </a:cubicBezTo>
                <a:cubicBezTo>
                  <a:pt x="4445782" y="561859"/>
                  <a:pt x="4436384" y="568136"/>
                  <a:pt x="4425738" y="572546"/>
                </a:cubicBezTo>
                <a:cubicBezTo>
                  <a:pt x="4415092" y="576953"/>
                  <a:pt x="4404009" y="579159"/>
                  <a:pt x="4392486" y="579159"/>
                </a:cubicBezTo>
                <a:lnTo>
                  <a:pt x="86896" y="579159"/>
                </a:lnTo>
                <a:cubicBezTo>
                  <a:pt x="75372" y="579159"/>
                  <a:pt x="64287" y="576953"/>
                  <a:pt x="53641" y="572544"/>
                </a:cubicBezTo>
                <a:cubicBezTo>
                  <a:pt x="42995" y="568136"/>
                  <a:pt x="33598" y="561859"/>
                  <a:pt x="25450" y="553714"/>
                </a:cubicBezTo>
                <a:cubicBezTo>
                  <a:pt x="17302" y="545568"/>
                  <a:pt x="11023" y="536173"/>
                  <a:pt x="6614" y="525528"/>
                </a:cubicBezTo>
                <a:cubicBezTo>
                  <a:pt x="2205" y="514885"/>
                  <a:pt x="0" y="503804"/>
                  <a:pt x="0" y="492285"/>
                </a:cubicBezTo>
                <a:lnTo>
                  <a:pt x="0" y="86874"/>
                </a:lnTo>
                <a:cubicBezTo>
                  <a:pt x="0" y="75351"/>
                  <a:pt x="2205" y="64269"/>
                  <a:pt x="6614" y="53626"/>
                </a:cubicBezTo>
                <a:cubicBezTo>
                  <a:pt x="11023" y="42983"/>
                  <a:pt x="17302" y="33589"/>
                  <a:pt x="25450" y="25444"/>
                </a:cubicBezTo>
                <a:cubicBezTo>
                  <a:pt x="33598" y="17297"/>
                  <a:pt x="42995" y="11021"/>
                  <a:pt x="53641" y="6611"/>
                </a:cubicBezTo>
                <a:cubicBezTo>
                  <a:pt x="64287" y="2204"/>
                  <a:pt x="75372" y="0"/>
                  <a:pt x="86896" y="0"/>
                </a:cubicBezTo>
                <a:close/>
              </a:path>
            </a:pathLst>
          </a:custGeom>
          <a:solidFill xmlns:a="http://schemas.openxmlformats.org/drawingml/2006/main">
            <a:srgbClr val="E1D5E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F7A84-7D68-443C-9DB1-9FDFDBB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2" y="2786012"/>
            <a:ext cx="4479383" cy="579159"/>
          </a:xfrm>
          <a:custGeom xmlns:a="http://schemas.openxmlformats.org/drawingml/2006/main">
            <a:pathLst>
              <a:path w="4479383" h="579159" fill="none">
                <a:moveTo>
                  <a:pt x="86896" y="0"/>
                </a:moveTo>
                <a:lnTo>
                  <a:pt x="4392487" y="0"/>
                </a:lnTo>
                <a:cubicBezTo>
                  <a:pt x="4404009" y="0"/>
                  <a:pt x="4415093" y="2203"/>
                  <a:pt x="4425739" y="6612"/>
                </a:cubicBezTo>
                <a:cubicBezTo>
                  <a:pt x="4436385" y="11019"/>
                  <a:pt x="4445783" y="17298"/>
                  <a:pt x="4453930" y="25444"/>
                </a:cubicBezTo>
                <a:cubicBezTo>
                  <a:pt x="4462079" y="33589"/>
                  <a:pt x="4468357" y="42983"/>
                  <a:pt x="4472767" y="53626"/>
                </a:cubicBezTo>
                <a:cubicBezTo>
                  <a:pt x="4477177" y="64269"/>
                  <a:pt x="4479383" y="75353"/>
                  <a:pt x="4479383" y="86874"/>
                </a:cubicBezTo>
                <a:lnTo>
                  <a:pt x="4479383" y="492286"/>
                </a:lnTo>
                <a:cubicBezTo>
                  <a:pt x="4479383" y="503805"/>
                  <a:pt x="4477177" y="514884"/>
                  <a:pt x="4472769" y="525529"/>
                </a:cubicBezTo>
                <a:cubicBezTo>
                  <a:pt x="4468357" y="536172"/>
                  <a:pt x="4462079" y="545568"/>
                  <a:pt x="4453930" y="553715"/>
                </a:cubicBezTo>
                <a:cubicBezTo>
                  <a:pt x="4445783" y="561860"/>
                  <a:pt x="4436385" y="568136"/>
                  <a:pt x="4425739" y="572545"/>
                </a:cubicBezTo>
                <a:cubicBezTo>
                  <a:pt x="4415093" y="576953"/>
                  <a:pt x="4404009" y="579158"/>
                  <a:pt x="4392487" y="579159"/>
                </a:cubicBezTo>
                <a:lnTo>
                  <a:pt x="86896" y="579159"/>
                </a:lnTo>
                <a:cubicBezTo>
                  <a:pt x="75371" y="579158"/>
                  <a:pt x="64287" y="576953"/>
                  <a:pt x="53640" y="572544"/>
                </a:cubicBezTo>
                <a:cubicBezTo>
                  <a:pt x="42996" y="568136"/>
                  <a:pt x="33598" y="561860"/>
                  <a:pt x="25449" y="553715"/>
                </a:cubicBezTo>
                <a:cubicBezTo>
                  <a:pt x="17302" y="545568"/>
                  <a:pt x="11024" y="536172"/>
                  <a:pt x="6614" y="525529"/>
                </a:cubicBezTo>
                <a:cubicBezTo>
                  <a:pt x="2205" y="514884"/>
                  <a:pt x="0" y="503805"/>
                  <a:pt x="0" y="492286"/>
                </a:cubicBezTo>
                <a:lnTo>
                  <a:pt x="0" y="86874"/>
                </a:lnTo>
                <a:cubicBezTo>
                  <a:pt x="0" y="75353"/>
                  <a:pt x="2205" y="64269"/>
                  <a:pt x="6614" y="53626"/>
                </a:cubicBezTo>
                <a:cubicBezTo>
                  <a:pt x="11024" y="42983"/>
                  <a:pt x="17302" y="33589"/>
                  <a:pt x="25449" y="25444"/>
                </a:cubicBezTo>
                <a:cubicBezTo>
                  <a:pt x="33598" y="17298"/>
                  <a:pt x="42996" y="11019"/>
                  <a:pt x="53640" y="6612"/>
                </a:cubicBezTo>
                <a:cubicBezTo>
                  <a:pt x="64287" y="2205"/>
                  <a:pt x="75371" y="0"/>
                  <a:pt x="8689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9673A6">
                <a:alpha val="60000"/>
              </a:srgbClr>
            </a:solidFill>
            <a:miter/>
          </a:ln>
        </p:spPr>
      </p:sp>
      <p:sp>
        <p:nvSpPr>
          <p:cNvPr id="461" name="Text ScaledDotProductAttention">
            <a:extLst xmlns:a="http://schemas.openxmlformats.org/drawingml/2006/main">
              <a:ext uri="{FF2B5EF4-FFF2-40B4-BE49-F238E27FC236}">
                <a16:creationId xmlns:a16="http://schemas.microsoft.com/office/drawing/2014/main" id="{9F3BDB9C-9E4E-4F18-A501-D0BFAA1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90" y="2976409"/>
            <a:ext cx="2936713" cy="175784"/>
          </a:xfrm>
          <a:custGeom xmlns:a="http://schemas.openxmlformats.org/drawingml/2006/main">
            <a:pathLst>
              <a:path w="2936713" h="175784">
                <a:moveTo>
                  <a:pt x="21385" y="117189"/>
                </a:moveTo>
                <a:cubicBezTo>
                  <a:pt x="21913" y="126642"/>
                  <a:pt x="24138" y="134318"/>
                  <a:pt x="28060" y="140219"/>
                </a:cubicBezTo>
                <a:cubicBezTo>
                  <a:pt x="35528" y="151260"/>
                  <a:pt x="48690" y="156780"/>
                  <a:pt x="67548" y="156780"/>
                </a:cubicBezTo>
                <a:cubicBezTo>
                  <a:pt x="75996" y="156780"/>
                  <a:pt x="83690" y="155574"/>
                  <a:pt x="90630" y="153161"/>
                </a:cubicBezTo>
                <a:cubicBezTo>
                  <a:pt x="104056" y="148485"/>
                  <a:pt x="110770" y="140116"/>
                  <a:pt x="110770" y="128052"/>
                </a:cubicBezTo>
                <a:cubicBezTo>
                  <a:pt x="110770" y="119003"/>
                  <a:pt x="107941" y="112555"/>
                  <a:pt x="102284" y="108709"/>
                </a:cubicBezTo>
                <a:cubicBezTo>
                  <a:pt x="96551" y="104924"/>
                  <a:pt x="87575" y="101632"/>
                  <a:pt x="75355" y="98833"/>
                </a:cubicBezTo>
                <a:lnTo>
                  <a:pt x="52839" y="93721"/>
                </a:lnTo>
                <a:cubicBezTo>
                  <a:pt x="38130" y="90391"/>
                  <a:pt x="27721" y="86727"/>
                  <a:pt x="21611" y="82727"/>
                </a:cubicBezTo>
                <a:cubicBezTo>
                  <a:pt x="11051" y="75787"/>
                  <a:pt x="5770" y="65413"/>
                  <a:pt x="5770" y="51606"/>
                </a:cubicBezTo>
                <a:cubicBezTo>
                  <a:pt x="5770" y="36668"/>
                  <a:pt x="10937" y="24407"/>
                  <a:pt x="21271" y="14825"/>
                </a:cubicBezTo>
                <a:cubicBezTo>
                  <a:pt x="31605" y="5243"/>
                  <a:pt x="46239" y="452"/>
                  <a:pt x="65172" y="452"/>
                </a:cubicBezTo>
                <a:cubicBezTo>
                  <a:pt x="82596" y="452"/>
                  <a:pt x="97399" y="4657"/>
                  <a:pt x="109582" y="13065"/>
                </a:cubicBezTo>
                <a:cubicBezTo>
                  <a:pt x="121764" y="21473"/>
                  <a:pt x="127855" y="34915"/>
                  <a:pt x="127855" y="53391"/>
                </a:cubicBezTo>
                <a:lnTo>
                  <a:pt x="106696" y="53391"/>
                </a:lnTo>
                <a:cubicBezTo>
                  <a:pt x="105565" y="44493"/>
                  <a:pt x="103151" y="37668"/>
                  <a:pt x="99455" y="32917"/>
                </a:cubicBezTo>
                <a:cubicBezTo>
                  <a:pt x="92591" y="24245"/>
                  <a:pt x="80937" y="19909"/>
                  <a:pt x="64493" y="19909"/>
                </a:cubicBezTo>
                <a:cubicBezTo>
                  <a:pt x="51217" y="19909"/>
                  <a:pt x="41675" y="22701"/>
                  <a:pt x="35867" y="28286"/>
                </a:cubicBezTo>
                <a:cubicBezTo>
                  <a:pt x="30059" y="33871"/>
                  <a:pt x="27155" y="40363"/>
                  <a:pt x="27155" y="47760"/>
                </a:cubicBezTo>
                <a:cubicBezTo>
                  <a:pt x="27155" y="55912"/>
                  <a:pt x="30549" y="61874"/>
                  <a:pt x="37338" y="65647"/>
                </a:cubicBezTo>
                <a:cubicBezTo>
                  <a:pt x="41788" y="68062"/>
                  <a:pt x="51858" y="71081"/>
                  <a:pt x="67548" y="74703"/>
                </a:cubicBezTo>
                <a:lnTo>
                  <a:pt x="90856" y="80023"/>
                </a:lnTo>
                <a:cubicBezTo>
                  <a:pt x="102095" y="82590"/>
                  <a:pt x="110770" y="86099"/>
                  <a:pt x="116879" y="90550"/>
                </a:cubicBezTo>
                <a:cubicBezTo>
                  <a:pt x="127440" y="98322"/>
                  <a:pt x="132720" y="109603"/>
                  <a:pt x="132720" y="124393"/>
                </a:cubicBezTo>
                <a:cubicBezTo>
                  <a:pt x="132720" y="142808"/>
                  <a:pt x="126025" y="155977"/>
                  <a:pt x="112636" y="163900"/>
                </a:cubicBezTo>
                <a:cubicBezTo>
                  <a:pt x="99248" y="171823"/>
                  <a:pt x="83690" y="175784"/>
                  <a:pt x="65964" y="175784"/>
                </a:cubicBezTo>
                <a:cubicBezTo>
                  <a:pt x="45296" y="175784"/>
                  <a:pt x="29116" y="170495"/>
                  <a:pt x="17424" y="159916"/>
                </a:cubicBezTo>
                <a:cubicBezTo>
                  <a:pt x="5733" y="149415"/>
                  <a:pt x="0" y="135173"/>
                  <a:pt x="226" y="117189"/>
                </a:cubicBezTo>
                <a:lnTo>
                  <a:pt x="21385" y="117189"/>
                </a:lnTo>
                <a:moveTo>
                  <a:pt x="66869" y="0"/>
                </a:moveTo>
                <a:lnTo>
                  <a:pt x="66869" y="0"/>
                </a:lnTo>
                <a:close/>
                <a:moveTo>
                  <a:pt x="205248" y="45926"/>
                </a:moveTo>
                <a:cubicBezTo>
                  <a:pt x="218901" y="45926"/>
                  <a:pt x="230008" y="49252"/>
                  <a:pt x="238569" y="55905"/>
                </a:cubicBezTo>
                <a:cubicBezTo>
                  <a:pt x="247131" y="62557"/>
                  <a:pt x="252279" y="74012"/>
                  <a:pt x="254014" y="90267"/>
                </a:cubicBezTo>
                <a:lnTo>
                  <a:pt x="234213" y="90267"/>
                </a:lnTo>
                <a:cubicBezTo>
                  <a:pt x="233006" y="82802"/>
                  <a:pt x="230253" y="76599"/>
                  <a:pt x="225953" y="71660"/>
                </a:cubicBezTo>
                <a:cubicBezTo>
                  <a:pt x="221654" y="66720"/>
                  <a:pt x="214752" y="64251"/>
                  <a:pt x="205248" y="64251"/>
                </a:cubicBezTo>
                <a:cubicBezTo>
                  <a:pt x="192274" y="64251"/>
                  <a:pt x="182996" y="70585"/>
                  <a:pt x="177414" y="83254"/>
                </a:cubicBezTo>
                <a:cubicBezTo>
                  <a:pt x="173793" y="91474"/>
                  <a:pt x="171983" y="101617"/>
                  <a:pt x="171983" y="113683"/>
                </a:cubicBezTo>
                <a:cubicBezTo>
                  <a:pt x="171983" y="125824"/>
                  <a:pt x="174548" y="136042"/>
                  <a:pt x="179677" y="144337"/>
                </a:cubicBezTo>
                <a:cubicBezTo>
                  <a:pt x="184806" y="152633"/>
                  <a:pt x="192877" y="156780"/>
                  <a:pt x="203890" y="156780"/>
                </a:cubicBezTo>
                <a:cubicBezTo>
                  <a:pt x="212338" y="156780"/>
                  <a:pt x="219033" y="154217"/>
                  <a:pt x="223973" y="149092"/>
                </a:cubicBezTo>
                <a:cubicBezTo>
                  <a:pt x="228914" y="143966"/>
                  <a:pt x="232327" y="136952"/>
                  <a:pt x="234213" y="128049"/>
                </a:cubicBezTo>
                <a:lnTo>
                  <a:pt x="254014" y="128049"/>
                </a:lnTo>
                <a:cubicBezTo>
                  <a:pt x="251751" y="144111"/>
                  <a:pt x="246093" y="155857"/>
                  <a:pt x="237042" y="163285"/>
                </a:cubicBezTo>
                <a:cubicBezTo>
                  <a:pt x="227990" y="170713"/>
                  <a:pt x="216412" y="174427"/>
                  <a:pt x="202306" y="174427"/>
                </a:cubicBezTo>
                <a:cubicBezTo>
                  <a:pt x="186466" y="174427"/>
                  <a:pt x="173831" y="168623"/>
                  <a:pt x="164402" y="157017"/>
                </a:cubicBezTo>
                <a:cubicBezTo>
                  <a:pt x="154973" y="145411"/>
                  <a:pt x="150259" y="130912"/>
                  <a:pt x="150259" y="113520"/>
                </a:cubicBezTo>
                <a:cubicBezTo>
                  <a:pt x="150259" y="92200"/>
                  <a:pt x="155426" y="75605"/>
                  <a:pt x="165760" y="63734"/>
                </a:cubicBezTo>
                <a:cubicBezTo>
                  <a:pt x="176094" y="51862"/>
                  <a:pt x="189257" y="45926"/>
                  <a:pt x="205248" y="45926"/>
                </a:cubicBezTo>
                <a:moveTo>
                  <a:pt x="202080" y="46604"/>
                </a:moveTo>
                <a:lnTo>
                  <a:pt x="202080" y="46604"/>
                </a:lnTo>
                <a:close/>
                <a:moveTo>
                  <a:pt x="289994" y="138625"/>
                </a:moveTo>
                <a:cubicBezTo>
                  <a:pt x="289994" y="144526"/>
                  <a:pt x="292143" y="149178"/>
                  <a:pt x="296443" y="152581"/>
                </a:cubicBezTo>
                <a:cubicBezTo>
                  <a:pt x="300743" y="155984"/>
                  <a:pt x="305834" y="157685"/>
                  <a:pt x="311718" y="157685"/>
                </a:cubicBezTo>
                <a:cubicBezTo>
                  <a:pt x="318884" y="157685"/>
                  <a:pt x="325823" y="156012"/>
                  <a:pt x="332536" y="152666"/>
                </a:cubicBezTo>
                <a:cubicBezTo>
                  <a:pt x="343851" y="147113"/>
                  <a:pt x="349508" y="138078"/>
                  <a:pt x="349508" y="125560"/>
                </a:cubicBezTo>
                <a:lnTo>
                  <a:pt x="349508" y="109158"/>
                </a:lnTo>
                <a:cubicBezTo>
                  <a:pt x="347019" y="110775"/>
                  <a:pt x="343813" y="112121"/>
                  <a:pt x="339891" y="113198"/>
                </a:cubicBezTo>
                <a:cubicBezTo>
                  <a:pt x="335969" y="114275"/>
                  <a:pt x="332122" y="115033"/>
                  <a:pt x="328350" y="115471"/>
                </a:cubicBezTo>
                <a:lnTo>
                  <a:pt x="316017" y="117009"/>
                </a:lnTo>
                <a:cubicBezTo>
                  <a:pt x="308625" y="117959"/>
                  <a:pt x="303081" y="119493"/>
                  <a:pt x="299385" y="121611"/>
                </a:cubicBezTo>
                <a:cubicBezTo>
                  <a:pt x="293124" y="125165"/>
                  <a:pt x="289994" y="130836"/>
                  <a:pt x="289994" y="138625"/>
                </a:cubicBezTo>
                <a:moveTo>
                  <a:pt x="339325" y="97394"/>
                </a:moveTo>
                <a:cubicBezTo>
                  <a:pt x="344002" y="96791"/>
                  <a:pt x="347132" y="94830"/>
                  <a:pt x="348716" y="91512"/>
                </a:cubicBezTo>
                <a:cubicBezTo>
                  <a:pt x="349621" y="89695"/>
                  <a:pt x="350074" y="87082"/>
                  <a:pt x="350074" y="83675"/>
                </a:cubicBezTo>
                <a:cubicBezTo>
                  <a:pt x="350074" y="76709"/>
                  <a:pt x="347604" y="71655"/>
                  <a:pt x="342663" y="68514"/>
                </a:cubicBezTo>
                <a:cubicBezTo>
                  <a:pt x="337722" y="65370"/>
                  <a:pt x="330651" y="63798"/>
                  <a:pt x="321448" y="63798"/>
                </a:cubicBezTo>
                <a:cubicBezTo>
                  <a:pt x="310812" y="63798"/>
                  <a:pt x="303269" y="66678"/>
                  <a:pt x="298819" y="72437"/>
                </a:cubicBezTo>
                <a:cubicBezTo>
                  <a:pt x="296330" y="75621"/>
                  <a:pt x="294708" y="80358"/>
                  <a:pt x="293954" y="86648"/>
                </a:cubicBezTo>
                <a:lnTo>
                  <a:pt x="274945" y="86648"/>
                </a:lnTo>
                <a:cubicBezTo>
                  <a:pt x="275322" y="71674"/>
                  <a:pt x="280169" y="61256"/>
                  <a:pt x="289485" y="55396"/>
                </a:cubicBezTo>
                <a:cubicBezTo>
                  <a:pt x="298800" y="49535"/>
                  <a:pt x="309606" y="46604"/>
                  <a:pt x="321901" y="46604"/>
                </a:cubicBezTo>
                <a:cubicBezTo>
                  <a:pt x="336157" y="46604"/>
                  <a:pt x="347736" y="49319"/>
                  <a:pt x="356636" y="54749"/>
                </a:cubicBezTo>
                <a:cubicBezTo>
                  <a:pt x="365462" y="60178"/>
                  <a:pt x="369874" y="68631"/>
                  <a:pt x="369874" y="80108"/>
                </a:cubicBezTo>
                <a:lnTo>
                  <a:pt x="369874" y="149990"/>
                </a:lnTo>
                <a:cubicBezTo>
                  <a:pt x="369874" y="152104"/>
                  <a:pt x="370308" y="153802"/>
                  <a:pt x="371176" y="155084"/>
                </a:cubicBezTo>
                <a:cubicBezTo>
                  <a:pt x="372043" y="156366"/>
                  <a:pt x="373872" y="157007"/>
                  <a:pt x="376663" y="157007"/>
                </a:cubicBezTo>
                <a:cubicBezTo>
                  <a:pt x="377568" y="157007"/>
                  <a:pt x="378587" y="156950"/>
                  <a:pt x="379718" y="156837"/>
                </a:cubicBezTo>
                <a:cubicBezTo>
                  <a:pt x="380850" y="156724"/>
                  <a:pt x="382056" y="156554"/>
                  <a:pt x="383339" y="156328"/>
                </a:cubicBezTo>
                <a:lnTo>
                  <a:pt x="383339" y="171486"/>
                </a:lnTo>
                <a:cubicBezTo>
                  <a:pt x="380171" y="172390"/>
                  <a:pt x="377757" y="172956"/>
                  <a:pt x="376097" y="173182"/>
                </a:cubicBezTo>
                <a:cubicBezTo>
                  <a:pt x="374438" y="173409"/>
                  <a:pt x="372175" y="173522"/>
                  <a:pt x="369309" y="173522"/>
                </a:cubicBezTo>
                <a:cubicBezTo>
                  <a:pt x="362294" y="173522"/>
                  <a:pt x="357202" y="171018"/>
                  <a:pt x="354034" y="166010"/>
                </a:cubicBezTo>
                <a:cubicBezTo>
                  <a:pt x="352375" y="163354"/>
                  <a:pt x="351205" y="159599"/>
                  <a:pt x="350527" y="154744"/>
                </a:cubicBezTo>
                <a:cubicBezTo>
                  <a:pt x="346378" y="160235"/>
                  <a:pt x="340419" y="165001"/>
                  <a:pt x="332650" y="169043"/>
                </a:cubicBezTo>
                <a:cubicBezTo>
                  <a:pt x="324880" y="173084"/>
                  <a:pt x="316319" y="175105"/>
                  <a:pt x="306966" y="175105"/>
                </a:cubicBezTo>
                <a:cubicBezTo>
                  <a:pt x="295726" y="175105"/>
                  <a:pt x="286543" y="171682"/>
                  <a:pt x="279415" y="164836"/>
                </a:cubicBezTo>
                <a:cubicBezTo>
                  <a:pt x="272286" y="157990"/>
                  <a:pt x="268722" y="149424"/>
                  <a:pt x="268722" y="139138"/>
                </a:cubicBezTo>
                <a:cubicBezTo>
                  <a:pt x="268722" y="127866"/>
                  <a:pt x="272230" y="119129"/>
                  <a:pt x="279245" y="112926"/>
                </a:cubicBezTo>
                <a:cubicBezTo>
                  <a:pt x="286260" y="106724"/>
                  <a:pt x="295462" y="102904"/>
                  <a:pt x="306852" y="101466"/>
                </a:cubicBezTo>
                <a:lnTo>
                  <a:pt x="339325" y="97394"/>
                </a:lnTo>
                <a:moveTo>
                  <a:pt x="322466" y="46604"/>
                </a:moveTo>
                <a:lnTo>
                  <a:pt x="322466" y="46604"/>
                </a:lnTo>
                <a:close/>
                <a:moveTo>
                  <a:pt x="403829" y="4525"/>
                </a:moveTo>
                <a:lnTo>
                  <a:pt x="424196" y="4525"/>
                </a:lnTo>
                <a:lnTo>
                  <a:pt x="424196" y="170807"/>
                </a:lnTo>
                <a:lnTo>
                  <a:pt x="403829" y="170807"/>
                </a:lnTo>
                <a:lnTo>
                  <a:pt x="403829" y="4525"/>
                </a:lnTo>
                <a:close/>
                <a:moveTo>
                  <a:pt x="505215" y="46830"/>
                </a:moveTo>
                <a:cubicBezTo>
                  <a:pt x="513814" y="46830"/>
                  <a:pt x="522149" y="48848"/>
                  <a:pt x="530220" y="52882"/>
                </a:cubicBezTo>
                <a:cubicBezTo>
                  <a:pt x="538292" y="56917"/>
                  <a:pt x="544439" y="62138"/>
                  <a:pt x="548663" y="68545"/>
                </a:cubicBezTo>
                <a:cubicBezTo>
                  <a:pt x="552736" y="74654"/>
                  <a:pt x="555452" y="81779"/>
                  <a:pt x="556810" y="89921"/>
                </a:cubicBezTo>
                <a:cubicBezTo>
                  <a:pt x="558017" y="95501"/>
                  <a:pt x="558620" y="104440"/>
                  <a:pt x="558620" y="116737"/>
                </a:cubicBezTo>
                <a:lnTo>
                  <a:pt x="469801" y="116737"/>
                </a:lnTo>
                <a:cubicBezTo>
                  <a:pt x="470178" y="129029"/>
                  <a:pt x="473082" y="138889"/>
                  <a:pt x="478513" y="146317"/>
                </a:cubicBezTo>
                <a:cubicBezTo>
                  <a:pt x="483944" y="153745"/>
                  <a:pt x="492354" y="157459"/>
                  <a:pt x="503744" y="157459"/>
                </a:cubicBezTo>
                <a:cubicBezTo>
                  <a:pt x="514380" y="157459"/>
                  <a:pt x="522866" y="153984"/>
                  <a:pt x="529202" y="147035"/>
                </a:cubicBezTo>
                <a:cubicBezTo>
                  <a:pt x="532823" y="143000"/>
                  <a:pt x="535387" y="138330"/>
                  <a:pt x="536896" y="133026"/>
                </a:cubicBezTo>
                <a:lnTo>
                  <a:pt x="556923" y="133026"/>
                </a:lnTo>
                <a:cubicBezTo>
                  <a:pt x="556395" y="137451"/>
                  <a:pt x="554641" y="142384"/>
                  <a:pt x="551662" y="147823"/>
                </a:cubicBezTo>
                <a:cubicBezTo>
                  <a:pt x="548682" y="153260"/>
                  <a:pt x="545344" y="157703"/>
                  <a:pt x="541648" y="161153"/>
                </a:cubicBezTo>
                <a:cubicBezTo>
                  <a:pt x="535463" y="167155"/>
                  <a:pt x="527807" y="171206"/>
                  <a:pt x="518680" y="173306"/>
                </a:cubicBezTo>
                <a:cubicBezTo>
                  <a:pt x="513777" y="174506"/>
                  <a:pt x="508233" y="175105"/>
                  <a:pt x="502047" y="175105"/>
                </a:cubicBezTo>
                <a:cubicBezTo>
                  <a:pt x="486961" y="175105"/>
                  <a:pt x="474176" y="169614"/>
                  <a:pt x="463691" y="158633"/>
                </a:cubicBezTo>
                <a:cubicBezTo>
                  <a:pt x="453206" y="147651"/>
                  <a:pt x="447964" y="132272"/>
                  <a:pt x="447964" y="112495"/>
                </a:cubicBezTo>
                <a:cubicBezTo>
                  <a:pt x="447964" y="93022"/>
                  <a:pt x="453244" y="77211"/>
                  <a:pt x="463804" y="65060"/>
                </a:cubicBezTo>
                <a:cubicBezTo>
                  <a:pt x="474364" y="52907"/>
                  <a:pt x="488168" y="46830"/>
                  <a:pt x="505215" y="46830"/>
                </a:cubicBezTo>
                <a:moveTo>
                  <a:pt x="537688" y="100448"/>
                </a:moveTo>
                <a:cubicBezTo>
                  <a:pt x="536858" y="91597"/>
                  <a:pt x="534935" y="84523"/>
                  <a:pt x="531918" y="79228"/>
                </a:cubicBezTo>
                <a:cubicBezTo>
                  <a:pt x="526336" y="69394"/>
                  <a:pt x="517020" y="64477"/>
                  <a:pt x="503971" y="64477"/>
                </a:cubicBezTo>
                <a:cubicBezTo>
                  <a:pt x="494617" y="64477"/>
                  <a:pt x="486773" y="67862"/>
                  <a:pt x="480436" y="74633"/>
                </a:cubicBezTo>
                <a:cubicBezTo>
                  <a:pt x="474100" y="81403"/>
                  <a:pt x="470744" y="90008"/>
                  <a:pt x="470366" y="100448"/>
                </a:cubicBezTo>
                <a:lnTo>
                  <a:pt x="537688" y="100448"/>
                </a:lnTo>
                <a:moveTo>
                  <a:pt x="503292" y="46604"/>
                </a:moveTo>
                <a:lnTo>
                  <a:pt x="503292" y="46604"/>
                </a:lnTo>
                <a:close/>
                <a:moveTo>
                  <a:pt x="596535" y="111647"/>
                </a:moveTo>
                <a:cubicBezTo>
                  <a:pt x="596535" y="124650"/>
                  <a:pt x="599288" y="135537"/>
                  <a:pt x="604795" y="144306"/>
                </a:cubicBezTo>
                <a:cubicBezTo>
                  <a:pt x="610301" y="153075"/>
                  <a:pt x="619126" y="157459"/>
                  <a:pt x="631271" y="157459"/>
                </a:cubicBezTo>
                <a:cubicBezTo>
                  <a:pt x="640699" y="157459"/>
                  <a:pt x="648450" y="153396"/>
                  <a:pt x="654522" y="145271"/>
                </a:cubicBezTo>
                <a:cubicBezTo>
                  <a:pt x="660594" y="137143"/>
                  <a:pt x="663630" y="125481"/>
                  <a:pt x="663630" y="110286"/>
                </a:cubicBezTo>
                <a:cubicBezTo>
                  <a:pt x="663630" y="94939"/>
                  <a:pt x="660500" y="83582"/>
                  <a:pt x="654239" y="76213"/>
                </a:cubicBezTo>
                <a:cubicBezTo>
                  <a:pt x="647978" y="68841"/>
                  <a:pt x="640247" y="65155"/>
                  <a:pt x="631044" y="65155"/>
                </a:cubicBezTo>
                <a:cubicBezTo>
                  <a:pt x="620786" y="65155"/>
                  <a:pt x="612470" y="69086"/>
                  <a:pt x="606096" y="76948"/>
                </a:cubicBezTo>
                <a:cubicBezTo>
                  <a:pt x="599722" y="84810"/>
                  <a:pt x="596535" y="96376"/>
                  <a:pt x="596535" y="111647"/>
                </a:cubicBezTo>
                <a:moveTo>
                  <a:pt x="627197" y="47509"/>
                </a:moveTo>
                <a:cubicBezTo>
                  <a:pt x="636475" y="47509"/>
                  <a:pt x="644245" y="49457"/>
                  <a:pt x="650505" y="53352"/>
                </a:cubicBezTo>
                <a:cubicBezTo>
                  <a:pt x="654126" y="55601"/>
                  <a:pt x="658237" y="59535"/>
                  <a:pt x="662838" y="65155"/>
                </a:cubicBezTo>
                <a:lnTo>
                  <a:pt x="662838" y="4298"/>
                </a:lnTo>
                <a:lnTo>
                  <a:pt x="682412" y="4298"/>
                </a:lnTo>
                <a:lnTo>
                  <a:pt x="682412" y="170807"/>
                </a:lnTo>
                <a:lnTo>
                  <a:pt x="664083" y="170807"/>
                </a:lnTo>
                <a:lnTo>
                  <a:pt x="664083" y="154058"/>
                </a:lnTo>
                <a:cubicBezTo>
                  <a:pt x="659331" y="161486"/>
                  <a:pt x="653711" y="166851"/>
                  <a:pt x="647224" y="170153"/>
                </a:cubicBezTo>
                <a:cubicBezTo>
                  <a:pt x="640737" y="173454"/>
                  <a:pt x="633307" y="175105"/>
                  <a:pt x="624935" y="175105"/>
                </a:cubicBezTo>
                <a:cubicBezTo>
                  <a:pt x="611432" y="175105"/>
                  <a:pt x="599741" y="169431"/>
                  <a:pt x="589859" y="158081"/>
                </a:cubicBezTo>
                <a:cubicBezTo>
                  <a:pt x="579978" y="146732"/>
                  <a:pt x="575037" y="131631"/>
                  <a:pt x="575037" y="112778"/>
                </a:cubicBezTo>
                <a:cubicBezTo>
                  <a:pt x="575037" y="95131"/>
                  <a:pt x="579544" y="79842"/>
                  <a:pt x="588558" y="66909"/>
                </a:cubicBezTo>
                <a:cubicBezTo>
                  <a:pt x="597572" y="53976"/>
                  <a:pt x="610452" y="47509"/>
                  <a:pt x="627197" y="47509"/>
                </a:cubicBezTo>
                <a:close/>
                <a:moveTo>
                  <a:pt x="843422" y="151577"/>
                </a:moveTo>
                <a:cubicBezTo>
                  <a:pt x="851041" y="151577"/>
                  <a:pt x="857301" y="150785"/>
                  <a:pt x="862204" y="149201"/>
                </a:cubicBezTo>
                <a:cubicBezTo>
                  <a:pt x="870954" y="146260"/>
                  <a:pt x="878120" y="140605"/>
                  <a:pt x="883702" y="132234"/>
                </a:cubicBezTo>
                <a:cubicBezTo>
                  <a:pt x="888152" y="125522"/>
                  <a:pt x="891358" y="116925"/>
                  <a:pt x="893319" y="106443"/>
                </a:cubicBezTo>
                <a:cubicBezTo>
                  <a:pt x="894451" y="100184"/>
                  <a:pt x="895017" y="94377"/>
                  <a:pt x="895017" y="89023"/>
                </a:cubicBezTo>
                <a:cubicBezTo>
                  <a:pt x="895017" y="68436"/>
                  <a:pt x="890925" y="52449"/>
                  <a:pt x="882740" y="41062"/>
                </a:cubicBezTo>
                <a:cubicBezTo>
                  <a:pt x="874556" y="29674"/>
                  <a:pt x="861375" y="23981"/>
                  <a:pt x="843196" y="23981"/>
                </a:cubicBezTo>
                <a:lnTo>
                  <a:pt x="803256" y="23981"/>
                </a:lnTo>
                <a:lnTo>
                  <a:pt x="803256" y="151577"/>
                </a:lnTo>
                <a:lnTo>
                  <a:pt x="843422" y="151577"/>
                </a:lnTo>
                <a:moveTo>
                  <a:pt x="780626" y="4525"/>
                </a:moveTo>
                <a:lnTo>
                  <a:pt x="847948" y="4525"/>
                </a:lnTo>
                <a:cubicBezTo>
                  <a:pt x="870803" y="4525"/>
                  <a:pt x="888530" y="12637"/>
                  <a:pt x="901126" y="28863"/>
                </a:cubicBezTo>
                <a:cubicBezTo>
                  <a:pt x="912366" y="43502"/>
                  <a:pt x="917985" y="62254"/>
                  <a:pt x="917985" y="85121"/>
                </a:cubicBezTo>
                <a:cubicBezTo>
                  <a:pt x="917985" y="102779"/>
                  <a:pt x="914666" y="118739"/>
                  <a:pt x="908028" y="133001"/>
                </a:cubicBezTo>
                <a:cubicBezTo>
                  <a:pt x="896337" y="158205"/>
                  <a:pt x="876234" y="170807"/>
                  <a:pt x="847722" y="170807"/>
                </a:cubicBezTo>
                <a:lnTo>
                  <a:pt x="780626" y="170807"/>
                </a:lnTo>
                <a:lnTo>
                  <a:pt x="780626" y="4525"/>
                </a:lnTo>
                <a:close/>
                <a:moveTo>
                  <a:pt x="992330" y="157459"/>
                </a:moveTo>
                <a:cubicBezTo>
                  <a:pt x="1005832" y="157459"/>
                  <a:pt x="1015091" y="152344"/>
                  <a:pt x="1020107" y="142114"/>
                </a:cubicBezTo>
                <a:cubicBezTo>
                  <a:pt x="1025123" y="131884"/>
                  <a:pt x="1027631" y="120502"/>
                  <a:pt x="1027631" y="107967"/>
                </a:cubicBezTo>
                <a:cubicBezTo>
                  <a:pt x="1027631" y="96641"/>
                  <a:pt x="1025821" y="87430"/>
                  <a:pt x="1022200" y="80334"/>
                </a:cubicBezTo>
                <a:cubicBezTo>
                  <a:pt x="1016468" y="69159"/>
                  <a:pt x="1006586" y="63572"/>
                  <a:pt x="992556" y="63572"/>
                </a:cubicBezTo>
                <a:cubicBezTo>
                  <a:pt x="980110" y="63572"/>
                  <a:pt x="971059" y="68329"/>
                  <a:pt x="965401" y="77842"/>
                </a:cubicBezTo>
                <a:cubicBezTo>
                  <a:pt x="959744" y="87356"/>
                  <a:pt x="956915" y="98833"/>
                  <a:pt x="956915" y="112272"/>
                </a:cubicBezTo>
                <a:cubicBezTo>
                  <a:pt x="956915" y="125182"/>
                  <a:pt x="959744" y="135941"/>
                  <a:pt x="965401" y="144550"/>
                </a:cubicBezTo>
                <a:cubicBezTo>
                  <a:pt x="971059" y="153156"/>
                  <a:pt x="980035" y="157459"/>
                  <a:pt x="992330" y="157459"/>
                </a:cubicBezTo>
                <a:moveTo>
                  <a:pt x="993122" y="45926"/>
                </a:moveTo>
                <a:cubicBezTo>
                  <a:pt x="1008736" y="45926"/>
                  <a:pt x="1021936" y="51134"/>
                  <a:pt x="1032723" y="61550"/>
                </a:cubicBezTo>
                <a:cubicBezTo>
                  <a:pt x="1043510" y="71966"/>
                  <a:pt x="1048903" y="87288"/>
                  <a:pt x="1048903" y="107514"/>
                </a:cubicBezTo>
                <a:cubicBezTo>
                  <a:pt x="1048903" y="127065"/>
                  <a:pt x="1044151" y="143218"/>
                  <a:pt x="1034646" y="155974"/>
                </a:cubicBezTo>
                <a:cubicBezTo>
                  <a:pt x="1025142" y="168728"/>
                  <a:pt x="1010396" y="175105"/>
                  <a:pt x="990407" y="175105"/>
                </a:cubicBezTo>
                <a:cubicBezTo>
                  <a:pt x="973736" y="175105"/>
                  <a:pt x="960498" y="169464"/>
                  <a:pt x="950692" y="158180"/>
                </a:cubicBezTo>
                <a:cubicBezTo>
                  <a:pt x="940887" y="146897"/>
                  <a:pt x="935984" y="131745"/>
                  <a:pt x="935984" y="112725"/>
                </a:cubicBezTo>
                <a:cubicBezTo>
                  <a:pt x="935984" y="92345"/>
                  <a:pt x="941151" y="76117"/>
                  <a:pt x="951484" y="64042"/>
                </a:cubicBezTo>
                <a:cubicBezTo>
                  <a:pt x="961818" y="51964"/>
                  <a:pt x="975698" y="45926"/>
                  <a:pt x="993122" y="45926"/>
                </a:cubicBezTo>
                <a:moveTo>
                  <a:pt x="992443" y="46604"/>
                </a:moveTo>
                <a:lnTo>
                  <a:pt x="992443" y="46604"/>
                </a:lnTo>
                <a:close/>
                <a:moveTo>
                  <a:pt x="1077200" y="15836"/>
                </a:moveTo>
                <a:lnTo>
                  <a:pt x="1097793" y="15836"/>
                </a:lnTo>
                <a:lnTo>
                  <a:pt x="1097793" y="49545"/>
                </a:lnTo>
                <a:lnTo>
                  <a:pt x="1117141" y="49545"/>
                </a:lnTo>
                <a:lnTo>
                  <a:pt x="1117141" y="66287"/>
                </a:lnTo>
                <a:lnTo>
                  <a:pt x="1097793" y="66287"/>
                </a:lnTo>
                <a:lnTo>
                  <a:pt x="1097793" y="145256"/>
                </a:lnTo>
                <a:cubicBezTo>
                  <a:pt x="1097793" y="149472"/>
                  <a:pt x="1099226" y="152296"/>
                  <a:pt x="1102092" y="153726"/>
                </a:cubicBezTo>
                <a:cubicBezTo>
                  <a:pt x="1103676" y="154556"/>
                  <a:pt x="1106317" y="154970"/>
                  <a:pt x="1110013" y="154970"/>
                </a:cubicBezTo>
                <a:cubicBezTo>
                  <a:pt x="1110993" y="154970"/>
                  <a:pt x="1112049" y="154946"/>
                  <a:pt x="1113181" y="154896"/>
                </a:cubicBezTo>
                <a:cubicBezTo>
                  <a:pt x="1114312" y="154844"/>
                  <a:pt x="1115632" y="154718"/>
                  <a:pt x="1117141" y="154518"/>
                </a:cubicBezTo>
                <a:lnTo>
                  <a:pt x="1117141" y="170807"/>
                </a:lnTo>
                <a:cubicBezTo>
                  <a:pt x="1114802" y="171526"/>
                  <a:pt x="1112370" y="172044"/>
                  <a:pt x="1109843" y="172362"/>
                </a:cubicBezTo>
                <a:cubicBezTo>
                  <a:pt x="1107316" y="172683"/>
                  <a:pt x="1104582" y="172843"/>
                  <a:pt x="1101640" y="172843"/>
                </a:cubicBezTo>
                <a:cubicBezTo>
                  <a:pt x="1092136" y="172843"/>
                  <a:pt x="1085686" y="170409"/>
                  <a:pt x="1082292" y="165540"/>
                </a:cubicBezTo>
                <a:cubicBezTo>
                  <a:pt x="1078898" y="160671"/>
                  <a:pt x="1077200" y="154348"/>
                  <a:pt x="1077200" y="146571"/>
                </a:cubicBezTo>
                <a:lnTo>
                  <a:pt x="1077200" y="66287"/>
                </a:lnTo>
                <a:lnTo>
                  <a:pt x="1060794" y="66287"/>
                </a:lnTo>
                <a:lnTo>
                  <a:pt x="1060794" y="49545"/>
                </a:lnTo>
                <a:lnTo>
                  <a:pt x="1077200" y="49545"/>
                </a:lnTo>
                <a:lnTo>
                  <a:pt x="1077200" y="15836"/>
                </a:lnTo>
                <a:close/>
                <a:moveTo>
                  <a:pt x="1206737" y="4525"/>
                </a:moveTo>
                <a:lnTo>
                  <a:pt x="1281526" y="4525"/>
                </a:lnTo>
                <a:cubicBezTo>
                  <a:pt x="1296310" y="4525"/>
                  <a:pt x="1308228" y="8691"/>
                  <a:pt x="1317280" y="17024"/>
                </a:cubicBezTo>
                <a:cubicBezTo>
                  <a:pt x="1326332" y="25357"/>
                  <a:pt x="1330858" y="37065"/>
                  <a:pt x="1330858" y="52147"/>
                </a:cubicBezTo>
                <a:cubicBezTo>
                  <a:pt x="1330858" y="65118"/>
                  <a:pt x="1326822" y="76411"/>
                  <a:pt x="1318751" y="86026"/>
                </a:cubicBezTo>
                <a:cubicBezTo>
                  <a:pt x="1310680" y="95641"/>
                  <a:pt x="1298272" y="100448"/>
                  <a:pt x="1281526" y="100448"/>
                </a:cubicBezTo>
                <a:lnTo>
                  <a:pt x="1229253" y="100448"/>
                </a:lnTo>
                <a:lnTo>
                  <a:pt x="1229253" y="170807"/>
                </a:lnTo>
                <a:lnTo>
                  <a:pt x="1206737" y="170807"/>
                </a:lnTo>
                <a:lnTo>
                  <a:pt x="1206737" y="4525"/>
                </a:lnTo>
                <a:moveTo>
                  <a:pt x="1308115" y="52317"/>
                </a:moveTo>
                <a:cubicBezTo>
                  <a:pt x="1308115" y="40124"/>
                  <a:pt x="1303589" y="31845"/>
                  <a:pt x="1294538" y="27480"/>
                </a:cubicBezTo>
                <a:cubicBezTo>
                  <a:pt x="1289559" y="25147"/>
                  <a:pt x="1282733" y="23981"/>
                  <a:pt x="1274058" y="23981"/>
                </a:cubicBezTo>
                <a:lnTo>
                  <a:pt x="1229253" y="23981"/>
                </a:lnTo>
                <a:lnTo>
                  <a:pt x="1229253" y="81444"/>
                </a:lnTo>
                <a:lnTo>
                  <a:pt x="1274058" y="81444"/>
                </a:lnTo>
                <a:cubicBezTo>
                  <a:pt x="1284166" y="81444"/>
                  <a:pt x="1292369" y="79300"/>
                  <a:pt x="1298668" y="75011"/>
                </a:cubicBezTo>
                <a:cubicBezTo>
                  <a:pt x="1304966" y="70719"/>
                  <a:pt x="1308115" y="63155"/>
                  <a:pt x="1308115" y="52317"/>
                </a:cubicBezTo>
                <a:close/>
                <a:moveTo>
                  <a:pt x="1356996" y="49545"/>
                </a:moveTo>
                <a:lnTo>
                  <a:pt x="1376344" y="49545"/>
                </a:lnTo>
                <a:lnTo>
                  <a:pt x="1376344" y="70585"/>
                </a:lnTo>
                <a:cubicBezTo>
                  <a:pt x="1377928" y="66494"/>
                  <a:pt x="1381813" y="61512"/>
                  <a:pt x="1387998" y="55639"/>
                </a:cubicBezTo>
                <a:cubicBezTo>
                  <a:pt x="1394183" y="49767"/>
                  <a:pt x="1401311" y="46830"/>
                  <a:pt x="1409382" y="46830"/>
                </a:cubicBezTo>
                <a:cubicBezTo>
                  <a:pt x="1409760" y="46830"/>
                  <a:pt x="1410401" y="46876"/>
                  <a:pt x="1411306" y="46968"/>
                </a:cubicBezTo>
                <a:cubicBezTo>
                  <a:pt x="1412211" y="47058"/>
                  <a:pt x="1413757" y="47238"/>
                  <a:pt x="1415945" y="47509"/>
                </a:cubicBezTo>
                <a:lnTo>
                  <a:pt x="1415945" y="69001"/>
                </a:lnTo>
                <a:cubicBezTo>
                  <a:pt x="1414738" y="68730"/>
                  <a:pt x="1413625" y="68550"/>
                  <a:pt x="1412607" y="68461"/>
                </a:cubicBezTo>
                <a:cubicBezTo>
                  <a:pt x="1411589" y="68369"/>
                  <a:pt x="1410476" y="68323"/>
                  <a:pt x="1409269" y="68323"/>
                </a:cubicBezTo>
                <a:cubicBezTo>
                  <a:pt x="1399011" y="68323"/>
                  <a:pt x="1391128" y="71641"/>
                  <a:pt x="1385622" y="78277"/>
                </a:cubicBezTo>
                <a:cubicBezTo>
                  <a:pt x="1380115" y="84913"/>
                  <a:pt x="1377362" y="92530"/>
                  <a:pt x="1377362" y="101127"/>
                </a:cubicBezTo>
                <a:lnTo>
                  <a:pt x="1377362" y="170807"/>
                </a:lnTo>
                <a:lnTo>
                  <a:pt x="1356996" y="170807"/>
                </a:lnTo>
                <a:lnTo>
                  <a:pt x="1356996" y="49545"/>
                </a:lnTo>
                <a:close/>
                <a:moveTo>
                  <a:pt x="1481680" y="157459"/>
                </a:moveTo>
                <a:cubicBezTo>
                  <a:pt x="1495182" y="157459"/>
                  <a:pt x="1504442" y="152344"/>
                  <a:pt x="1509458" y="142114"/>
                </a:cubicBezTo>
                <a:cubicBezTo>
                  <a:pt x="1514474" y="131884"/>
                  <a:pt x="1516982" y="120502"/>
                  <a:pt x="1516982" y="107967"/>
                </a:cubicBezTo>
                <a:cubicBezTo>
                  <a:pt x="1516982" y="96641"/>
                  <a:pt x="1515172" y="87430"/>
                  <a:pt x="1511551" y="80334"/>
                </a:cubicBezTo>
                <a:cubicBezTo>
                  <a:pt x="1505818" y="69159"/>
                  <a:pt x="1495937" y="63572"/>
                  <a:pt x="1481907" y="63572"/>
                </a:cubicBezTo>
                <a:cubicBezTo>
                  <a:pt x="1469461" y="63572"/>
                  <a:pt x="1460409" y="68329"/>
                  <a:pt x="1454752" y="77842"/>
                </a:cubicBezTo>
                <a:cubicBezTo>
                  <a:pt x="1449094" y="87356"/>
                  <a:pt x="1446266" y="98833"/>
                  <a:pt x="1446266" y="112272"/>
                </a:cubicBezTo>
                <a:cubicBezTo>
                  <a:pt x="1446266" y="125182"/>
                  <a:pt x="1449094" y="135941"/>
                  <a:pt x="1454752" y="144550"/>
                </a:cubicBezTo>
                <a:cubicBezTo>
                  <a:pt x="1460409" y="153156"/>
                  <a:pt x="1469385" y="157459"/>
                  <a:pt x="1481680" y="157459"/>
                </a:cubicBezTo>
                <a:moveTo>
                  <a:pt x="1482472" y="45926"/>
                </a:moveTo>
                <a:cubicBezTo>
                  <a:pt x="1498087" y="45926"/>
                  <a:pt x="1511287" y="51134"/>
                  <a:pt x="1522073" y="61550"/>
                </a:cubicBezTo>
                <a:cubicBezTo>
                  <a:pt x="1532860" y="71966"/>
                  <a:pt x="1538253" y="87288"/>
                  <a:pt x="1538253" y="107514"/>
                </a:cubicBezTo>
                <a:cubicBezTo>
                  <a:pt x="1538253" y="127065"/>
                  <a:pt x="1533501" y="143218"/>
                  <a:pt x="1523997" y="155974"/>
                </a:cubicBezTo>
                <a:cubicBezTo>
                  <a:pt x="1514493" y="168728"/>
                  <a:pt x="1499746" y="175105"/>
                  <a:pt x="1479757" y="175105"/>
                </a:cubicBezTo>
                <a:cubicBezTo>
                  <a:pt x="1463087" y="175105"/>
                  <a:pt x="1449849" y="169464"/>
                  <a:pt x="1440043" y="158180"/>
                </a:cubicBezTo>
                <a:cubicBezTo>
                  <a:pt x="1430237" y="146897"/>
                  <a:pt x="1425334" y="131745"/>
                  <a:pt x="1425334" y="112725"/>
                </a:cubicBezTo>
                <a:cubicBezTo>
                  <a:pt x="1425334" y="92345"/>
                  <a:pt x="1430501" y="76117"/>
                  <a:pt x="1440835" y="64042"/>
                </a:cubicBezTo>
                <a:cubicBezTo>
                  <a:pt x="1451169" y="51964"/>
                  <a:pt x="1465048" y="45926"/>
                  <a:pt x="1482472" y="45926"/>
                </a:cubicBezTo>
                <a:moveTo>
                  <a:pt x="1481794" y="46604"/>
                </a:moveTo>
                <a:lnTo>
                  <a:pt x="1481794" y="46604"/>
                </a:lnTo>
                <a:close/>
                <a:moveTo>
                  <a:pt x="1575376" y="111647"/>
                </a:moveTo>
                <a:cubicBezTo>
                  <a:pt x="1575376" y="124650"/>
                  <a:pt x="1578129" y="135537"/>
                  <a:pt x="1583636" y="144306"/>
                </a:cubicBezTo>
                <a:cubicBezTo>
                  <a:pt x="1589142" y="153075"/>
                  <a:pt x="1597967" y="157459"/>
                  <a:pt x="1610112" y="157459"/>
                </a:cubicBezTo>
                <a:cubicBezTo>
                  <a:pt x="1619541" y="157459"/>
                  <a:pt x="1627291" y="153396"/>
                  <a:pt x="1633363" y="145271"/>
                </a:cubicBezTo>
                <a:cubicBezTo>
                  <a:pt x="1639435" y="137143"/>
                  <a:pt x="1642471" y="125481"/>
                  <a:pt x="1642471" y="110286"/>
                </a:cubicBezTo>
                <a:cubicBezTo>
                  <a:pt x="1642471" y="94939"/>
                  <a:pt x="1639341" y="83582"/>
                  <a:pt x="1633080" y="76213"/>
                </a:cubicBezTo>
                <a:cubicBezTo>
                  <a:pt x="1626820" y="68841"/>
                  <a:pt x="1619088" y="65155"/>
                  <a:pt x="1609885" y="65155"/>
                </a:cubicBezTo>
                <a:cubicBezTo>
                  <a:pt x="1599627" y="65155"/>
                  <a:pt x="1591311" y="69086"/>
                  <a:pt x="1584937" y="76948"/>
                </a:cubicBezTo>
                <a:cubicBezTo>
                  <a:pt x="1578563" y="84810"/>
                  <a:pt x="1575376" y="96376"/>
                  <a:pt x="1575376" y="111647"/>
                </a:cubicBezTo>
                <a:moveTo>
                  <a:pt x="1606039" y="47509"/>
                </a:moveTo>
                <a:cubicBezTo>
                  <a:pt x="1615316" y="47509"/>
                  <a:pt x="1623086" y="49457"/>
                  <a:pt x="1629347" y="53352"/>
                </a:cubicBezTo>
                <a:cubicBezTo>
                  <a:pt x="1632967" y="55601"/>
                  <a:pt x="1637078" y="59535"/>
                  <a:pt x="1641679" y="65155"/>
                </a:cubicBezTo>
                <a:lnTo>
                  <a:pt x="1641679" y="4298"/>
                </a:lnTo>
                <a:lnTo>
                  <a:pt x="1661254" y="4298"/>
                </a:lnTo>
                <a:lnTo>
                  <a:pt x="1661254" y="170807"/>
                </a:lnTo>
                <a:lnTo>
                  <a:pt x="1642924" y="170807"/>
                </a:lnTo>
                <a:lnTo>
                  <a:pt x="1642924" y="154058"/>
                </a:lnTo>
                <a:cubicBezTo>
                  <a:pt x="1638172" y="161486"/>
                  <a:pt x="1632552" y="166851"/>
                  <a:pt x="1626065" y="170153"/>
                </a:cubicBezTo>
                <a:cubicBezTo>
                  <a:pt x="1619578" y="173454"/>
                  <a:pt x="1612148" y="175105"/>
                  <a:pt x="1603776" y="175105"/>
                </a:cubicBezTo>
                <a:cubicBezTo>
                  <a:pt x="1590274" y="175105"/>
                  <a:pt x="1578582" y="169431"/>
                  <a:pt x="1568700" y="158081"/>
                </a:cubicBezTo>
                <a:cubicBezTo>
                  <a:pt x="1558819" y="146732"/>
                  <a:pt x="1553878" y="131631"/>
                  <a:pt x="1553878" y="112778"/>
                </a:cubicBezTo>
                <a:cubicBezTo>
                  <a:pt x="1553878" y="95131"/>
                  <a:pt x="1558385" y="79842"/>
                  <a:pt x="1567399" y="66909"/>
                </a:cubicBezTo>
                <a:cubicBezTo>
                  <a:pt x="1576413" y="53976"/>
                  <a:pt x="1589293" y="47509"/>
                  <a:pt x="1606039" y="47509"/>
                </a:cubicBezTo>
                <a:close/>
                <a:moveTo>
                  <a:pt x="1711728" y="49545"/>
                </a:moveTo>
                <a:lnTo>
                  <a:pt x="1711728" y="130056"/>
                </a:lnTo>
                <a:cubicBezTo>
                  <a:pt x="1711728" y="136247"/>
                  <a:pt x="1712708" y="141306"/>
                  <a:pt x="1714670" y="145232"/>
                </a:cubicBezTo>
                <a:cubicBezTo>
                  <a:pt x="1718290" y="152478"/>
                  <a:pt x="1725041" y="156102"/>
                  <a:pt x="1734923" y="156102"/>
                </a:cubicBezTo>
                <a:cubicBezTo>
                  <a:pt x="1749103" y="156102"/>
                  <a:pt x="1758759" y="149760"/>
                  <a:pt x="1763888" y="137077"/>
                </a:cubicBezTo>
                <a:cubicBezTo>
                  <a:pt x="1766679" y="130283"/>
                  <a:pt x="1768074" y="120960"/>
                  <a:pt x="1768074" y="109109"/>
                </a:cubicBezTo>
                <a:lnTo>
                  <a:pt x="1768074" y="49545"/>
                </a:lnTo>
                <a:lnTo>
                  <a:pt x="1788440" y="49545"/>
                </a:lnTo>
                <a:lnTo>
                  <a:pt x="1788440" y="170807"/>
                </a:lnTo>
                <a:lnTo>
                  <a:pt x="1769206" y="170807"/>
                </a:lnTo>
                <a:lnTo>
                  <a:pt x="1769432" y="152931"/>
                </a:lnTo>
                <a:cubicBezTo>
                  <a:pt x="1766792" y="157557"/>
                  <a:pt x="1763511" y="161462"/>
                  <a:pt x="1759588" y="164645"/>
                </a:cubicBezTo>
                <a:cubicBezTo>
                  <a:pt x="1751819" y="171015"/>
                  <a:pt x="1742390" y="174200"/>
                  <a:pt x="1731302" y="174200"/>
                </a:cubicBezTo>
                <a:cubicBezTo>
                  <a:pt x="1714028" y="174200"/>
                  <a:pt x="1702261" y="168421"/>
                  <a:pt x="1696001" y="156862"/>
                </a:cubicBezTo>
                <a:cubicBezTo>
                  <a:pt x="1692606" y="150666"/>
                  <a:pt x="1690909" y="142393"/>
                  <a:pt x="1690909" y="132043"/>
                </a:cubicBezTo>
                <a:lnTo>
                  <a:pt x="1690909" y="49545"/>
                </a:lnTo>
                <a:lnTo>
                  <a:pt x="1711728" y="49545"/>
                </a:lnTo>
                <a:moveTo>
                  <a:pt x="1739675" y="46604"/>
                </a:moveTo>
                <a:lnTo>
                  <a:pt x="1739675" y="46604"/>
                </a:lnTo>
                <a:close/>
                <a:moveTo>
                  <a:pt x="1866975" y="45926"/>
                </a:moveTo>
                <a:cubicBezTo>
                  <a:pt x="1880627" y="45926"/>
                  <a:pt x="1891735" y="49252"/>
                  <a:pt x="1900296" y="55905"/>
                </a:cubicBezTo>
                <a:cubicBezTo>
                  <a:pt x="1908857" y="62557"/>
                  <a:pt x="1914005" y="74012"/>
                  <a:pt x="1915740" y="90267"/>
                </a:cubicBezTo>
                <a:lnTo>
                  <a:pt x="1895940" y="90267"/>
                </a:lnTo>
                <a:cubicBezTo>
                  <a:pt x="1894733" y="82802"/>
                  <a:pt x="1891980" y="76599"/>
                  <a:pt x="1887680" y="71660"/>
                </a:cubicBezTo>
                <a:cubicBezTo>
                  <a:pt x="1883381" y="66720"/>
                  <a:pt x="1876479" y="64251"/>
                  <a:pt x="1866975" y="64251"/>
                </a:cubicBezTo>
                <a:cubicBezTo>
                  <a:pt x="1854000" y="64251"/>
                  <a:pt x="1844723" y="70585"/>
                  <a:pt x="1839141" y="83254"/>
                </a:cubicBezTo>
                <a:cubicBezTo>
                  <a:pt x="1835520" y="91474"/>
                  <a:pt x="1833710" y="101617"/>
                  <a:pt x="1833710" y="113683"/>
                </a:cubicBezTo>
                <a:cubicBezTo>
                  <a:pt x="1833710" y="125824"/>
                  <a:pt x="1836274" y="136042"/>
                  <a:pt x="1841404" y="144337"/>
                </a:cubicBezTo>
                <a:cubicBezTo>
                  <a:pt x="1846533" y="152633"/>
                  <a:pt x="1854604" y="156780"/>
                  <a:pt x="1865617" y="156780"/>
                </a:cubicBezTo>
                <a:cubicBezTo>
                  <a:pt x="1874065" y="156780"/>
                  <a:pt x="1880759" y="154217"/>
                  <a:pt x="1885700" y="149092"/>
                </a:cubicBezTo>
                <a:cubicBezTo>
                  <a:pt x="1890641" y="143966"/>
                  <a:pt x="1894054" y="136952"/>
                  <a:pt x="1895940" y="128049"/>
                </a:cubicBezTo>
                <a:lnTo>
                  <a:pt x="1915740" y="128049"/>
                </a:lnTo>
                <a:cubicBezTo>
                  <a:pt x="1913477" y="144111"/>
                  <a:pt x="1907820" y="155857"/>
                  <a:pt x="1898768" y="163285"/>
                </a:cubicBezTo>
                <a:cubicBezTo>
                  <a:pt x="1889717" y="170713"/>
                  <a:pt x="1878138" y="174427"/>
                  <a:pt x="1864033" y="174427"/>
                </a:cubicBezTo>
                <a:cubicBezTo>
                  <a:pt x="1848192" y="174427"/>
                  <a:pt x="1835558" y="168623"/>
                  <a:pt x="1826129" y="157017"/>
                </a:cubicBezTo>
                <a:cubicBezTo>
                  <a:pt x="1816700" y="145411"/>
                  <a:pt x="1811986" y="130912"/>
                  <a:pt x="1811986" y="113520"/>
                </a:cubicBezTo>
                <a:cubicBezTo>
                  <a:pt x="1811986" y="92200"/>
                  <a:pt x="1817153" y="75605"/>
                  <a:pt x="1827487" y="63734"/>
                </a:cubicBezTo>
                <a:cubicBezTo>
                  <a:pt x="1837821" y="51862"/>
                  <a:pt x="1850983" y="45926"/>
                  <a:pt x="1866975" y="45926"/>
                </a:cubicBezTo>
                <a:moveTo>
                  <a:pt x="1863806" y="46604"/>
                </a:moveTo>
                <a:lnTo>
                  <a:pt x="1863806" y="46604"/>
                </a:lnTo>
                <a:close/>
                <a:moveTo>
                  <a:pt x="1940180" y="15836"/>
                </a:moveTo>
                <a:lnTo>
                  <a:pt x="1960772" y="15836"/>
                </a:lnTo>
                <a:lnTo>
                  <a:pt x="1960772" y="49545"/>
                </a:lnTo>
                <a:lnTo>
                  <a:pt x="1980120" y="49545"/>
                </a:lnTo>
                <a:lnTo>
                  <a:pt x="1980120" y="66287"/>
                </a:lnTo>
                <a:lnTo>
                  <a:pt x="1960772" y="66287"/>
                </a:lnTo>
                <a:lnTo>
                  <a:pt x="1960772" y="145256"/>
                </a:lnTo>
                <a:cubicBezTo>
                  <a:pt x="1960772" y="149472"/>
                  <a:pt x="1962205" y="152296"/>
                  <a:pt x="1965072" y="153726"/>
                </a:cubicBezTo>
                <a:cubicBezTo>
                  <a:pt x="1966656" y="154556"/>
                  <a:pt x="1969296" y="154970"/>
                  <a:pt x="1972992" y="154970"/>
                </a:cubicBezTo>
                <a:cubicBezTo>
                  <a:pt x="1973972" y="154970"/>
                  <a:pt x="1975029" y="154946"/>
                  <a:pt x="1976160" y="154896"/>
                </a:cubicBezTo>
                <a:cubicBezTo>
                  <a:pt x="1977291" y="154844"/>
                  <a:pt x="1978611" y="154718"/>
                  <a:pt x="1980120" y="154518"/>
                </a:cubicBezTo>
                <a:lnTo>
                  <a:pt x="1980120" y="170807"/>
                </a:lnTo>
                <a:cubicBezTo>
                  <a:pt x="1977782" y="171526"/>
                  <a:pt x="1975349" y="172044"/>
                  <a:pt x="1972822" y="172362"/>
                </a:cubicBezTo>
                <a:cubicBezTo>
                  <a:pt x="1970295" y="172683"/>
                  <a:pt x="1967561" y="172843"/>
                  <a:pt x="1964619" y="172843"/>
                </a:cubicBezTo>
                <a:cubicBezTo>
                  <a:pt x="1955115" y="172843"/>
                  <a:pt x="1948666" y="170409"/>
                  <a:pt x="1945271" y="165540"/>
                </a:cubicBezTo>
                <a:cubicBezTo>
                  <a:pt x="1941877" y="160671"/>
                  <a:pt x="1940180" y="154348"/>
                  <a:pt x="1940180" y="146571"/>
                </a:cubicBezTo>
                <a:lnTo>
                  <a:pt x="1940180" y="66287"/>
                </a:lnTo>
                <a:lnTo>
                  <a:pt x="1923774" y="66287"/>
                </a:lnTo>
                <a:lnTo>
                  <a:pt x="1923774" y="49545"/>
                </a:lnTo>
                <a:lnTo>
                  <a:pt x="1940180" y="49545"/>
                </a:lnTo>
                <a:lnTo>
                  <a:pt x="1940180" y="15836"/>
                </a:lnTo>
                <a:close/>
                <a:moveTo>
                  <a:pt x="2140148" y="102937"/>
                </a:moveTo>
                <a:lnTo>
                  <a:pt x="2114917" y="29524"/>
                </a:lnTo>
                <a:lnTo>
                  <a:pt x="2088101" y="102937"/>
                </a:lnTo>
                <a:lnTo>
                  <a:pt x="2140148" y="102937"/>
                </a:lnTo>
                <a:moveTo>
                  <a:pt x="2103150" y="4525"/>
                </a:moveTo>
                <a:lnTo>
                  <a:pt x="2128607" y="4525"/>
                </a:lnTo>
                <a:lnTo>
                  <a:pt x="2188914" y="170807"/>
                </a:lnTo>
                <a:lnTo>
                  <a:pt x="2164248" y="170807"/>
                </a:lnTo>
                <a:lnTo>
                  <a:pt x="2147389" y="121035"/>
                </a:lnTo>
                <a:lnTo>
                  <a:pt x="2081652" y="121035"/>
                </a:lnTo>
                <a:lnTo>
                  <a:pt x="2063662" y="170807"/>
                </a:lnTo>
                <a:lnTo>
                  <a:pt x="2040580" y="170807"/>
                </a:lnTo>
                <a:lnTo>
                  <a:pt x="2103150" y="4525"/>
                </a:lnTo>
                <a:close/>
                <a:moveTo>
                  <a:pt x="2210753" y="15836"/>
                </a:moveTo>
                <a:lnTo>
                  <a:pt x="2231345" y="15836"/>
                </a:lnTo>
                <a:lnTo>
                  <a:pt x="2231345" y="49545"/>
                </a:lnTo>
                <a:lnTo>
                  <a:pt x="2250693" y="49545"/>
                </a:lnTo>
                <a:lnTo>
                  <a:pt x="2250693" y="66287"/>
                </a:lnTo>
                <a:lnTo>
                  <a:pt x="2231345" y="66287"/>
                </a:lnTo>
                <a:lnTo>
                  <a:pt x="2231345" y="145256"/>
                </a:lnTo>
                <a:cubicBezTo>
                  <a:pt x="2231345" y="149472"/>
                  <a:pt x="2232778" y="152296"/>
                  <a:pt x="2235645" y="153726"/>
                </a:cubicBezTo>
                <a:cubicBezTo>
                  <a:pt x="2237229" y="154556"/>
                  <a:pt x="2239869" y="154970"/>
                  <a:pt x="2243565" y="154970"/>
                </a:cubicBezTo>
                <a:cubicBezTo>
                  <a:pt x="2244545" y="154970"/>
                  <a:pt x="2245601" y="154946"/>
                  <a:pt x="2246733" y="154896"/>
                </a:cubicBezTo>
                <a:cubicBezTo>
                  <a:pt x="2247864" y="154844"/>
                  <a:pt x="2249184" y="154718"/>
                  <a:pt x="2250693" y="154518"/>
                </a:cubicBezTo>
                <a:lnTo>
                  <a:pt x="2250693" y="170807"/>
                </a:lnTo>
                <a:cubicBezTo>
                  <a:pt x="2248355" y="171526"/>
                  <a:pt x="2245922" y="172044"/>
                  <a:pt x="2243395" y="172362"/>
                </a:cubicBezTo>
                <a:cubicBezTo>
                  <a:pt x="2240868" y="172683"/>
                  <a:pt x="2238134" y="172843"/>
                  <a:pt x="2235192" y="172843"/>
                </a:cubicBezTo>
                <a:cubicBezTo>
                  <a:pt x="2225688" y="172843"/>
                  <a:pt x="2219239" y="170409"/>
                  <a:pt x="2215844" y="165540"/>
                </a:cubicBezTo>
                <a:cubicBezTo>
                  <a:pt x="2212450" y="160671"/>
                  <a:pt x="2210753" y="154348"/>
                  <a:pt x="2210753" y="146571"/>
                </a:cubicBezTo>
                <a:lnTo>
                  <a:pt x="2210753" y="66287"/>
                </a:lnTo>
                <a:lnTo>
                  <a:pt x="2194347" y="66287"/>
                </a:lnTo>
                <a:lnTo>
                  <a:pt x="2194347" y="49545"/>
                </a:lnTo>
                <a:lnTo>
                  <a:pt x="2210753" y="49545"/>
                </a:lnTo>
                <a:lnTo>
                  <a:pt x="2210753" y="15836"/>
                </a:lnTo>
                <a:close/>
                <a:moveTo>
                  <a:pt x="2275125" y="15836"/>
                </a:moveTo>
                <a:lnTo>
                  <a:pt x="2295717" y="15836"/>
                </a:lnTo>
                <a:lnTo>
                  <a:pt x="2295717" y="49545"/>
                </a:lnTo>
                <a:lnTo>
                  <a:pt x="2315065" y="49545"/>
                </a:lnTo>
                <a:lnTo>
                  <a:pt x="2315065" y="66287"/>
                </a:lnTo>
                <a:lnTo>
                  <a:pt x="2295717" y="66287"/>
                </a:lnTo>
                <a:lnTo>
                  <a:pt x="2295717" y="145256"/>
                </a:lnTo>
                <a:cubicBezTo>
                  <a:pt x="2295717" y="149472"/>
                  <a:pt x="2297151" y="152296"/>
                  <a:pt x="2300017" y="153726"/>
                </a:cubicBezTo>
                <a:cubicBezTo>
                  <a:pt x="2301601" y="154556"/>
                  <a:pt x="2304241" y="154970"/>
                  <a:pt x="2307937" y="154970"/>
                </a:cubicBezTo>
                <a:cubicBezTo>
                  <a:pt x="2308918" y="154970"/>
                  <a:pt x="2309974" y="154946"/>
                  <a:pt x="2311105" y="154896"/>
                </a:cubicBezTo>
                <a:cubicBezTo>
                  <a:pt x="2312237" y="154844"/>
                  <a:pt x="2313557" y="154718"/>
                  <a:pt x="2315065" y="154518"/>
                </a:cubicBezTo>
                <a:lnTo>
                  <a:pt x="2315065" y="170807"/>
                </a:lnTo>
                <a:cubicBezTo>
                  <a:pt x="2312727" y="171526"/>
                  <a:pt x="2310294" y="172044"/>
                  <a:pt x="2307767" y="172362"/>
                </a:cubicBezTo>
                <a:cubicBezTo>
                  <a:pt x="2305241" y="172683"/>
                  <a:pt x="2302506" y="172843"/>
                  <a:pt x="2299564" y="172843"/>
                </a:cubicBezTo>
                <a:cubicBezTo>
                  <a:pt x="2290060" y="172843"/>
                  <a:pt x="2283611" y="170409"/>
                  <a:pt x="2280217" y="165540"/>
                </a:cubicBezTo>
                <a:cubicBezTo>
                  <a:pt x="2276822" y="160671"/>
                  <a:pt x="2275125" y="154348"/>
                  <a:pt x="2275125" y="146571"/>
                </a:cubicBezTo>
                <a:lnTo>
                  <a:pt x="2275125" y="66287"/>
                </a:lnTo>
                <a:lnTo>
                  <a:pt x="2258719" y="66287"/>
                </a:lnTo>
                <a:lnTo>
                  <a:pt x="2258719" y="49545"/>
                </a:lnTo>
                <a:lnTo>
                  <a:pt x="2275125" y="49545"/>
                </a:lnTo>
                <a:lnTo>
                  <a:pt x="2275125" y="15836"/>
                </a:lnTo>
                <a:close/>
                <a:moveTo>
                  <a:pt x="2385888" y="46830"/>
                </a:moveTo>
                <a:cubicBezTo>
                  <a:pt x="2394487" y="46830"/>
                  <a:pt x="2402822" y="48848"/>
                  <a:pt x="2410893" y="52882"/>
                </a:cubicBezTo>
                <a:cubicBezTo>
                  <a:pt x="2418964" y="56917"/>
                  <a:pt x="2425112" y="62138"/>
                  <a:pt x="2429336" y="68545"/>
                </a:cubicBezTo>
                <a:cubicBezTo>
                  <a:pt x="2433409" y="74654"/>
                  <a:pt x="2436124" y="81779"/>
                  <a:pt x="2437482" y="89921"/>
                </a:cubicBezTo>
                <a:cubicBezTo>
                  <a:pt x="2438689" y="95501"/>
                  <a:pt x="2439293" y="104440"/>
                  <a:pt x="2439293" y="116737"/>
                </a:cubicBezTo>
                <a:lnTo>
                  <a:pt x="2350473" y="116737"/>
                </a:lnTo>
                <a:cubicBezTo>
                  <a:pt x="2350850" y="129029"/>
                  <a:pt x="2353754" y="138889"/>
                  <a:pt x="2359185" y="146317"/>
                </a:cubicBezTo>
                <a:cubicBezTo>
                  <a:pt x="2364616" y="153745"/>
                  <a:pt x="2373027" y="157459"/>
                  <a:pt x="2384417" y="157459"/>
                </a:cubicBezTo>
                <a:cubicBezTo>
                  <a:pt x="2395053" y="157459"/>
                  <a:pt x="2403539" y="153984"/>
                  <a:pt x="2409875" y="147035"/>
                </a:cubicBezTo>
                <a:cubicBezTo>
                  <a:pt x="2413495" y="143000"/>
                  <a:pt x="2416060" y="138330"/>
                  <a:pt x="2417569" y="133026"/>
                </a:cubicBezTo>
                <a:lnTo>
                  <a:pt x="2437595" y="133026"/>
                </a:lnTo>
                <a:cubicBezTo>
                  <a:pt x="2437067" y="137451"/>
                  <a:pt x="2435314" y="142384"/>
                  <a:pt x="2432334" y="147823"/>
                </a:cubicBezTo>
                <a:cubicBezTo>
                  <a:pt x="2429355" y="153260"/>
                  <a:pt x="2426017" y="157703"/>
                  <a:pt x="2422321" y="161153"/>
                </a:cubicBezTo>
                <a:cubicBezTo>
                  <a:pt x="2416135" y="167155"/>
                  <a:pt x="2408479" y="171206"/>
                  <a:pt x="2399352" y="173306"/>
                </a:cubicBezTo>
                <a:cubicBezTo>
                  <a:pt x="2394449" y="174506"/>
                  <a:pt x="2388905" y="175105"/>
                  <a:pt x="2382720" y="175105"/>
                </a:cubicBezTo>
                <a:cubicBezTo>
                  <a:pt x="2367634" y="175105"/>
                  <a:pt x="2354848" y="169614"/>
                  <a:pt x="2344363" y="158633"/>
                </a:cubicBezTo>
                <a:cubicBezTo>
                  <a:pt x="2333879" y="147651"/>
                  <a:pt x="2328636" y="132272"/>
                  <a:pt x="2328636" y="112495"/>
                </a:cubicBezTo>
                <a:cubicBezTo>
                  <a:pt x="2328636" y="93022"/>
                  <a:pt x="2333916" y="77211"/>
                  <a:pt x="2344477" y="65060"/>
                </a:cubicBezTo>
                <a:cubicBezTo>
                  <a:pt x="2355037" y="52907"/>
                  <a:pt x="2368841" y="46830"/>
                  <a:pt x="2385888" y="46830"/>
                </a:cubicBezTo>
                <a:moveTo>
                  <a:pt x="2418361" y="100448"/>
                </a:moveTo>
                <a:cubicBezTo>
                  <a:pt x="2417531" y="91597"/>
                  <a:pt x="2415607" y="84523"/>
                  <a:pt x="2412590" y="79228"/>
                </a:cubicBezTo>
                <a:cubicBezTo>
                  <a:pt x="2407008" y="69394"/>
                  <a:pt x="2397693" y="64477"/>
                  <a:pt x="2384643" y="64477"/>
                </a:cubicBezTo>
                <a:cubicBezTo>
                  <a:pt x="2375290" y="64477"/>
                  <a:pt x="2367445" y="67862"/>
                  <a:pt x="2361109" y="74633"/>
                </a:cubicBezTo>
                <a:cubicBezTo>
                  <a:pt x="2354773" y="81403"/>
                  <a:pt x="2351416" y="90008"/>
                  <a:pt x="2351039" y="100448"/>
                </a:cubicBezTo>
                <a:lnTo>
                  <a:pt x="2418361" y="100448"/>
                </a:lnTo>
                <a:moveTo>
                  <a:pt x="2383964" y="46604"/>
                </a:moveTo>
                <a:lnTo>
                  <a:pt x="2383964" y="46604"/>
                </a:lnTo>
                <a:close/>
                <a:moveTo>
                  <a:pt x="2464309" y="49545"/>
                </a:moveTo>
                <a:lnTo>
                  <a:pt x="2483657" y="49545"/>
                </a:lnTo>
                <a:lnTo>
                  <a:pt x="2483657" y="66739"/>
                </a:lnTo>
                <a:cubicBezTo>
                  <a:pt x="2489389" y="59650"/>
                  <a:pt x="2495461" y="54560"/>
                  <a:pt x="2501873" y="51468"/>
                </a:cubicBezTo>
                <a:cubicBezTo>
                  <a:pt x="2508285" y="48376"/>
                  <a:pt x="2515413" y="46830"/>
                  <a:pt x="2523258" y="46830"/>
                </a:cubicBezTo>
                <a:cubicBezTo>
                  <a:pt x="2540456" y="46830"/>
                  <a:pt x="2552072" y="52832"/>
                  <a:pt x="2558106" y="64834"/>
                </a:cubicBezTo>
                <a:cubicBezTo>
                  <a:pt x="2561425" y="71399"/>
                  <a:pt x="2563085" y="80796"/>
                  <a:pt x="2563085" y="93025"/>
                </a:cubicBezTo>
                <a:lnTo>
                  <a:pt x="2563085" y="170807"/>
                </a:lnTo>
                <a:lnTo>
                  <a:pt x="2542379" y="170807"/>
                </a:lnTo>
                <a:lnTo>
                  <a:pt x="2542379" y="94371"/>
                </a:lnTo>
                <a:cubicBezTo>
                  <a:pt x="2542379" y="86972"/>
                  <a:pt x="2541285" y="81007"/>
                  <a:pt x="2539098" y="76478"/>
                </a:cubicBezTo>
                <a:cubicBezTo>
                  <a:pt x="2535477" y="68930"/>
                  <a:pt x="2528915" y="65155"/>
                  <a:pt x="2519411" y="65155"/>
                </a:cubicBezTo>
                <a:cubicBezTo>
                  <a:pt x="2514583" y="65155"/>
                  <a:pt x="2510623" y="65646"/>
                  <a:pt x="2507530" y="66626"/>
                </a:cubicBezTo>
                <a:cubicBezTo>
                  <a:pt x="2501949" y="68287"/>
                  <a:pt x="2497046" y="71609"/>
                  <a:pt x="2492821" y="76591"/>
                </a:cubicBezTo>
                <a:cubicBezTo>
                  <a:pt x="2489427" y="80592"/>
                  <a:pt x="2487221" y="84726"/>
                  <a:pt x="2486202" y="88991"/>
                </a:cubicBezTo>
                <a:cubicBezTo>
                  <a:pt x="2485184" y="93257"/>
                  <a:pt x="2484675" y="99352"/>
                  <a:pt x="2484675" y="107277"/>
                </a:cubicBezTo>
                <a:lnTo>
                  <a:pt x="2484675" y="170807"/>
                </a:lnTo>
                <a:lnTo>
                  <a:pt x="2464309" y="170807"/>
                </a:lnTo>
                <a:lnTo>
                  <a:pt x="2464309" y="49545"/>
                </a:lnTo>
                <a:moveTo>
                  <a:pt x="2512169" y="46604"/>
                </a:moveTo>
                <a:lnTo>
                  <a:pt x="2512169" y="46604"/>
                </a:lnTo>
                <a:close/>
                <a:moveTo>
                  <a:pt x="2597265" y="15836"/>
                </a:moveTo>
                <a:lnTo>
                  <a:pt x="2617858" y="15836"/>
                </a:lnTo>
                <a:lnTo>
                  <a:pt x="2617858" y="49545"/>
                </a:lnTo>
                <a:lnTo>
                  <a:pt x="2637206" y="49545"/>
                </a:lnTo>
                <a:lnTo>
                  <a:pt x="2637206" y="66287"/>
                </a:lnTo>
                <a:lnTo>
                  <a:pt x="2617858" y="66287"/>
                </a:lnTo>
                <a:lnTo>
                  <a:pt x="2617858" y="145256"/>
                </a:lnTo>
                <a:cubicBezTo>
                  <a:pt x="2617858" y="149472"/>
                  <a:pt x="2619291" y="152296"/>
                  <a:pt x="2622157" y="153726"/>
                </a:cubicBezTo>
                <a:cubicBezTo>
                  <a:pt x="2623741" y="154556"/>
                  <a:pt x="2626381" y="154970"/>
                  <a:pt x="2630077" y="154970"/>
                </a:cubicBezTo>
                <a:cubicBezTo>
                  <a:pt x="2631058" y="154970"/>
                  <a:pt x="2632114" y="154946"/>
                  <a:pt x="2633246" y="154896"/>
                </a:cubicBezTo>
                <a:cubicBezTo>
                  <a:pt x="2634377" y="154844"/>
                  <a:pt x="2635697" y="154718"/>
                  <a:pt x="2637206" y="154518"/>
                </a:cubicBezTo>
                <a:lnTo>
                  <a:pt x="2637206" y="170807"/>
                </a:lnTo>
                <a:cubicBezTo>
                  <a:pt x="2634867" y="171526"/>
                  <a:pt x="2632435" y="172044"/>
                  <a:pt x="2629908" y="172362"/>
                </a:cubicBezTo>
                <a:cubicBezTo>
                  <a:pt x="2627381" y="172683"/>
                  <a:pt x="2624646" y="172843"/>
                  <a:pt x="2621705" y="172843"/>
                </a:cubicBezTo>
                <a:cubicBezTo>
                  <a:pt x="2612200" y="172843"/>
                  <a:pt x="2605751" y="170409"/>
                  <a:pt x="2602357" y="165540"/>
                </a:cubicBezTo>
                <a:cubicBezTo>
                  <a:pt x="2598962" y="160671"/>
                  <a:pt x="2597265" y="154348"/>
                  <a:pt x="2597265" y="146571"/>
                </a:cubicBezTo>
                <a:lnTo>
                  <a:pt x="2597265" y="66287"/>
                </a:lnTo>
                <a:lnTo>
                  <a:pt x="2580859" y="66287"/>
                </a:lnTo>
                <a:lnTo>
                  <a:pt x="2580859" y="49545"/>
                </a:lnTo>
                <a:lnTo>
                  <a:pt x="2597265" y="49545"/>
                </a:lnTo>
                <a:lnTo>
                  <a:pt x="2597265" y="15836"/>
                </a:lnTo>
                <a:close/>
                <a:moveTo>
                  <a:pt x="2657565" y="50224"/>
                </a:moveTo>
                <a:lnTo>
                  <a:pt x="2678271" y="50224"/>
                </a:lnTo>
                <a:lnTo>
                  <a:pt x="2678271" y="170807"/>
                </a:lnTo>
                <a:lnTo>
                  <a:pt x="2657565" y="170807"/>
                </a:lnTo>
                <a:lnTo>
                  <a:pt x="2657565" y="50224"/>
                </a:lnTo>
                <a:moveTo>
                  <a:pt x="2657565" y="4525"/>
                </a:moveTo>
                <a:lnTo>
                  <a:pt x="2678271" y="4525"/>
                </a:lnTo>
                <a:lnTo>
                  <a:pt x="2678271" y="27601"/>
                </a:lnTo>
                <a:lnTo>
                  <a:pt x="2657565" y="27601"/>
                </a:lnTo>
                <a:lnTo>
                  <a:pt x="2657565" y="4525"/>
                </a:lnTo>
                <a:close/>
                <a:moveTo>
                  <a:pt x="2757140" y="157459"/>
                </a:moveTo>
                <a:cubicBezTo>
                  <a:pt x="2770642" y="157459"/>
                  <a:pt x="2779901" y="152344"/>
                  <a:pt x="2784917" y="142114"/>
                </a:cubicBezTo>
                <a:cubicBezTo>
                  <a:pt x="2789933" y="131884"/>
                  <a:pt x="2792441" y="120502"/>
                  <a:pt x="2792441" y="107967"/>
                </a:cubicBezTo>
                <a:cubicBezTo>
                  <a:pt x="2792441" y="96641"/>
                  <a:pt x="2790631" y="87430"/>
                  <a:pt x="2787010" y="80334"/>
                </a:cubicBezTo>
                <a:cubicBezTo>
                  <a:pt x="2781277" y="69159"/>
                  <a:pt x="2771396" y="63572"/>
                  <a:pt x="2757366" y="63572"/>
                </a:cubicBezTo>
                <a:cubicBezTo>
                  <a:pt x="2744920" y="63572"/>
                  <a:pt x="2735868" y="68329"/>
                  <a:pt x="2730211" y="77842"/>
                </a:cubicBezTo>
                <a:cubicBezTo>
                  <a:pt x="2724554" y="87356"/>
                  <a:pt x="2721725" y="98833"/>
                  <a:pt x="2721725" y="112272"/>
                </a:cubicBezTo>
                <a:cubicBezTo>
                  <a:pt x="2721725" y="125182"/>
                  <a:pt x="2724554" y="135941"/>
                  <a:pt x="2730211" y="144550"/>
                </a:cubicBezTo>
                <a:cubicBezTo>
                  <a:pt x="2735868" y="153156"/>
                  <a:pt x="2744844" y="157459"/>
                  <a:pt x="2757140" y="157459"/>
                </a:cubicBezTo>
                <a:moveTo>
                  <a:pt x="2757932" y="45926"/>
                </a:moveTo>
                <a:cubicBezTo>
                  <a:pt x="2773546" y="45926"/>
                  <a:pt x="2786746" y="51134"/>
                  <a:pt x="2797533" y="61550"/>
                </a:cubicBezTo>
                <a:cubicBezTo>
                  <a:pt x="2808319" y="71966"/>
                  <a:pt x="2813712" y="87288"/>
                  <a:pt x="2813712" y="107514"/>
                </a:cubicBezTo>
                <a:cubicBezTo>
                  <a:pt x="2813712" y="127065"/>
                  <a:pt x="2808960" y="143218"/>
                  <a:pt x="2799456" y="155974"/>
                </a:cubicBezTo>
                <a:cubicBezTo>
                  <a:pt x="2789952" y="168728"/>
                  <a:pt x="2775205" y="175105"/>
                  <a:pt x="2755216" y="175105"/>
                </a:cubicBezTo>
                <a:cubicBezTo>
                  <a:pt x="2738546" y="175105"/>
                  <a:pt x="2725308" y="169464"/>
                  <a:pt x="2715502" y="158180"/>
                </a:cubicBezTo>
                <a:cubicBezTo>
                  <a:pt x="2705696" y="146897"/>
                  <a:pt x="2700793" y="131745"/>
                  <a:pt x="2700793" y="112725"/>
                </a:cubicBezTo>
                <a:cubicBezTo>
                  <a:pt x="2700793" y="92345"/>
                  <a:pt x="2705960" y="76117"/>
                  <a:pt x="2716294" y="64042"/>
                </a:cubicBezTo>
                <a:cubicBezTo>
                  <a:pt x="2726628" y="51964"/>
                  <a:pt x="2740507" y="45926"/>
                  <a:pt x="2757932" y="45926"/>
                </a:cubicBezTo>
                <a:moveTo>
                  <a:pt x="2757253" y="46604"/>
                </a:moveTo>
                <a:lnTo>
                  <a:pt x="2757253" y="46604"/>
                </a:lnTo>
                <a:close/>
                <a:moveTo>
                  <a:pt x="2837937" y="49545"/>
                </a:moveTo>
                <a:lnTo>
                  <a:pt x="2857285" y="49545"/>
                </a:lnTo>
                <a:lnTo>
                  <a:pt x="2857285" y="66739"/>
                </a:lnTo>
                <a:cubicBezTo>
                  <a:pt x="2863017" y="59650"/>
                  <a:pt x="2869090" y="54560"/>
                  <a:pt x="2875501" y="51468"/>
                </a:cubicBezTo>
                <a:cubicBezTo>
                  <a:pt x="2881913" y="48376"/>
                  <a:pt x="2889041" y="46830"/>
                  <a:pt x="2896886" y="46830"/>
                </a:cubicBezTo>
                <a:cubicBezTo>
                  <a:pt x="2914084" y="46830"/>
                  <a:pt x="2925700" y="52832"/>
                  <a:pt x="2931735" y="64834"/>
                </a:cubicBezTo>
                <a:cubicBezTo>
                  <a:pt x="2935053" y="71399"/>
                  <a:pt x="2936713" y="80796"/>
                  <a:pt x="2936713" y="93025"/>
                </a:cubicBezTo>
                <a:lnTo>
                  <a:pt x="2936713" y="170807"/>
                </a:lnTo>
                <a:lnTo>
                  <a:pt x="2916007" y="170807"/>
                </a:lnTo>
                <a:lnTo>
                  <a:pt x="2916007" y="94371"/>
                </a:lnTo>
                <a:cubicBezTo>
                  <a:pt x="2916007" y="86972"/>
                  <a:pt x="2914914" y="81007"/>
                  <a:pt x="2912726" y="76478"/>
                </a:cubicBezTo>
                <a:cubicBezTo>
                  <a:pt x="2909105" y="68930"/>
                  <a:pt x="2902543" y="65155"/>
                  <a:pt x="2893039" y="65155"/>
                </a:cubicBezTo>
                <a:cubicBezTo>
                  <a:pt x="2888211" y="65155"/>
                  <a:pt x="2884251" y="65646"/>
                  <a:pt x="2881158" y="66626"/>
                </a:cubicBezTo>
                <a:cubicBezTo>
                  <a:pt x="2875577" y="68287"/>
                  <a:pt x="2870674" y="71609"/>
                  <a:pt x="2866450" y="76591"/>
                </a:cubicBezTo>
                <a:cubicBezTo>
                  <a:pt x="2863055" y="80592"/>
                  <a:pt x="2860849" y="84726"/>
                  <a:pt x="2859831" y="88991"/>
                </a:cubicBezTo>
                <a:cubicBezTo>
                  <a:pt x="2858812" y="93257"/>
                  <a:pt x="2858303" y="99352"/>
                  <a:pt x="2858303" y="107277"/>
                </a:cubicBezTo>
                <a:lnTo>
                  <a:pt x="2858303" y="170807"/>
                </a:lnTo>
                <a:lnTo>
                  <a:pt x="2837937" y="170807"/>
                </a:lnTo>
                <a:lnTo>
                  <a:pt x="2837937" y="49545"/>
                </a:lnTo>
                <a:moveTo>
                  <a:pt x="2885797" y="46604"/>
                </a:moveTo>
                <a:lnTo>
                  <a:pt x="2885797" y="46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32ED3-8A9E-4F57-A361-66731EAD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16" y="3631401"/>
            <a:ext cx="344569" cy="386106"/>
          </a:xfrm>
          <a:custGeom xmlns:a="http://schemas.openxmlformats.org/drawingml/2006/main">
            <a:pathLst>
              <a:path w="344569" h="386106">
                <a:moveTo>
                  <a:pt x="344569" y="193053"/>
                </a:moveTo>
                <a:cubicBezTo>
                  <a:pt x="344569" y="205728"/>
                  <a:pt x="343465" y="218282"/>
                  <a:pt x="341258" y="230714"/>
                </a:cubicBezTo>
                <a:cubicBezTo>
                  <a:pt x="339051" y="243146"/>
                  <a:pt x="335783" y="255218"/>
                  <a:pt x="331454" y="266929"/>
                </a:cubicBezTo>
                <a:cubicBezTo>
                  <a:pt x="327125" y="278641"/>
                  <a:pt x="321818" y="289766"/>
                  <a:pt x="315534" y="300306"/>
                </a:cubicBezTo>
                <a:cubicBezTo>
                  <a:pt x="309249" y="310846"/>
                  <a:pt x="302106" y="320597"/>
                  <a:pt x="294108" y="329561"/>
                </a:cubicBezTo>
                <a:cubicBezTo>
                  <a:pt x="286108" y="338524"/>
                  <a:pt x="277406" y="346527"/>
                  <a:pt x="268000" y="353570"/>
                </a:cubicBezTo>
                <a:cubicBezTo>
                  <a:pt x="258594" y="360613"/>
                  <a:pt x="248666" y="366560"/>
                  <a:pt x="238214" y="371411"/>
                </a:cubicBezTo>
                <a:cubicBezTo>
                  <a:pt x="227763" y="376261"/>
                  <a:pt x="216990" y="379923"/>
                  <a:pt x="205895" y="382396"/>
                </a:cubicBezTo>
                <a:cubicBezTo>
                  <a:pt x="194801" y="384868"/>
                  <a:pt x="183597" y="386105"/>
                  <a:pt x="172285" y="386106"/>
                </a:cubicBezTo>
                <a:cubicBezTo>
                  <a:pt x="160972" y="386105"/>
                  <a:pt x="149768" y="384868"/>
                  <a:pt x="138673" y="382396"/>
                </a:cubicBezTo>
                <a:cubicBezTo>
                  <a:pt x="127578" y="379923"/>
                  <a:pt x="116804" y="376261"/>
                  <a:pt x="106353" y="371411"/>
                </a:cubicBezTo>
                <a:cubicBezTo>
                  <a:pt x="95902" y="366560"/>
                  <a:pt x="85973" y="360613"/>
                  <a:pt x="76567" y="353570"/>
                </a:cubicBezTo>
                <a:cubicBezTo>
                  <a:pt x="67161" y="346527"/>
                  <a:pt x="58459" y="338524"/>
                  <a:pt x="50461" y="329561"/>
                </a:cubicBezTo>
                <a:cubicBezTo>
                  <a:pt x="42461" y="320597"/>
                  <a:pt x="35319" y="310846"/>
                  <a:pt x="29034" y="300306"/>
                </a:cubicBezTo>
                <a:cubicBezTo>
                  <a:pt x="22749" y="289766"/>
                  <a:pt x="17442" y="278641"/>
                  <a:pt x="13114" y="266929"/>
                </a:cubicBezTo>
                <a:cubicBezTo>
                  <a:pt x="8785" y="255218"/>
                  <a:pt x="5517" y="243148"/>
                  <a:pt x="3310" y="230715"/>
                </a:cubicBezTo>
                <a:cubicBezTo>
                  <a:pt x="1103" y="218283"/>
                  <a:pt x="0" y="205728"/>
                  <a:pt x="1" y="193053"/>
                </a:cubicBezTo>
                <a:cubicBezTo>
                  <a:pt x="0" y="180376"/>
                  <a:pt x="1103" y="167821"/>
                  <a:pt x="3310" y="155389"/>
                </a:cubicBezTo>
                <a:cubicBezTo>
                  <a:pt x="5517" y="142957"/>
                  <a:pt x="8785" y="130885"/>
                  <a:pt x="13114" y="119174"/>
                </a:cubicBezTo>
                <a:cubicBezTo>
                  <a:pt x="17442" y="107462"/>
                  <a:pt x="22749" y="96337"/>
                  <a:pt x="29034" y="85797"/>
                </a:cubicBezTo>
                <a:cubicBezTo>
                  <a:pt x="35319" y="75256"/>
                  <a:pt x="42461" y="65506"/>
                  <a:pt x="50461" y="56543"/>
                </a:cubicBezTo>
                <a:cubicBezTo>
                  <a:pt x="58460" y="47579"/>
                  <a:pt x="67163" y="39577"/>
                  <a:pt x="76568" y="32535"/>
                </a:cubicBezTo>
                <a:cubicBezTo>
                  <a:pt x="85973" y="25491"/>
                  <a:pt x="95902" y="19544"/>
                  <a:pt x="106353" y="14694"/>
                </a:cubicBezTo>
                <a:cubicBezTo>
                  <a:pt x="116804" y="9845"/>
                  <a:pt x="127578" y="6182"/>
                  <a:pt x="138672" y="3710"/>
                </a:cubicBezTo>
                <a:cubicBezTo>
                  <a:pt x="149768" y="1236"/>
                  <a:pt x="160972" y="0"/>
                  <a:pt x="172285" y="0"/>
                </a:cubicBezTo>
                <a:cubicBezTo>
                  <a:pt x="183597" y="0"/>
                  <a:pt x="194800" y="1236"/>
                  <a:pt x="205895" y="3710"/>
                </a:cubicBezTo>
                <a:cubicBezTo>
                  <a:pt x="216990" y="6182"/>
                  <a:pt x="227763" y="9845"/>
                  <a:pt x="238214" y="14694"/>
                </a:cubicBezTo>
                <a:cubicBezTo>
                  <a:pt x="248666" y="19544"/>
                  <a:pt x="258594" y="25491"/>
                  <a:pt x="268000" y="32535"/>
                </a:cubicBezTo>
                <a:cubicBezTo>
                  <a:pt x="277406" y="39577"/>
                  <a:pt x="286108" y="47579"/>
                  <a:pt x="294108" y="56543"/>
                </a:cubicBezTo>
                <a:cubicBezTo>
                  <a:pt x="302106" y="65506"/>
                  <a:pt x="309249" y="75258"/>
                  <a:pt x="315534" y="85798"/>
                </a:cubicBezTo>
                <a:cubicBezTo>
                  <a:pt x="321818" y="96337"/>
                  <a:pt x="327125" y="107462"/>
                  <a:pt x="331454" y="119174"/>
                </a:cubicBezTo>
                <a:cubicBezTo>
                  <a:pt x="335783" y="130885"/>
                  <a:pt x="339051" y="142957"/>
                  <a:pt x="341258" y="155389"/>
                </a:cubicBezTo>
                <a:cubicBezTo>
                  <a:pt x="343465" y="167821"/>
                  <a:pt x="344569" y="180376"/>
                  <a:pt x="344569" y="193053"/>
                </a:cubicBezTo>
                <a:close/>
              </a:path>
            </a:pathLst>
          </a:custGeom>
          <a:solidFill xmlns:a="http://schemas.openxmlformats.org/drawingml/2006/main">
            <a:srgbClr val="E78AC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53A33-4714-4862-ABD3-DB5375E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03" y="3444709"/>
            <a:ext cx="386" cy="186682"/>
          </a:xfrm>
          <a:custGeom xmlns:a="http://schemas.openxmlformats.org/drawingml/2006/main">
            <a:pathLst>
              <a:path w="386" h="186682" fill="none">
                <a:moveTo>
                  <a:pt x="0" y="186682"/>
                </a:moveTo>
                <a:lnTo>
                  <a:pt x="3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4D322-48DC-4F47-B75B-1F7E32B6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67" y="3386802"/>
            <a:ext cx="77241" cy="77221"/>
          </a:xfrm>
          <a:custGeom xmlns:a="http://schemas.openxmlformats.org/drawingml/2006/main">
            <a:pathLst>
              <a:path w="77241" h="77221">
                <a:moveTo>
                  <a:pt x="38813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028"/>
                </a:lnTo>
                <a:lnTo>
                  <a:pt x="3881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34CB0-86ED-40BC-B363-9C3CE906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68" y="3386793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813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028"/>
                </a:lnTo>
                <a:lnTo>
                  <a:pt x="3881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D18B2-9C15-4328-94EF-894115A5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10" y="4021552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5FE2E-7F51-466E-A3C1-D7CD021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327" y="4156698"/>
            <a:ext cx="1378168" cy="579160"/>
          </a:xfrm>
          <a:custGeom xmlns:a="http://schemas.openxmlformats.org/drawingml/2006/main">
            <a:pathLst>
              <a:path w="1378168" h="579160">
                <a:moveTo>
                  <a:pt x="0" y="579160"/>
                </a:moveTo>
                <a:lnTo>
                  <a:pt x="386204" y="0"/>
                </a:lnTo>
                <a:lnTo>
                  <a:pt x="991964" y="0"/>
                </a:lnTo>
                <a:lnTo>
                  <a:pt x="1378168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1CAB7-4242-4395-9082-68FAD596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330" y="4156689"/>
            <a:ext cx="1378168" cy="579159"/>
          </a:xfrm>
          <a:custGeom xmlns:a="http://schemas.openxmlformats.org/drawingml/2006/main">
            <a:pathLst>
              <a:path w="1378168" h="579159" fill="none">
                <a:moveTo>
                  <a:pt x="0" y="579159"/>
                </a:moveTo>
                <a:lnTo>
                  <a:pt x="386204" y="0"/>
                </a:lnTo>
                <a:lnTo>
                  <a:pt x="991964" y="0"/>
                </a:lnTo>
                <a:lnTo>
                  <a:pt x="1378168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>
                <a:alpha val="60000"/>
              </a:srgbClr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663CD-2683-4C97-8676-5AC0CE1A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444" y="4344153"/>
            <a:ext cx="272981" cy="192982"/>
          </a:xfrm>
          <a:custGeom xmlns:a="http://schemas.openxmlformats.org/drawingml/2006/main">
            <a:pathLst>
              <a:path w="272981" h="192982">
                <a:moveTo>
                  <a:pt x="105415" y="0"/>
                </a:moveTo>
                <a:cubicBezTo>
                  <a:pt x="107969" y="0"/>
                  <a:pt x="112532" y="91"/>
                  <a:pt x="119105" y="274"/>
                </a:cubicBezTo>
                <a:cubicBezTo>
                  <a:pt x="125675" y="456"/>
                  <a:pt x="131790" y="639"/>
                  <a:pt x="137450" y="821"/>
                </a:cubicBezTo>
                <a:cubicBezTo>
                  <a:pt x="146759" y="821"/>
                  <a:pt x="154517" y="730"/>
                  <a:pt x="160722" y="547"/>
                </a:cubicBezTo>
                <a:cubicBezTo>
                  <a:pt x="166929" y="365"/>
                  <a:pt x="170487" y="274"/>
                  <a:pt x="171401" y="274"/>
                </a:cubicBezTo>
                <a:cubicBezTo>
                  <a:pt x="174687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4" y="12409"/>
                  <a:pt x="170306" y="12592"/>
                  <a:pt x="167019" y="12592"/>
                </a:cubicBezTo>
                <a:cubicBezTo>
                  <a:pt x="162456" y="12774"/>
                  <a:pt x="158805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8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5" y="148364"/>
                </a:lnTo>
                <a:cubicBezTo>
                  <a:pt x="159171" y="147816"/>
                  <a:pt x="159719" y="146904"/>
                  <a:pt x="160449" y="145627"/>
                </a:cubicBezTo>
                <a:cubicBezTo>
                  <a:pt x="161178" y="144349"/>
                  <a:pt x="162273" y="142615"/>
                  <a:pt x="163734" y="140426"/>
                </a:cubicBezTo>
                <a:cubicBezTo>
                  <a:pt x="165195" y="138236"/>
                  <a:pt x="166746" y="135498"/>
                  <a:pt x="168389" y="132214"/>
                </a:cubicBezTo>
                <a:cubicBezTo>
                  <a:pt x="170031" y="128929"/>
                  <a:pt x="172222" y="125188"/>
                  <a:pt x="174960" y="120990"/>
                </a:cubicBezTo>
                <a:cubicBezTo>
                  <a:pt x="177699" y="116793"/>
                  <a:pt x="180436" y="111866"/>
                  <a:pt x="183174" y="106209"/>
                </a:cubicBezTo>
                <a:cubicBezTo>
                  <a:pt x="185913" y="100552"/>
                  <a:pt x="189471" y="94438"/>
                  <a:pt x="193852" y="87869"/>
                </a:cubicBezTo>
                <a:cubicBezTo>
                  <a:pt x="212836" y="54291"/>
                  <a:pt x="223606" y="35129"/>
                  <a:pt x="226162" y="30384"/>
                </a:cubicBezTo>
                <a:cubicBezTo>
                  <a:pt x="228717" y="25640"/>
                  <a:pt x="230086" y="22720"/>
                  <a:pt x="230269" y="21625"/>
                </a:cubicBezTo>
                <a:cubicBezTo>
                  <a:pt x="230269" y="18888"/>
                  <a:pt x="228535" y="16698"/>
                  <a:pt x="225066" y="15055"/>
                </a:cubicBezTo>
                <a:cubicBezTo>
                  <a:pt x="221598" y="13413"/>
                  <a:pt x="217765" y="12592"/>
                  <a:pt x="213567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0" y="6296"/>
                </a:cubicBezTo>
                <a:cubicBezTo>
                  <a:pt x="211011" y="3376"/>
                  <a:pt x="211558" y="1642"/>
                  <a:pt x="211924" y="1095"/>
                </a:cubicBezTo>
                <a:cubicBezTo>
                  <a:pt x="212289" y="547"/>
                  <a:pt x="213567" y="274"/>
                  <a:pt x="215757" y="274"/>
                </a:cubicBezTo>
                <a:cubicBezTo>
                  <a:pt x="216304" y="274"/>
                  <a:pt x="217855" y="274"/>
                  <a:pt x="220411" y="274"/>
                </a:cubicBezTo>
                <a:cubicBezTo>
                  <a:pt x="222967" y="274"/>
                  <a:pt x="226527" y="274"/>
                  <a:pt x="231090" y="274"/>
                </a:cubicBezTo>
                <a:cubicBezTo>
                  <a:pt x="235654" y="274"/>
                  <a:pt x="240582" y="365"/>
                  <a:pt x="245875" y="547"/>
                </a:cubicBezTo>
                <a:cubicBezTo>
                  <a:pt x="257923" y="547"/>
                  <a:pt x="265681" y="365"/>
                  <a:pt x="269149" y="0"/>
                </a:cubicBezTo>
                <a:cubicBezTo>
                  <a:pt x="271703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1" y="7664"/>
                </a:cubicBezTo>
                <a:cubicBezTo>
                  <a:pt x="271613" y="9672"/>
                  <a:pt x="270974" y="11041"/>
                  <a:pt x="270244" y="11771"/>
                </a:cubicBezTo>
                <a:cubicBezTo>
                  <a:pt x="269513" y="12500"/>
                  <a:pt x="268601" y="12774"/>
                  <a:pt x="267506" y="12592"/>
                </a:cubicBezTo>
                <a:cubicBezTo>
                  <a:pt x="263489" y="12592"/>
                  <a:pt x="259840" y="13139"/>
                  <a:pt x="256553" y="14234"/>
                </a:cubicBezTo>
                <a:cubicBezTo>
                  <a:pt x="253268" y="15329"/>
                  <a:pt x="250531" y="16606"/>
                  <a:pt x="248339" y="18066"/>
                </a:cubicBezTo>
                <a:cubicBezTo>
                  <a:pt x="246149" y="19526"/>
                  <a:pt x="244415" y="21077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6" y="192344"/>
                  <a:pt x="142925" y="192982"/>
                  <a:pt x="139640" y="192982"/>
                </a:cubicBezTo>
                <a:cubicBezTo>
                  <a:pt x="136901" y="192982"/>
                  <a:pt x="135167" y="192526"/>
                  <a:pt x="134438" y="191614"/>
                </a:cubicBezTo>
                <a:cubicBezTo>
                  <a:pt x="133889" y="191066"/>
                  <a:pt x="132155" y="168620"/>
                  <a:pt x="129236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8" y="67247"/>
                  <a:pt x="105596" y="87595"/>
                  <a:pt x="86248" y="121538"/>
                </a:cubicBezTo>
                <a:cubicBezTo>
                  <a:pt x="59962" y="167525"/>
                  <a:pt x="46638" y="190701"/>
                  <a:pt x="46273" y="191066"/>
                </a:cubicBezTo>
                <a:cubicBezTo>
                  <a:pt x="45907" y="191431"/>
                  <a:pt x="45451" y="191796"/>
                  <a:pt x="44904" y="192161"/>
                </a:cubicBezTo>
                <a:cubicBezTo>
                  <a:pt x="43992" y="192709"/>
                  <a:pt x="42348" y="192982"/>
                  <a:pt x="39975" y="192982"/>
                </a:cubicBezTo>
                <a:cubicBezTo>
                  <a:pt x="36507" y="192982"/>
                  <a:pt x="34591" y="192344"/>
                  <a:pt x="34225" y="191066"/>
                </a:cubicBezTo>
                <a:cubicBezTo>
                  <a:pt x="34225" y="190519"/>
                  <a:pt x="32218" y="161412"/>
                  <a:pt x="28203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40" y="15055"/>
                  <a:pt x="20626" y="14052"/>
                  <a:pt x="19167" y="13687"/>
                </a:cubicBezTo>
                <a:cubicBezTo>
                  <a:pt x="17706" y="13322"/>
                  <a:pt x="14147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60" y="0"/>
                </a:cubicBezTo>
                <a:lnTo>
                  <a:pt x="6846" y="0"/>
                </a:lnTo>
                <a:cubicBezTo>
                  <a:pt x="14511" y="547"/>
                  <a:pt x="23638" y="821"/>
                  <a:pt x="34225" y="821"/>
                </a:cubicBezTo>
                <a:cubicBezTo>
                  <a:pt x="57043" y="821"/>
                  <a:pt x="69547" y="547"/>
                  <a:pt x="71737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6" y="12592"/>
                </a:lnTo>
                <a:cubicBezTo>
                  <a:pt x="56221" y="13139"/>
                  <a:pt x="50289" y="14690"/>
                  <a:pt x="49558" y="17245"/>
                </a:cubicBezTo>
                <a:cubicBezTo>
                  <a:pt x="55035" y="101190"/>
                  <a:pt x="58138" y="145353"/>
                  <a:pt x="58867" y="149733"/>
                </a:cubicBezTo>
                <a:lnTo>
                  <a:pt x="123212" y="36407"/>
                </a:lnTo>
                <a:lnTo>
                  <a:pt x="122663" y="26278"/>
                </a:lnTo>
                <a:cubicBezTo>
                  <a:pt x="122117" y="18614"/>
                  <a:pt x="121204" y="14508"/>
                  <a:pt x="119926" y="13960"/>
                </a:cubicBezTo>
                <a:cubicBezTo>
                  <a:pt x="118831" y="13230"/>
                  <a:pt x="114998" y="12774"/>
                  <a:pt x="108425" y="12592"/>
                </a:cubicBezTo>
                <a:cubicBezTo>
                  <a:pt x="104957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9" y="5566"/>
                  <a:pt x="100850" y="4745"/>
                  <a:pt x="101033" y="3832"/>
                </a:cubicBezTo>
                <a:cubicBezTo>
                  <a:pt x="101216" y="2920"/>
                  <a:pt x="101308" y="2281"/>
                  <a:pt x="101308" y="1916"/>
                </a:cubicBezTo>
                <a:cubicBezTo>
                  <a:pt x="101308" y="1551"/>
                  <a:pt x="101581" y="1186"/>
                  <a:pt x="102128" y="821"/>
                </a:cubicBezTo>
                <a:cubicBezTo>
                  <a:pt x="102676" y="456"/>
                  <a:pt x="103042" y="274"/>
                  <a:pt x="103223" y="274"/>
                </a:cubicBezTo>
                <a:cubicBezTo>
                  <a:pt x="103406" y="274"/>
                  <a:pt x="104137" y="182"/>
                  <a:pt x="105415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24B63-3EB7-42F6-9644-267F7E0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445" y="4344154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F587C-3BD9-40C0-A4B7-986D267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277" y="4437864"/>
            <a:ext cx="88077" cy="136439"/>
          </a:xfrm>
          <a:custGeom xmlns:a="http://schemas.openxmlformats.org/drawingml/2006/main">
            <a:pathLst>
              <a:path w="88077" h="136439">
                <a:moveTo>
                  <a:pt x="14131" y="9096"/>
                </a:moveTo>
                <a:cubicBezTo>
                  <a:pt x="14131" y="7806"/>
                  <a:pt x="14389" y="6322"/>
                  <a:pt x="14906" y="4645"/>
                </a:cubicBezTo>
                <a:cubicBezTo>
                  <a:pt x="15422" y="2968"/>
                  <a:pt x="16196" y="2129"/>
                  <a:pt x="17229" y="2129"/>
                </a:cubicBezTo>
                <a:cubicBezTo>
                  <a:pt x="17357" y="2129"/>
                  <a:pt x="22003" y="1806"/>
                  <a:pt x="31166" y="1161"/>
                </a:cubicBezTo>
                <a:cubicBezTo>
                  <a:pt x="40329" y="516"/>
                  <a:pt x="45039" y="129"/>
                  <a:pt x="45297" y="0"/>
                </a:cubicBezTo>
                <a:cubicBezTo>
                  <a:pt x="46845" y="0"/>
                  <a:pt x="47620" y="516"/>
                  <a:pt x="47620" y="1548"/>
                </a:cubicBezTo>
                <a:cubicBezTo>
                  <a:pt x="47620" y="2451"/>
                  <a:pt x="44394" y="15934"/>
                  <a:pt x="37941" y="41996"/>
                </a:cubicBezTo>
                <a:cubicBezTo>
                  <a:pt x="31488" y="67542"/>
                  <a:pt x="28263" y="80767"/>
                  <a:pt x="28263" y="81670"/>
                </a:cubicBezTo>
                <a:cubicBezTo>
                  <a:pt x="30715" y="80380"/>
                  <a:pt x="32586" y="79154"/>
                  <a:pt x="33876" y="77993"/>
                </a:cubicBezTo>
                <a:cubicBezTo>
                  <a:pt x="36974" y="75670"/>
                  <a:pt x="41426" y="71606"/>
                  <a:pt x="47233" y="65800"/>
                </a:cubicBezTo>
                <a:cubicBezTo>
                  <a:pt x="53040" y="59994"/>
                  <a:pt x="57558" y="56059"/>
                  <a:pt x="60784" y="53995"/>
                </a:cubicBezTo>
                <a:cubicBezTo>
                  <a:pt x="65946" y="50511"/>
                  <a:pt x="70850" y="48770"/>
                  <a:pt x="75495" y="48770"/>
                </a:cubicBezTo>
                <a:cubicBezTo>
                  <a:pt x="79366" y="48770"/>
                  <a:pt x="82399" y="49995"/>
                  <a:pt x="84594" y="52447"/>
                </a:cubicBezTo>
                <a:cubicBezTo>
                  <a:pt x="86787" y="54898"/>
                  <a:pt x="87949" y="58382"/>
                  <a:pt x="88077" y="62897"/>
                </a:cubicBezTo>
                <a:cubicBezTo>
                  <a:pt x="88077" y="66123"/>
                  <a:pt x="87626" y="68832"/>
                  <a:pt x="86723" y="71026"/>
                </a:cubicBezTo>
                <a:cubicBezTo>
                  <a:pt x="85819" y="73219"/>
                  <a:pt x="84594" y="74832"/>
                  <a:pt x="83044" y="75864"/>
                </a:cubicBezTo>
                <a:cubicBezTo>
                  <a:pt x="81496" y="76896"/>
                  <a:pt x="80141" y="77606"/>
                  <a:pt x="78980" y="77993"/>
                </a:cubicBezTo>
                <a:cubicBezTo>
                  <a:pt x="77818" y="78380"/>
                  <a:pt x="76657" y="78573"/>
                  <a:pt x="75495" y="78573"/>
                </a:cubicBezTo>
                <a:cubicBezTo>
                  <a:pt x="72915" y="78573"/>
                  <a:pt x="70850" y="77864"/>
                  <a:pt x="69300" y="76444"/>
                </a:cubicBezTo>
                <a:cubicBezTo>
                  <a:pt x="67752" y="75025"/>
                  <a:pt x="66979" y="73154"/>
                  <a:pt x="66979" y="70832"/>
                </a:cubicBezTo>
                <a:cubicBezTo>
                  <a:pt x="66979" y="67606"/>
                  <a:pt x="68010" y="64962"/>
                  <a:pt x="70075" y="62897"/>
                </a:cubicBezTo>
                <a:cubicBezTo>
                  <a:pt x="72140" y="60833"/>
                  <a:pt x="74205" y="59478"/>
                  <a:pt x="76270" y="58833"/>
                </a:cubicBezTo>
                <a:lnTo>
                  <a:pt x="79366" y="58253"/>
                </a:lnTo>
                <a:cubicBezTo>
                  <a:pt x="77818" y="56704"/>
                  <a:pt x="76270" y="55930"/>
                  <a:pt x="74722" y="55930"/>
                </a:cubicBezTo>
                <a:lnTo>
                  <a:pt x="73947" y="55930"/>
                </a:lnTo>
                <a:cubicBezTo>
                  <a:pt x="69817" y="56317"/>
                  <a:pt x="65752" y="57930"/>
                  <a:pt x="61751" y="60768"/>
                </a:cubicBezTo>
                <a:cubicBezTo>
                  <a:pt x="57751" y="63607"/>
                  <a:pt x="53040" y="67736"/>
                  <a:pt x="47620" y="73154"/>
                </a:cubicBezTo>
                <a:cubicBezTo>
                  <a:pt x="42200" y="78573"/>
                  <a:pt x="37941" y="82508"/>
                  <a:pt x="34844" y="84960"/>
                </a:cubicBezTo>
                <a:cubicBezTo>
                  <a:pt x="35103" y="85089"/>
                  <a:pt x="36069" y="85282"/>
                  <a:pt x="37747" y="85540"/>
                </a:cubicBezTo>
                <a:cubicBezTo>
                  <a:pt x="39426" y="85798"/>
                  <a:pt x="40974" y="86185"/>
                  <a:pt x="42394" y="86702"/>
                </a:cubicBezTo>
                <a:cubicBezTo>
                  <a:pt x="43814" y="87218"/>
                  <a:pt x="45490" y="87734"/>
                  <a:pt x="47427" y="88250"/>
                </a:cubicBezTo>
                <a:cubicBezTo>
                  <a:pt x="49362" y="88766"/>
                  <a:pt x="51105" y="89669"/>
                  <a:pt x="52653" y="90959"/>
                </a:cubicBezTo>
                <a:cubicBezTo>
                  <a:pt x="54201" y="92249"/>
                  <a:pt x="55621" y="93411"/>
                  <a:pt x="56911" y="94443"/>
                </a:cubicBezTo>
                <a:cubicBezTo>
                  <a:pt x="58203" y="95475"/>
                  <a:pt x="59299" y="97152"/>
                  <a:pt x="60203" y="99474"/>
                </a:cubicBezTo>
                <a:cubicBezTo>
                  <a:pt x="61106" y="101797"/>
                  <a:pt x="61494" y="103926"/>
                  <a:pt x="61364" y="105861"/>
                </a:cubicBezTo>
                <a:cubicBezTo>
                  <a:pt x="61364" y="108054"/>
                  <a:pt x="61041" y="110699"/>
                  <a:pt x="60396" y="113796"/>
                </a:cubicBezTo>
                <a:cubicBezTo>
                  <a:pt x="59751" y="116892"/>
                  <a:pt x="59364" y="119473"/>
                  <a:pt x="59234" y="121537"/>
                </a:cubicBezTo>
                <a:cubicBezTo>
                  <a:pt x="59234" y="126698"/>
                  <a:pt x="60977" y="129278"/>
                  <a:pt x="64462" y="129278"/>
                </a:cubicBezTo>
                <a:cubicBezTo>
                  <a:pt x="70657" y="129278"/>
                  <a:pt x="75690" y="121601"/>
                  <a:pt x="79561" y="106248"/>
                </a:cubicBezTo>
                <a:cubicBezTo>
                  <a:pt x="79820" y="105216"/>
                  <a:pt x="81109" y="104700"/>
                  <a:pt x="83433" y="104700"/>
                </a:cubicBezTo>
                <a:lnTo>
                  <a:pt x="84206" y="104700"/>
                </a:lnTo>
                <a:cubicBezTo>
                  <a:pt x="86271" y="104700"/>
                  <a:pt x="87304" y="105280"/>
                  <a:pt x="87304" y="106442"/>
                </a:cubicBezTo>
                <a:cubicBezTo>
                  <a:pt x="87304" y="107087"/>
                  <a:pt x="87111" y="107990"/>
                  <a:pt x="86723" y="109151"/>
                </a:cubicBezTo>
                <a:cubicBezTo>
                  <a:pt x="81431" y="127343"/>
                  <a:pt x="73818" y="136439"/>
                  <a:pt x="63881" y="136439"/>
                </a:cubicBezTo>
                <a:cubicBezTo>
                  <a:pt x="58073" y="136439"/>
                  <a:pt x="53363" y="134761"/>
                  <a:pt x="49750" y="131407"/>
                </a:cubicBezTo>
                <a:cubicBezTo>
                  <a:pt x="46137" y="128052"/>
                  <a:pt x="44329" y="123214"/>
                  <a:pt x="44329" y="116892"/>
                </a:cubicBezTo>
                <a:cubicBezTo>
                  <a:pt x="44329" y="114570"/>
                  <a:pt x="44524" y="112570"/>
                  <a:pt x="44910" y="110893"/>
                </a:cubicBezTo>
                <a:cubicBezTo>
                  <a:pt x="45297" y="109216"/>
                  <a:pt x="45490" y="107667"/>
                  <a:pt x="45490" y="106248"/>
                </a:cubicBezTo>
                <a:cubicBezTo>
                  <a:pt x="45490" y="103410"/>
                  <a:pt x="44587" y="100958"/>
                  <a:pt x="42780" y="98894"/>
                </a:cubicBezTo>
                <a:cubicBezTo>
                  <a:pt x="40974" y="96830"/>
                  <a:pt x="38716" y="95346"/>
                  <a:pt x="36006" y="94443"/>
                </a:cubicBezTo>
                <a:cubicBezTo>
                  <a:pt x="33296" y="93540"/>
                  <a:pt x="31101" y="92830"/>
                  <a:pt x="29423" y="92314"/>
                </a:cubicBezTo>
                <a:cubicBezTo>
                  <a:pt x="27746" y="91798"/>
                  <a:pt x="26585" y="91604"/>
                  <a:pt x="25940" y="91733"/>
                </a:cubicBezTo>
                <a:lnTo>
                  <a:pt x="25552" y="91733"/>
                </a:lnTo>
                <a:cubicBezTo>
                  <a:pt x="24003" y="97152"/>
                  <a:pt x="22648" y="102378"/>
                  <a:pt x="21487" y="107409"/>
                </a:cubicBezTo>
                <a:cubicBezTo>
                  <a:pt x="20325" y="112441"/>
                  <a:pt x="19422" y="116183"/>
                  <a:pt x="18777" y="118634"/>
                </a:cubicBezTo>
                <a:cubicBezTo>
                  <a:pt x="18132" y="121085"/>
                  <a:pt x="17551" y="123472"/>
                  <a:pt x="17035" y="125795"/>
                </a:cubicBezTo>
                <a:cubicBezTo>
                  <a:pt x="16519" y="128117"/>
                  <a:pt x="16067" y="129665"/>
                  <a:pt x="15679" y="130439"/>
                </a:cubicBezTo>
                <a:cubicBezTo>
                  <a:pt x="15292" y="131213"/>
                  <a:pt x="14841" y="132052"/>
                  <a:pt x="14324" y="132955"/>
                </a:cubicBezTo>
                <a:cubicBezTo>
                  <a:pt x="13809" y="133858"/>
                  <a:pt x="13099" y="134439"/>
                  <a:pt x="12196" y="134697"/>
                </a:cubicBezTo>
                <a:cubicBezTo>
                  <a:pt x="10518" y="135858"/>
                  <a:pt x="8711" y="136439"/>
                  <a:pt x="6775" y="136439"/>
                </a:cubicBezTo>
                <a:cubicBezTo>
                  <a:pt x="4581" y="136439"/>
                  <a:pt x="2903" y="135794"/>
                  <a:pt x="1742" y="134503"/>
                </a:cubicBezTo>
                <a:cubicBezTo>
                  <a:pt x="580" y="133213"/>
                  <a:pt x="0" y="132117"/>
                  <a:pt x="0" y="131213"/>
                </a:cubicBezTo>
                <a:cubicBezTo>
                  <a:pt x="0" y="129923"/>
                  <a:pt x="2387" y="119602"/>
                  <a:pt x="7163" y="100249"/>
                </a:cubicBezTo>
                <a:cubicBezTo>
                  <a:pt x="11938" y="80896"/>
                  <a:pt x="16647" y="61865"/>
                  <a:pt x="21294" y="43157"/>
                </a:cubicBezTo>
                <a:lnTo>
                  <a:pt x="28456" y="15095"/>
                </a:lnTo>
                <a:cubicBezTo>
                  <a:pt x="28585" y="13418"/>
                  <a:pt x="28133" y="12386"/>
                  <a:pt x="27101" y="11999"/>
                </a:cubicBezTo>
                <a:cubicBezTo>
                  <a:pt x="26068" y="11612"/>
                  <a:pt x="23552" y="11289"/>
                  <a:pt x="19552" y="11031"/>
                </a:cubicBezTo>
                <a:lnTo>
                  <a:pt x="18584" y="11031"/>
                </a:lnTo>
                <a:cubicBezTo>
                  <a:pt x="17292" y="11031"/>
                  <a:pt x="16454" y="11031"/>
                  <a:pt x="16067" y="11031"/>
                </a:cubicBezTo>
                <a:cubicBezTo>
                  <a:pt x="15679" y="11031"/>
                  <a:pt x="15227" y="10838"/>
                  <a:pt x="14712" y="10451"/>
                </a:cubicBezTo>
                <a:cubicBezTo>
                  <a:pt x="14196" y="10064"/>
                  <a:pt x="14002" y="9612"/>
                  <a:pt x="14131" y="909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CBFD3-E349-4927-879D-39CF3D6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276" y="4437864"/>
            <a:ext cx="88078" cy="136439"/>
          </a:xfrm>
          <a:custGeom xmlns:a="http://schemas.openxmlformats.org/drawingml/2006/main">
            <a:pathLst>
              <a:path w="88078" h="136439" fill="none">
                <a:moveTo>
                  <a:pt x="14131" y="9096"/>
                </a:moveTo>
                <a:cubicBezTo>
                  <a:pt x="14131" y="7806"/>
                  <a:pt x="14389" y="6322"/>
                  <a:pt x="14906" y="4645"/>
                </a:cubicBezTo>
                <a:cubicBezTo>
                  <a:pt x="15422" y="2967"/>
                  <a:pt x="16196" y="2129"/>
                  <a:pt x="17229" y="2129"/>
                </a:cubicBezTo>
                <a:cubicBezTo>
                  <a:pt x="17358" y="2129"/>
                  <a:pt x="22003" y="1806"/>
                  <a:pt x="31166" y="1161"/>
                </a:cubicBezTo>
                <a:cubicBezTo>
                  <a:pt x="40329" y="516"/>
                  <a:pt x="45039" y="129"/>
                  <a:pt x="45297" y="0"/>
                </a:cubicBezTo>
                <a:cubicBezTo>
                  <a:pt x="46846" y="0"/>
                  <a:pt x="47620" y="516"/>
                  <a:pt x="47620" y="1548"/>
                </a:cubicBezTo>
                <a:cubicBezTo>
                  <a:pt x="47620" y="2451"/>
                  <a:pt x="44394" y="15934"/>
                  <a:pt x="37941" y="41996"/>
                </a:cubicBezTo>
                <a:cubicBezTo>
                  <a:pt x="31489" y="67542"/>
                  <a:pt x="28262" y="80767"/>
                  <a:pt x="28262" y="81670"/>
                </a:cubicBezTo>
                <a:cubicBezTo>
                  <a:pt x="30714" y="80379"/>
                  <a:pt x="32586" y="79154"/>
                  <a:pt x="33876" y="77993"/>
                </a:cubicBezTo>
                <a:cubicBezTo>
                  <a:pt x="36974" y="75670"/>
                  <a:pt x="41426" y="71606"/>
                  <a:pt x="47233" y="65800"/>
                </a:cubicBezTo>
                <a:cubicBezTo>
                  <a:pt x="53041" y="59994"/>
                  <a:pt x="57557" y="56059"/>
                  <a:pt x="60784" y="53995"/>
                </a:cubicBezTo>
                <a:cubicBezTo>
                  <a:pt x="65946" y="50511"/>
                  <a:pt x="70850" y="48770"/>
                  <a:pt x="75496" y="48770"/>
                </a:cubicBezTo>
                <a:cubicBezTo>
                  <a:pt x="79367" y="48770"/>
                  <a:pt x="82400" y="49995"/>
                  <a:pt x="84594" y="52447"/>
                </a:cubicBezTo>
                <a:cubicBezTo>
                  <a:pt x="86788" y="54898"/>
                  <a:pt x="87949" y="58382"/>
                  <a:pt x="88078" y="62897"/>
                </a:cubicBezTo>
                <a:cubicBezTo>
                  <a:pt x="88078" y="66123"/>
                  <a:pt x="87627" y="68832"/>
                  <a:pt x="86723" y="71026"/>
                </a:cubicBezTo>
                <a:cubicBezTo>
                  <a:pt x="85820" y="73219"/>
                  <a:pt x="84594" y="74832"/>
                  <a:pt x="83045" y="75864"/>
                </a:cubicBezTo>
                <a:cubicBezTo>
                  <a:pt x="81497" y="76896"/>
                  <a:pt x="80142" y="77606"/>
                  <a:pt x="78980" y="77993"/>
                </a:cubicBezTo>
                <a:cubicBezTo>
                  <a:pt x="77819" y="78380"/>
                  <a:pt x="76657" y="78573"/>
                  <a:pt x="75496" y="78573"/>
                </a:cubicBezTo>
                <a:cubicBezTo>
                  <a:pt x="72915" y="78573"/>
                  <a:pt x="70850" y="77864"/>
                  <a:pt x="69301" y="76444"/>
                </a:cubicBezTo>
                <a:cubicBezTo>
                  <a:pt x="67753" y="75025"/>
                  <a:pt x="66978" y="73154"/>
                  <a:pt x="66978" y="70832"/>
                </a:cubicBezTo>
                <a:cubicBezTo>
                  <a:pt x="66978" y="67606"/>
                  <a:pt x="68011" y="64962"/>
                  <a:pt x="70075" y="62897"/>
                </a:cubicBezTo>
                <a:cubicBezTo>
                  <a:pt x="72140" y="60833"/>
                  <a:pt x="74205" y="59478"/>
                  <a:pt x="76270" y="58833"/>
                </a:cubicBezTo>
                <a:lnTo>
                  <a:pt x="79367" y="58253"/>
                </a:lnTo>
                <a:cubicBezTo>
                  <a:pt x="77819" y="56704"/>
                  <a:pt x="76270" y="55930"/>
                  <a:pt x="74721" y="55930"/>
                </a:cubicBezTo>
                <a:lnTo>
                  <a:pt x="73947" y="55930"/>
                </a:lnTo>
                <a:cubicBezTo>
                  <a:pt x="69817" y="56317"/>
                  <a:pt x="65752" y="57930"/>
                  <a:pt x="61752" y="60768"/>
                </a:cubicBezTo>
                <a:cubicBezTo>
                  <a:pt x="57751" y="63607"/>
                  <a:pt x="53041" y="67736"/>
                  <a:pt x="47620" y="73154"/>
                </a:cubicBezTo>
                <a:cubicBezTo>
                  <a:pt x="42200" y="78573"/>
                  <a:pt x="37941" y="82508"/>
                  <a:pt x="34844" y="84960"/>
                </a:cubicBezTo>
                <a:cubicBezTo>
                  <a:pt x="35102" y="85089"/>
                  <a:pt x="36070" y="85282"/>
                  <a:pt x="37748" y="85540"/>
                </a:cubicBezTo>
                <a:cubicBezTo>
                  <a:pt x="39426" y="85798"/>
                  <a:pt x="40974" y="86185"/>
                  <a:pt x="42394" y="86701"/>
                </a:cubicBezTo>
                <a:cubicBezTo>
                  <a:pt x="43813" y="87218"/>
                  <a:pt x="45491" y="87734"/>
                  <a:pt x="47427" y="88250"/>
                </a:cubicBezTo>
                <a:cubicBezTo>
                  <a:pt x="49363" y="88766"/>
                  <a:pt x="51105" y="89669"/>
                  <a:pt x="52653" y="90959"/>
                </a:cubicBezTo>
                <a:cubicBezTo>
                  <a:pt x="54202" y="92249"/>
                  <a:pt x="55622" y="93411"/>
                  <a:pt x="56912" y="94443"/>
                </a:cubicBezTo>
                <a:cubicBezTo>
                  <a:pt x="58203" y="95475"/>
                  <a:pt x="59300" y="97152"/>
                  <a:pt x="60203" y="99474"/>
                </a:cubicBezTo>
                <a:cubicBezTo>
                  <a:pt x="61106" y="101797"/>
                  <a:pt x="61493" y="103926"/>
                  <a:pt x="61364" y="105861"/>
                </a:cubicBezTo>
                <a:cubicBezTo>
                  <a:pt x="61364" y="108054"/>
                  <a:pt x="61042" y="110699"/>
                  <a:pt x="60397" y="113796"/>
                </a:cubicBezTo>
                <a:cubicBezTo>
                  <a:pt x="59751" y="116892"/>
                  <a:pt x="59364" y="119473"/>
                  <a:pt x="59235" y="121537"/>
                </a:cubicBezTo>
                <a:cubicBezTo>
                  <a:pt x="59235" y="126698"/>
                  <a:pt x="60977" y="129278"/>
                  <a:pt x="64462" y="129278"/>
                </a:cubicBezTo>
                <a:cubicBezTo>
                  <a:pt x="70656" y="129278"/>
                  <a:pt x="75689" y="121601"/>
                  <a:pt x="79561" y="106248"/>
                </a:cubicBezTo>
                <a:cubicBezTo>
                  <a:pt x="79819" y="105216"/>
                  <a:pt x="81109" y="104700"/>
                  <a:pt x="83432" y="104700"/>
                </a:cubicBezTo>
                <a:lnTo>
                  <a:pt x="84207" y="104700"/>
                </a:lnTo>
                <a:cubicBezTo>
                  <a:pt x="86272" y="104700"/>
                  <a:pt x="87304" y="105280"/>
                  <a:pt x="87304" y="106442"/>
                </a:cubicBezTo>
                <a:cubicBezTo>
                  <a:pt x="87304" y="107087"/>
                  <a:pt x="87110" y="107990"/>
                  <a:pt x="86723" y="109151"/>
                </a:cubicBezTo>
                <a:cubicBezTo>
                  <a:pt x="81432" y="127343"/>
                  <a:pt x="73818" y="136439"/>
                  <a:pt x="63881" y="136439"/>
                </a:cubicBezTo>
                <a:cubicBezTo>
                  <a:pt x="58074" y="136439"/>
                  <a:pt x="53363" y="134761"/>
                  <a:pt x="49750" y="131407"/>
                </a:cubicBezTo>
                <a:cubicBezTo>
                  <a:pt x="46136" y="128052"/>
                  <a:pt x="44330" y="123214"/>
                  <a:pt x="44330" y="116892"/>
                </a:cubicBezTo>
                <a:cubicBezTo>
                  <a:pt x="44330" y="114570"/>
                  <a:pt x="44523" y="112570"/>
                  <a:pt x="44910" y="110893"/>
                </a:cubicBezTo>
                <a:cubicBezTo>
                  <a:pt x="45297" y="109215"/>
                  <a:pt x="45491" y="107667"/>
                  <a:pt x="45491" y="106248"/>
                </a:cubicBezTo>
                <a:cubicBezTo>
                  <a:pt x="45491" y="103410"/>
                  <a:pt x="44588" y="100958"/>
                  <a:pt x="42781" y="98894"/>
                </a:cubicBezTo>
                <a:cubicBezTo>
                  <a:pt x="40974" y="96830"/>
                  <a:pt x="38716" y="95346"/>
                  <a:pt x="36006" y="94443"/>
                </a:cubicBezTo>
                <a:cubicBezTo>
                  <a:pt x="33296" y="93540"/>
                  <a:pt x="31102" y="92830"/>
                  <a:pt x="29424" y="92314"/>
                </a:cubicBezTo>
                <a:cubicBezTo>
                  <a:pt x="27746" y="91798"/>
                  <a:pt x="26585" y="91604"/>
                  <a:pt x="25940" y="91733"/>
                </a:cubicBezTo>
                <a:lnTo>
                  <a:pt x="25552" y="91733"/>
                </a:lnTo>
                <a:cubicBezTo>
                  <a:pt x="24004" y="97152"/>
                  <a:pt x="22649" y="102377"/>
                  <a:pt x="21487" y="107409"/>
                </a:cubicBezTo>
                <a:cubicBezTo>
                  <a:pt x="20326" y="112441"/>
                  <a:pt x="19422" y="116183"/>
                  <a:pt x="18777" y="118634"/>
                </a:cubicBezTo>
                <a:cubicBezTo>
                  <a:pt x="18132" y="121085"/>
                  <a:pt x="17551" y="123472"/>
                  <a:pt x="17035" y="125795"/>
                </a:cubicBezTo>
                <a:cubicBezTo>
                  <a:pt x="16519" y="128117"/>
                  <a:pt x="16067" y="129665"/>
                  <a:pt x="15680" y="130439"/>
                </a:cubicBezTo>
                <a:cubicBezTo>
                  <a:pt x="15293" y="131213"/>
                  <a:pt x="14841" y="132052"/>
                  <a:pt x="14325" y="132955"/>
                </a:cubicBezTo>
                <a:cubicBezTo>
                  <a:pt x="13809" y="133858"/>
                  <a:pt x="13099" y="134439"/>
                  <a:pt x="12195" y="134697"/>
                </a:cubicBezTo>
                <a:cubicBezTo>
                  <a:pt x="10518" y="135858"/>
                  <a:pt x="8711" y="136439"/>
                  <a:pt x="6775" y="136439"/>
                </a:cubicBezTo>
                <a:cubicBezTo>
                  <a:pt x="4581" y="136439"/>
                  <a:pt x="2904" y="135794"/>
                  <a:pt x="1742" y="134503"/>
                </a:cubicBezTo>
                <a:cubicBezTo>
                  <a:pt x="581" y="133213"/>
                  <a:pt x="0" y="132117"/>
                  <a:pt x="0" y="131213"/>
                </a:cubicBezTo>
                <a:cubicBezTo>
                  <a:pt x="0" y="129923"/>
                  <a:pt x="2387" y="119602"/>
                  <a:pt x="7162" y="100249"/>
                </a:cubicBezTo>
                <a:cubicBezTo>
                  <a:pt x="11937" y="80896"/>
                  <a:pt x="16648" y="61865"/>
                  <a:pt x="21294" y="43157"/>
                </a:cubicBezTo>
                <a:lnTo>
                  <a:pt x="28456" y="15095"/>
                </a:lnTo>
                <a:cubicBezTo>
                  <a:pt x="28585" y="13418"/>
                  <a:pt x="28133" y="12386"/>
                  <a:pt x="27101" y="11999"/>
                </a:cubicBezTo>
                <a:cubicBezTo>
                  <a:pt x="26069" y="11612"/>
                  <a:pt x="23552" y="11289"/>
                  <a:pt x="19551" y="11031"/>
                </a:cubicBezTo>
                <a:lnTo>
                  <a:pt x="18584" y="11031"/>
                </a:lnTo>
                <a:cubicBezTo>
                  <a:pt x="17293" y="11031"/>
                  <a:pt x="16454" y="11031"/>
                  <a:pt x="16067" y="11031"/>
                </a:cubicBezTo>
                <a:cubicBezTo>
                  <a:pt x="15680" y="11031"/>
                  <a:pt x="15228" y="10838"/>
                  <a:pt x="14712" y="10451"/>
                </a:cubicBezTo>
                <a:cubicBezTo>
                  <a:pt x="14196" y="10064"/>
                  <a:pt x="14002" y="9612"/>
                  <a:pt x="14131" y="9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A5358-79D6-4DAD-9D51-1F345D53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223" y="3635454"/>
            <a:ext cx="344568" cy="386107"/>
          </a:xfrm>
          <a:custGeom xmlns:a="http://schemas.openxmlformats.org/drawingml/2006/main">
            <a:pathLst>
              <a:path w="344568" h="386107">
                <a:moveTo>
                  <a:pt x="344568" y="193054"/>
                </a:moveTo>
                <a:cubicBezTo>
                  <a:pt x="344568" y="205729"/>
                  <a:pt x="343466" y="218282"/>
                  <a:pt x="341259" y="230715"/>
                </a:cubicBezTo>
                <a:cubicBezTo>
                  <a:pt x="339052" y="243147"/>
                  <a:pt x="335783" y="255220"/>
                  <a:pt x="331454" y="266931"/>
                </a:cubicBezTo>
                <a:cubicBezTo>
                  <a:pt x="327125" y="278642"/>
                  <a:pt x="321819" y="289768"/>
                  <a:pt x="315534" y="300308"/>
                </a:cubicBezTo>
                <a:cubicBezTo>
                  <a:pt x="309248" y="310848"/>
                  <a:pt x="302107" y="320599"/>
                  <a:pt x="294109" y="329563"/>
                </a:cubicBezTo>
                <a:cubicBezTo>
                  <a:pt x="286107" y="338526"/>
                  <a:pt x="277405" y="346528"/>
                  <a:pt x="267999" y="353571"/>
                </a:cubicBezTo>
                <a:cubicBezTo>
                  <a:pt x="258594" y="360613"/>
                  <a:pt x="248667" y="366560"/>
                  <a:pt x="238214" y="371411"/>
                </a:cubicBezTo>
                <a:cubicBezTo>
                  <a:pt x="227763" y="376262"/>
                  <a:pt x="216990" y="379923"/>
                  <a:pt x="205895" y="382397"/>
                </a:cubicBezTo>
                <a:cubicBezTo>
                  <a:pt x="194801" y="384870"/>
                  <a:pt x="183597" y="386106"/>
                  <a:pt x="172285" y="386107"/>
                </a:cubicBezTo>
                <a:cubicBezTo>
                  <a:pt x="160973" y="386106"/>
                  <a:pt x="149768" y="384870"/>
                  <a:pt x="138673" y="382397"/>
                </a:cubicBezTo>
                <a:cubicBezTo>
                  <a:pt x="127579" y="379923"/>
                  <a:pt x="116806" y="376262"/>
                  <a:pt x="106355" y="371411"/>
                </a:cubicBezTo>
                <a:cubicBezTo>
                  <a:pt x="95903" y="366560"/>
                  <a:pt x="85973" y="360613"/>
                  <a:pt x="76567" y="353571"/>
                </a:cubicBezTo>
                <a:cubicBezTo>
                  <a:pt x="67161" y="346528"/>
                  <a:pt x="58459" y="338526"/>
                  <a:pt x="50461" y="329563"/>
                </a:cubicBezTo>
                <a:cubicBezTo>
                  <a:pt x="42462" y="320599"/>
                  <a:pt x="35320" y="310848"/>
                  <a:pt x="29035" y="300308"/>
                </a:cubicBezTo>
                <a:cubicBezTo>
                  <a:pt x="22750" y="289768"/>
                  <a:pt x="17443" y="278642"/>
                  <a:pt x="13114" y="266931"/>
                </a:cubicBezTo>
                <a:cubicBezTo>
                  <a:pt x="8785" y="255220"/>
                  <a:pt x="5518" y="243148"/>
                  <a:pt x="3311" y="230716"/>
                </a:cubicBezTo>
                <a:cubicBezTo>
                  <a:pt x="1104" y="218284"/>
                  <a:pt x="0" y="205729"/>
                  <a:pt x="2" y="193054"/>
                </a:cubicBezTo>
                <a:cubicBezTo>
                  <a:pt x="0" y="180377"/>
                  <a:pt x="1103" y="167823"/>
                  <a:pt x="3310" y="155391"/>
                </a:cubicBezTo>
                <a:cubicBezTo>
                  <a:pt x="5518" y="142957"/>
                  <a:pt x="8785" y="130884"/>
                  <a:pt x="13114" y="119173"/>
                </a:cubicBezTo>
                <a:cubicBezTo>
                  <a:pt x="17443" y="107462"/>
                  <a:pt x="22750" y="96337"/>
                  <a:pt x="29035" y="85797"/>
                </a:cubicBezTo>
                <a:cubicBezTo>
                  <a:pt x="35320" y="75258"/>
                  <a:pt x="42462" y="65507"/>
                  <a:pt x="50461" y="56544"/>
                </a:cubicBezTo>
                <a:cubicBezTo>
                  <a:pt x="58459" y="47581"/>
                  <a:pt x="67161" y="39578"/>
                  <a:pt x="76567" y="32533"/>
                </a:cubicBezTo>
                <a:cubicBezTo>
                  <a:pt x="85973" y="25491"/>
                  <a:pt x="95903" y="19546"/>
                  <a:pt x="106355" y="14694"/>
                </a:cubicBezTo>
                <a:cubicBezTo>
                  <a:pt x="116806" y="9844"/>
                  <a:pt x="127579" y="6182"/>
                  <a:pt x="138673" y="3708"/>
                </a:cubicBezTo>
                <a:cubicBezTo>
                  <a:pt x="149768" y="1237"/>
                  <a:pt x="160973" y="0"/>
                  <a:pt x="172285" y="0"/>
                </a:cubicBezTo>
                <a:cubicBezTo>
                  <a:pt x="183597" y="0"/>
                  <a:pt x="194801" y="1237"/>
                  <a:pt x="205895" y="3708"/>
                </a:cubicBezTo>
                <a:cubicBezTo>
                  <a:pt x="216990" y="6182"/>
                  <a:pt x="227763" y="9844"/>
                  <a:pt x="238214" y="14694"/>
                </a:cubicBezTo>
                <a:cubicBezTo>
                  <a:pt x="248667" y="19546"/>
                  <a:pt x="258595" y="25491"/>
                  <a:pt x="267999" y="32533"/>
                </a:cubicBezTo>
                <a:cubicBezTo>
                  <a:pt x="277405" y="39578"/>
                  <a:pt x="286107" y="47581"/>
                  <a:pt x="294107" y="56544"/>
                </a:cubicBezTo>
                <a:cubicBezTo>
                  <a:pt x="302105" y="65507"/>
                  <a:pt x="309248" y="75258"/>
                  <a:pt x="315532" y="85797"/>
                </a:cubicBezTo>
                <a:cubicBezTo>
                  <a:pt x="321817" y="96337"/>
                  <a:pt x="327125" y="107462"/>
                  <a:pt x="331454" y="119173"/>
                </a:cubicBezTo>
                <a:cubicBezTo>
                  <a:pt x="335783" y="130884"/>
                  <a:pt x="339052" y="142957"/>
                  <a:pt x="341259" y="155391"/>
                </a:cubicBezTo>
                <a:cubicBezTo>
                  <a:pt x="343466" y="167823"/>
                  <a:pt x="344568" y="180377"/>
                  <a:pt x="344568" y="193054"/>
                </a:cubicBezTo>
                <a:close/>
              </a:path>
            </a:pathLst>
          </a:custGeom>
          <a:solidFill xmlns:a="http://schemas.openxmlformats.org/drawingml/2006/main">
            <a:srgbClr val="8DA0C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Text 1">
            <a:extLst xmlns:a="http://schemas.openxmlformats.org/drawingml/2006/main">
              <a:ext uri="{FF2B5EF4-FFF2-40B4-BE49-F238E27FC236}">
                <a16:creationId xmlns:a16="http://schemas.microsoft.com/office/drawing/2014/main" id="{6FFC07EF-E091-4FC0-8688-82381755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086" y="3738818"/>
            <a:ext cx="59854" cy="161305"/>
          </a:xfrm>
          <a:custGeom xmlns:a="http://schemas.openxmlformats.org/drawingml/2006/main">
            <a:pathLst>
              <a:path w="59854" h="161305">
                <a:moveTo>
                  <a:pt x="0" y="46604"/>
                </a:moveTo>
                <a:lnTo>
                  <a:pt x="0" y="30994"/>
                </a:lnTo>
                <a:cubicBezTo>
                  <a:pt x="14709" y="29561"/>
                  <a:pt x="24967" y="27167"/>
                  <a:pt x="30776" y="23811"/>
                </a:cubicBezTo>
                <a:cubicBezTo>
                  <a:pt x="36584" y="20455"/>
                  <a:pt x="40921" y="12518"/>
                  <a:pt x="43787" y="0"/>
                </a:cubicBezTo>
                <a:lnTo>
                  <a:pt x="59854" y="0"/>
                </a:lnTo>
                <a:lnTo>
                  <a:pt x="59854" y="161305"/>
                </a:lnTo>
                <a:lnTo>
                  <a:pt x="38130" y="161305"/>
                </a:lnTo>
                <a:lnTo>
                  <a:pt x="38130" y="46604"/>
                </a:lnTo>
                <a:lnTo>
                  <a:pt x="0" y="46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17591-8127-4247-9FBA-8DCACE01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10" y="3444709"/>
            <a:ext cx="10" cy="190737"/>
          </a:xfrm>
          <a:custGeom xmlns:a="http://schemas.openxmlformats.org/drawingml/2006/main">
            <a:pathLst>
              <a:path w="1" h="190737" fill="none">
                <a:moveTo>
                  <a:pt x="0" y="190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59823-649A-46F5-8A70-4636CD05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887" y="3386802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6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1413E-5074-4177-8AD4-E9B739C1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890" y="3386793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DACED-C372-4545-B5AE-2C25DC0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924" y="4021552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59114-AB34-46BE-87D8-CA2251AC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934" y="4156698"/>
            <a:ext cx="1378168" cy="579160"/>
          </a:xfrm>
          <a:custGeom xmlns:a="http://schemas.openxmlformats.org/drawingml/2006/main">
            <a:pathLst>
              <a:path w="1378168" h="579160">
                <a:moveTo>
                  <a:pt x="0" y="579160"/>
                </a:moveTo>
                <a:lnTo>
                  <a:pt x="386204" y="0"/>
                </a:lnTo>
                <a:lnTo>
                  <a:pt x="991964" y="0"/>
                </a:lnTo>
                <a:lnTo>
                  <a:pt x="1378168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C9EF7-3AA2-44F2-A9EB-B37EA3E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937" y="4156689"/>
            <a:ext cx="1378168" cy="579159"/>
          </a:xfrm>
          <a:custGeom xmlns:a="http://schemas.openxmlformats.org/drawingml/2006/main">
            <a:pathLst>
              <a:path w="1378168" h="579159" fill="none">
                <a:moveTo>
                  <a:pt x="0" y="579159"/>
                </a:moveTo>
                <a:lnTo>
                  <a:pt x="386204" y="0"/>
                </a:lnTo>
                <a:lnTo>
                  <a:pt x="991964" y="0"/>
                </a:lnTo>
                <a:lnTo>
                  <a:pt x="1378168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>
                <a:alpha val="60000"/>
              </a:srgbClr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02424-E834-4BA1-A719-5E5E86DD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279" y="4344153"/>
            <a:ext cx="272981" cy="192982"/>
          </a:xfrm>
          <a:custGeom xmlns:a="http://schemas.openxmlformats.org/drawingml/2006/main">
            <a:pathLst>
              <a:path w="272981" h="192982">
                <a:moveTo>
                  <a:pt x="105413" y="0"/>
                </a:moveTo>
                <a:cubicBezTo>
                  <a:pt x="107969" y="0"/>
                  <a:pt x="112532" y="91"/>
                  <a:pt x="119105" y="274"/>
                </a:cubicBezTo>
                <a:cubicBezTo>
                  <a:pt x="125675" y="456"/>
                  <a:pt x="131790" y="639"/>
                  <a:pt x="137450" y="821"/>
                </a:cubicBezTo>
                <a:cubicBezTo>
                  <a:pt x="146759" y="821"/>
                  <a:pt x="154515" y="730"/>
                  <a:pt x="160722" y="547"/>
                </a:cubicBezTo>
                <a:cubicBezTo>
                  <a:pt x="166929" y="365"/>
                  <a:pt x="170487" y="274"/>
                  <a:pt x="171401" y="274"/>
                </a:cubicBezTo>
                <a:cubicBezTo>
                  <a:pt x="174687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4" y="12409"/>
                  <a:pt x="170305" y="12592"/>
                  <a:pt x="167019" y="12592"/>
                </a:cubicBezTo>
                <a:cubicBezTo>
                  <a:pt x="162456" y="12774"/>
                  <a:pt x="158805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8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5" y="148364"/>
                </a:lnTo>
                <a:cubicBezTo>
                  <a:pt x="159171" y="147816"/>
                  <a:pt x="159719" y="146904"/>
                  <a:pt x="160449" y="145627"/>
                </a:cubicBezTo>
                <a:cubicBezTo>
                  <a:pt x="161178" y="144349"/>
                  <a:pt x="162273" y="142615"/>
                  <a:pt x="163734" y="140426"/>
                </a:cubicBezTo>
                <a:cubicBezTo>
                  <a:pt x="165195" y="138236"/>
                  <a:pt x="166746" y="135498"/>
                  <a:pt x="168389" y="132214"/>
                </a:cubicBezTo>
                <a:cubicBezTo>
                  <a:pt x="170031" y="128929"/>
                  <a:pt x="172222" y="125188"/>
                  <a:pt x="174960" y="120990"/>
                </a:cubicBezTo>
                <a:cubicBezTo>
                  <a:pt x="177699" y="116793"/>
                  <a:pt x="180436" y="111866"/>
                  <a:pt x="183174" y="106209"/>
                </a:cubicBezTo>
                <a:cubicBezTo>
                  <a:pt x="185913" y="100552"/>
                  <a:pt x="189471" y="94438"/>
                  <a:pt x="193852" y="87869"/>
                </a:cubicBezTo>
                <a:cubicBezTo>
                  <a:pt x="212836" y="54291"/>
                  <a:pt x="223606" y="35129"/>
                  <a:pt x="226162" y="30384"/>
                </a:cubicBezTo>
                <a:cubicBezTo>
                  <a:pt x="228717" y="25640"/>
                  <a:pt x="230086" y="22720"/>
                  <a:pt x="230269" y="21625"/>
                </a:cubicBezTo>
                <a:cubicBezTo>
                  <a:pt x="230269" y="18888"/>
                  <a:pt x="228535" y="16698"/>
                  <a:pt x="225066" y="15055"/>
                </a:cubicBezTo>
                <a:cubicBezTo>
                  <a:pt x="221598" y="13413"/>
                  <a:pt x="217765" y="12592"/>
                  <a:pt x="213567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0" y="6296"/>
                </a:cubicBezTo>
                <a:cubicBezTo>
                  <a:pt x="211011" y="3376"/>
                  <a:pt x="211558" y="1642"/>
                  <a:pt x="211924" y="1095"/>
                </a:cubicBezTo>
                <a:cubicBezTo>
                  <a:pt x="212289" y="547"/>
                  <a:pt x="213567" y="274"/>
                  <a:pt x="215757" y="274"/>
                </a:cubicBezTo>
                <a:cubicBezTo>
                  <a:pt x="216304" y="274"/>
                  <a:pt x="217855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4" y="274"/>
                  <a:pt x="240581" y="365"/>
                  <a:pt x="245875" y="547"/>
                </a:cubicBezTo>
                <a:cubicBezTo>
                  <a:pt x="257923" y="547"/>
                  <a:pt x="265679" y="365"/>
                  <a:pt x="269149" y="0"/>
                </a:cubicBezTo>
                <a:cubicBezTo>
                  <a:pt x="271703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59" y="7664"/>
                </a:cubicBezTo>
                <a:cubicBezTo>
                  <a:pt x="271613" y="9672"/>
                  <a:pt x="270974" y="11041"/>
                  <a:pt x="270244" y="11771"/>
                </a:cubicBezTo>
                <a:cubicBezTo>
                  <a:pt x="269513" y="12500"/>
                  <a:pt x="268601" y="12774"/>
                  <a:pt x="267506" y="12592"/>
                </a:cubicBezTo>
                <a:cubicBezTo>
                  <a:pt x="263489" y="12592"/>
                  <a:pt x="259838" y="13139"/>
                  <a:pt x="256553" y="14234"/>
                </a:cubicBezTo>
                <a:cubicBezTo>
                  <a:pt x="253268" y="15329"/>
                  <a:pt x="250529" y="16606"/>
                  <a:pt x="248339" y="18066"/>
                </a:cubicBezTo>
                <a:cubicBezTo>
                  <a:pt x="246149" y="19526"/>
                  <a:pt x="244415" y="21077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6" y="192344"/>
                  <a:pt x="142925" y="192982"/>
                  <a:pt x="139640" y="192982"/>
                </a:cubicBezTo>
                <a:cubicBezTo>
                  <a:pt x="136901" y="192982"/>
                  <a:pt x="135167" y="192526"/>
                  <a:pt x="134438" y="191614"/>
                </a:cubicBezTo>
                <a:cubicBezTo>
                  <a:pt x="133889" y="191066"/>
                  <a:pt x="132155" y="168620"/>
                  <a:pt x="129236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8" y="67247"/>
                  <a:pt x="105596" y="87595"/>
                  <a:pt x="86248" y="121538"/>
                </a:cubicBezTo>
                <a:cubicBezTo>
                  <a:pt x="59962" y="167525"/>
                  <a:pt x="46638" y="190701"/>
                  <a:pt x="46273" y="191066"/>
                </a:cubicBezTo>
                <a:cubicBezTo>
                  <a:pt x="45907" y="191431"/>
                  <a:pt x="45451" y="191796"/>
                  <a:pt x="44904" y="192161"/>
                </a:cubicBezTo>
                <a:cubicBezTo>
                  <a:pt x="43990" y="192709"/>
                  <a:pt x="42348" y="192982"/>
                  <a:pt x="39975" y="192982"/>
                </a:cubicBezTo>
                <a:cubicBezTo>
                  <a:pt x="36507" y="192982"/>
                  <a:pt x="34591" y="192344"/>
                  <a:pt x="34225" y="191066"/>
                </a:cubicBezTo>
                <a:cubicBezTo>
                  <a:pt x="34225" y="190519"/>
                  <a:pt x="32218" y="161412"/>
                  <a:pt x="28201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40" y="15055"/>
                  <a:pt x="20626" y="14052"/>
                  <a:pt x="19167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6" y="0"/>
                </a:lnTo>
                <a:cubicBezTo>
                  <a:pt x="14511" y="547"/>
                  <a:pt x="23638" y="821"/>
                  <a:pt x="34225" y="821"/>
                </a:cubicBezTo>
                <a:cubicBezTo>
                  <a:pt x="57043" y="821"/>
                  <a:pt x="69547" y="547"/>
                  <a:pt x="71737" y="0"/>
                </a:cubicBezTo>
                <a:lnTo>
                  <a:pt x="74474" y="0"/>
                </a:lnTo>
                <a:cubicBezTo>
                  <a:pt x="75569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69" y="7391"/>
                </a:cubicBezTo>
                <a:cubicBezTo>
                  <a:pt x="74657" y="10128"/>
                  <a:pt x="73835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9" y="14690"/>
                  <a:pt x="49558" y="17245"/>
                </a:cubicBezTo>
                <a:cubicBezTo>
                  <a:pt x="55034" y="101190"/>
                  <a:pt x="58138" y="145353"/>
                  <a:pt x="58867" y="149733"/>
                </a:cubicBezTo>
                <a:lnTo>
                  <a:pt x="123212" y="36407"/>
                </a:lnTo>
                <a:lnTo>
                  <a:pt x="122663" y="26278"/>
                </a:lnTo>
                <a:cubicBezTo>
                  <a:pt x="122117" y="18614"/>
                  <a:pt x="121203" y="14508"/>
                  <a:pt x="119926" y="13960"/>
                </a:cubicBezTo>
                <a:cubicBezTo>
                  <a:pt x="118830" y="13230"/>
                  <a:pt x="114998" y="12774"/>
                  <a:pt x="108425" y="12592"/>
                </a:cubicBezTo>
                <a:cubicBezTo>
                  <a:pt x="104957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7" y="5566"/>
                  <a:pt x="100850" y="4745"/>
                  <a:pt x="101033" y="3832"/>
                </a:cubicBezTo>
                <a:cubicBezTo>
                  <a:pt x="101216" y="2920"/>
                  <a:pt x="101306" y="2281"/>
                  <a:pt x="101306" y="1916"/>
                </a:cubicBezTo>
                <a:cubicBezTo>
                  <a:pt x="101306" y="1551"/>
                  <a:pt x="101581" y="1186"/>
                  <a:pt x="102128" y="821"/>
                </a:cubicBezTo>
                <a:cubicBezTo>
                  <a:pt x="102676" y="456"/>
                  <a:pt x="103040" y="274"/>
                  <a:pt x="103223" y="274"/>
                </a:cubicBezTo>
                <a:cubicBezTo>
                  <a:pt x="103406" y="274"/>
                  <a:pt x="104137" y="182"/>
                  <a:pt x="10541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7B82E-864C-41E3-B968-77261FB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278" y="4344154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295E5-7BFB-4FDF-900F-9301B54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886" y="4486440"/>
            <a:ext cx="86336" cy="87863"/>
          </a:xfrm>
          <a:custGeom xmlns:a="http://schemas.openxmlformats.org/drawingml/2006/main">
            <a:pathLst>
              <a:path w="86336" h="87863">
                <a:moveTo>
                  <a:pt x="29423" y="12192"/>
                </a:moveTo>
                <a:cubicBezTo>
                  <a:pt x="29423" y="8967"/>
                  <a:pt x="28198" y="7354"/>
                  <a:pt x="25745" y="7354"/>
                </a:cubicBezTo>
                <a:cubicBezTo>
                  <a:pt x="22648" y="7354"/>
                  <a:pt x="19422" y="9225"/>
                  <a:pt x="16067" y="12966"/>
                </a:cubicBezTo>
                <a:cubicBezTo>
                  <a:pt x="12711" y="16708"/>
                  <a:pt x="9936" y="22449"/>
                  <a:pt x="7743" y="30191"/>
                </a:cubicBezTo>
                <a:cubicBezTo>
                  <a:pt x="7614" y="30320"/>
                  <a:pt x="7485" y="30513"/>
                  <a:pt x="7356" y="30771"/>
                </a:cubicBezTo>
                <a:cubicBezTo>
                  <a:pt x="7226" y="31029"/>
                  <a:pt x="7163" y="31223"/>
                  <a:pt x="7163" y="31352"/>
                </a:cubicBezTo>
                <a:cubicBezTo>
                  <a:pt x="7163" y="31481"/>
                  <a:pt x="7033" y="31610"/>
                  <a:pt x="6775" y="31739"/>
                </a:cubicBezTo>
                <a:cubicBezTo>
                  <a:pt x="6516" y="31868"/>
                  <a:pt x="6323" y="31932"/>
                  <a:pt x="6195" y="31932"/>
                </a:cubicBezTo>
                <a:cubicBezTo>
                  <a:pt x="6065" y="31932"/>
                  <a:pt x="5806" y="31932"/>
                  <a:pt x="5420" y="31932"/>
                </a:cubicBezTo>
                <a:cubicBezTo>
                  <a:pt x="5033" y="31932"/>
                  <a:pt x="4516" y="31932"/>
                  <a:pt x="3871" y="31932"/>
                </a:cubicBezTo>
                <a:lnTo>
                  <a:pt x="1162" y="31932"/>
                </a:lnTo>
                <a:cubicBezTo>
                  <a:pt x="387" y="31158"/>
                  <a:pt x="0" y="30578"/>
                  <a:pt x="0" y="30191"/>
                </a:cubicBezTo>
                <a:cubicBezTo>
                  <a:pt x="0" y="29288"/>
                  <a:pt x="517" y="27417"/>
                  <a:pt x="1548" y="24578"/>
                </a:cubicBezTo>
                <a:cubicBezTo>
                  <a:pt x="2580" y="21740"/>
                  <a:pt x="4130" y="18385"/>
                  <a:pt x="6195" y="14515"/>
                </a:cubicBezTo>
                <a:cubicBezTo>
                  <a:pt x="8259" y="10644"/>
                  <a:pt x="11098" y="7354"/>
                  <a:pt x="14712" y="4645"/>
                </a:cubicBezTo>
                <a:cubicBezTo>
                  <a:pt x="18325" y="1935"/>
                  <a:pt x="22390" y="516"/>
                  <a:pt x="26907" y="387"/>
                </a:cubicBezTo>
                <a:cubicBezTo>
                  <a:pt x="32328" y="387"/>
                  <a:pt x="36521" y="1935"/>
                  <a:pt x="39489" y="5032"/>
                </a:cubicBezTo>
                <a:cubicBezTo>
                  <a:pt x="42457" y="8128"/>
                  <a:pt x="44007" y="11741"/>
                  <a:pt x="44135" y="15869"/>
                </a:cubicBezTo>
                <a:cubicBezTo>
                  <a:pt x="44135" y="18063"/>
                  <a:pt x="43942" y="19740"/>
                  <a:pt x="43555" y="20901"/>
                </a:cubicBezTo>
                <a:cubicBezTo>
                  <a:pt x="43555" y="21675"/>
                  <a:pt x="42587" y="24514"/>
                  <a:pt x="40651" y="29417"/>
                </a:cubicBezTo>
                <a:cubicBezTo>
                  <a:pt x="38716" y="34319"/>
                  <a:pt x="36716" y="40061"/>
                  <a:pt x="34651" y="46641"/>
                </a:cubicBezTo>
                <a:cubicBezTo>
                  <a:pt x="32586" y="53221"/>
                  <a:pt x="31425" y="58962"/>
                  <a:pt x="31166" y="63865"/>
                </a:cubicBezTo>
                <a:cubicBezTo>
                  <a:pt x="31166" y="67348"/>
                  <a:pt x="31488" y="70187"/>
                  <a:pt x="32134" y="72380"/>
                </a:cubicBezTo>
                <a:cubicBezTo>
                  <a:pt x="33811" y="77928"/>
                  <a:pt x="37876" y="80702"/>
                  <a:pt x="44329" y="80702"/>
                </a:cubicBezTo>
                <a:cubicBezTo>
                  <a:pt x="49103" y="80702"/>
                  <a:pt x="53556" y="78509"/>
                  <a:pt x="57686" y="74122"/>
                </a:cubicBezTo>
                <a:cubicBezTo>
                  <a:pt x="61816" y="69735"/>
                  <a:pt x="65042" y="64639"/>
                  <a:pt x="67365" y="58833"/>
                </a:cubicBezTo>
                <a:cubicBezTo>
                  <a:pt x="69689" y="53027"/>
                  <a:pt x="71559" y="47673"/>
                  <a:pt x="72978" y="42770"/>
                </a:cubicBezTo>
                <a:cubicBezTo>
                  <a:pt x="74398" y="37867"/>
                  <a:pt x="75108" y="34319"/>
                  <a:pt x="75108" y="32126"/>
                </a:cubicBezTo>
                <a:cubicBezTo>
                  <a:pt x="75108" y="29158"/>
                  <a:pt x="74592" y="26578"/>
                  <a:pt x="73560" y="24385"/>
                </a:cubicBezTo>
                <a:cubicBezTo>
                  <a:pt x="72527" y="22191"/>
                  <a:pt x="71365" y="20514"/>
                  <a:pt x="70075" y="19353"/>
                </a:cubicBezTo>
                <a:cubicBezTo>
                  <a:pt x="68785" y="18192"/>
                  <a:pt x="67624" y="17031"/>
                  <a:pt x="66591" y="15869"/>
                </a:cubicBezTo>
                <a:cubicBezTo>
                  <a:pt x="65559" y="14708"/>
                  <a:pt x="65042" y="13289"/>
                  <a:pt x="65042" y="11612"/>
                </a:cubicBezTo>
                <a:cubicBezTo>
                  <a:pt x="65042" y="8773"/>
                  <a:pt x="66269" y="6128"/>
                  <a:pt x="68720" y="3677"/>
                </a:cubicBezTo>
                <a:cubicBezTo>
                  <a:pt x="71172" y="1226"/>
                  <a:pt x="73818" y="0"/>
                  <a:pt x="76657" y="0"/>
                </a:cubicBezTo>
                <a:cubicBezTo>
                  <a:pt x="79108" y="0"/>
                  <a:pt x="81303" y="1161"/>
                  <a:pt x="83238" y="3484"/>
                </a:cubicBezTo>
                <a:cubicBezTo>
                  <a:pt x="85174" y="5806"/>
                  <a:pt x="86206" y="9547"/>
                  <a:pt x="86336" y="14708"/>
                </a:cubicBezTo>
                <a:cubicBezTo>
                  <a:pt x="86336" y="18192"/>
                  <a:pt x="85561" y="23546"/>
                  <a:pt x="84013" y="30771"/>
                </a:cubicBezTo>
                <a:cubicBezTo>
                  <a:pt x="82464" y="37996"/>
                  <a:pt x="80076" y="46060"/>
                  <a:pt x="76850" y="54963"/>
                </a:cubicBezTo>
                <a:cubicBezTo>
                  <a:pt x="73623" y="63865"/>
                  <a:pt x="69042" y="71542"/>
                  <a:pt x="63106" y="77993"/>
                </a:cubicBezTo>
                <a:cubicBezTo>
                  <a:pt x="57170" y="84444"/>
                  <a:pt x="50330" y="87734"/>
                  <a:pt x="42587" y="87863"/>
                </a:cubicBezTo>
                <a:cubicBezTo>
                  <a:pt x="34328" y="87863"/>
                  <a:pt x="27746" y="85734"/>
                  <a:pt x="22842" y="81476"/>
                </a:cubicBezTo>
                <a:cubicBezTo>
                  <a:pt x="18067" y="77347"/>
                  <a:pt x="15679" y="71219"/>
                  <a:pt x="15679" y="63091"/>
                </a:cubicBezTo>
                <a:cubicBezTo>
                  <a:pt x="15679" y="59091"/>
                  <a:pt x="16196" y="54963"/>
                  <a:pt x="17229" y="50705"/>
                </a:cubicBezTo>
                <a:cubicBezTo>
                  <a:pt x="18260" y="46447"/>
                  <a:pt x="20907" y="38900"/>
                  <a:pt x="25165" y="28062"/>
                </a:cubicBezTo>
                <a:cubicBezTo>
                  <a:pt x="28005" y="19805"/>
                  <a:pt x="29423" y="14515"/>
                  <a:pt x="29423" y="1219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34F9A-1D0B-4EDB-B34F-ACBBDD8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887" y="4486440"/>
            <a:ext cx="86336" cy="87863"/>
          </a:xfrm>
          <a:custGeom xmlns:a="http://schemas.openxmlformats.org/drawingml/2006/main">
            <a:pathLst>
              <a:path w="86336" h="87863" fill="none">
                <a:moveTo>
                  <a:pt x="29424" y="12192"/>
                </a:moveTo>
                <a:cubicBezTo>
                  <a:pt x="29424" y="8967"/>
                  <a:pt x="28198" y="7354"/>
                  <a:pt x="25746" y="7354"/>
                </a:cubicBezTo>
                <a:cubicBezTo>
                  <a:pt x="22649" y="7354"/>
                  <a:pt x="19422" y="9225"/>
                  <a:pt x="16067" y="12967"/>
                </a:cubicBezTo>
                <a:cubicBezTo>
                  <a:pt x="12712" y="16708"/>
                  <a:pt x="9937" y="22449"/>
                  <a:pt x="7743" y="30191"/>
                </a:cubicBezTo>
                <a:cubicBezTo>
                  <a:pt x="7614" y="30320"/>
                  <a:pt x="7485" y="30513"/>
                  <a:pt x="7356" y="30771"/>
                </a:cubicBezTo>
                <a:cubicBezTo>
                  <a:pt x="7227" y="31029"/>
                  <a:pt x="7162" y="31223"/>
                  <a:pt x="7162" y="31352"/>
                </a:cubicBezTo>
                <a:cubicBezTo>
                  <a:pt x="7162" y="31481"/>
                  <a:pt x="7033" y="31610"/>
                  <a:pt x="6775" y="31739"/>
                </a:cubicBezTo>
                <a:cubicBezTo>
                  <a:pt x="6517" y="31868"/>
                  <a:pt x="6324" y="31932"/>
                  <a:pt x="6195" y="31932"/>
                </a:cubicBezTo>
                <a:cubicBezTo>
                  <a:pt x="6065" y="31932"/>
                  <a:pt x="5807" y="31932"/>
                  <a:pt x="5420" y="31932"/>
                </a:cubicBezTo>
                <a:cubicBezTo>
                  <a:pt x="5033" y="31932"/>
                  <a:pt x="4517" y="31932"/>
                  <a:pt x="3872" y="31932"/>
                </a:cubicBezTo>
                <a:lnTo>
                  <a:pt x="1161" y="31932"/>
                </a:lnTo>
                <a:cubicBezTo>
                  <a:pt x="387" y="31158"/>
                  <a:pt x="0" y="30578"/>
                  <a:pt x="0" y="30191"/>
                </a:cubicBezTo>
                <a:cubicBezTo>
                  <a:pt x="0" y="29288"/>
                  <a:pt x="516" y="27417"/>
                  <a:pt x="1549" y="24578"/>
                </a:cubicBezTo>
                <a:cubicBezTo>
                  <a:pt x="2581" y="21740"/>
                  <a:pt x="4130" y="18385"/>
                  <a:pt x="6195" y="14515"/>
                </a:cubicBezTo>
                <a:cubicBezTo>
                  <a:pt x="8259" y="10644"/>
                  <a:pt x="11099" y="7354"/>
                  <a:pt x="14712" y="4645"/>
                </a:cubicBezTo>
                <a:cubicBezTo>
                  <a:pt x="18325" y="1935"/>
                  <a:pt x="22391" y="516"/>
                  <a:pt x="26907" y="387"/>
                </a:cubicBezTo>
                <a:cubicBezTo>
                  <a:pt x="32328" y="387"/>
                  <a:pt x="36522" y="1935"/>
                  <a:pt x="39490" y="5032"/>
                </a:cubicBezTo>
                <a:cubicBezTo>
                  <a:pt x="42458" y="8128"/>
                  <a:pt x="44007" y="11741"/>
                  <a:pt x="44136" y="15869"/>
                </a:cubicBezTo>
                <a:cubicBezTo>
                  <a:pt x="44136" y="18063"/>
                  <a:pt x="43942" y="19740"/>
                  <a:pt x="43555" y="20901"/>
                </a:cubicBezTo>
                <a:cubicBezTo>
                  <a:pt x="43555" y="21675"/>
                  <a:pt x="42587" y="24514"/>
                  <a:pt x="40652" y="29417"/>
                </a:cubicBezTo>
                <a:cubicBezTo>
                  <a:pt x="38716" y="34319"/>
                  <a:pt x="36715" y="40061"/>
                  <a:pt x="34651" y="46641"/>
                </a:cubicBezTo>
                <a:cubicBezTo>
                  <a:pt x="32586" y="53221"/>
                  <a:pt x="31424" y="58962"/>
                  <a:pt x="31166" y="63865"/>
                </a:cubicBezTo>
                <a:cubicBezTo>
                  <a:pt x="31166" y="67348"/>
                  <a:pt x="31489" y="70187"/>
                  <a:pt x="32134" y="72380"/>
                </a:cubicBezTo>
                <a:cubicBezTo>
                  <a:pt x="33812" y="77928"/>
                  <a:pt x="37877" y="80702"/>
                  <a:pt x="44330" y="80702"/>
                </a:cubicBezTo>
                <a:cubicBezTo>
                  <a:pt x="49104" y="80702"/>
                  <a:pt x="53557" y="78509"/>
                  <a:pt x="57686" y="74122"/>
                </a:cubicBezTo>
                <a:cubicBezTo>
                  <a:pt x="61816" y="69735"/>
                  <a:pt x="65042" y="64639"/>
                  <a:pt x="67365" y="58833"/>
                </a:cubicBezTo>
                <a:cubicBezTo>
                  <a:pt x="69688" y="53027"/>
                  <a:pt x="71560" y="47673"/>
                  <a:pt x="72979" y="42770"/>
                </a:cubicBezTo>
                <a:cubicBezTo>
                  <a:pt x="74399" y="37867"/>
                  <a:pt x="75109" y="34319"/>
                  <a:pt x="75109" y="32126"/>
                </a:cubicBezTo>
                <a:cubicBezTo>
                  <a:pt x="75109" y="29159"/>
                  <a:pt x="74592" y="26578"/>
                  <a:pt x="73560" y="24385"/>
                </a:cubicBezTo>
                <a:cubicBezTo>
                  <a:pt x="72527" y="22191"/>
                  <a:pt x="71366" y="20514"/>
                  <a:pt x="70075" y="19353"/>
                </a:cubicBezTo>
                <a:cubicBezTo>
                  <a:pt x="68785" y="18192"/>
                  <a:pt x="67623" y="17031"/>
                  <a:pt x="66591" y="15869"/>
                </a:cubicBezTo>
                <a:cubicBezTo>
                  <a:pt x="65559" y="14708"/>
                  <a:pt x="65042" y="13289"/>
                  <a:pt x="65042" y="11612"/>
                </a:cubicBezTo>
                <a:cubicBezTo>
                  <a:pt x="65042" y="8773"/>
                  <a:pt x="66268" y="6128"/>
                  <a:pt x="68720" y="3677"/>
                </a:cubicBezTo>
                <a:cubicBezTo>
                  <a:pt x="71172" y="1226"/>
                  <a:pt x="73818" y="0"/>
                  <a:pt x="76657" y="0"/>
                </a:cubicBezTo>
                <a:cubicBezTo>
                  <a:pt x="79109" y="0"/>
                  <a:pt x="81303" y="1161"/>
                  <a:pt x="83239" y="3484"/>
                </a:cubicBezTo>
                <a:cubicBezTo>
                  <a:pt x="85175" y="5806"/>
                  <a:pt x="86207" y="9547"/>
                  <a:pt x="86336" y="14708"/>
                </a:cubicBezTo>
                <a:cubicBezTo>
                  <a:pt x="86336" y="18192"/>
                  <a:pt x="85562" y="23546"/>
                  <a:pt x="84013" y="30771"/>
                </a:cubicBezTo>
                <a:cubicBezTo>
                  <a:pt x="82465" y="37996"/>
                  <a:pt x="80077" y="46060"/>
                  <a:pt x="76851" y="54963"/>
                </a:cubicBezTo>
                <a:cubicBezTo>
                  <a:pt x="73624" y="63865"/>
                  <a:pt x="69043" y="71542"/>
                  <a:pt x="63107" y="77993"/>
                </a:cubicBezTo>
                <a:cubicBezTo>
                  <a:pt x="57170" y="84444"/>
                  <a:pt x="50330" y="87734"/>
                  <a:pt x="42587" y="87863"/>
                </a:cubicBezTo>
                <a:cubicBezTo>
                  <a:pt x="34328" y="87863"/>
                  <a:pt x="27746" y="85734"/>
                  <a:pt x="22842" y="81476"/>
                </a:cubicBezTo>
                <a:cubicBezTo>
                  <a:pt x="18067" y="77348"/>
                  <a:pt x="15680" y="71219"/>
                  <a:pt x="15680" y="63091"/>
                </a:cubicBezTo>
                <a:cubicBezTo>
                  <a:pt x="15680" y="59091"/>
                  <a:pt x="16196" y="54963"/>
                  <a:pt x="17229" y="50705"/>
                </a:cubicBezTo>
                <a:cubicBezTo>
                  <a:pt x="18261" y="46447"/>
                  <a:pt x="20906" y="38900"/>
                  <a:pt x="25165" y="28062"/>
                </a:cubicBezTo>
                <a:cubicBezTo>
                  <a:pt x="28004" y="19805"/>
                  <a:pt x="29424" y="14515"/>
                  <a:pt x="29424" y="12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5348B-21BB-43C9-93A9-77AFA7BA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636" y="3635454"/>
            <a:ext cx="344568" cy="386107"/>
          </a:xfrm>
          <a:custGeom xmlns:a="http://schemas.openxmlformats.org/drawingml/2006/main">
            <a:pathLst>
              <a:path w="344568" h="386107">
                <a:moveTo>
                  <a:pt x="344568" y="193054"/>
                </a:moveTo>
                <a:cubicBezTo>
                  <a:pt x="344568" y="205729"/>
                  <a:pt x="343466" y="218282"/>
                  <a:pt x="341259" y="230715"/>
                </a:cubicBezTo>
                <a:cubicBezTo>
                  <a:pt x="339051" y="243147"/>
                  <a:pt x="335782" y="255220"/>
                  <a:pt x="331454" y="266931"/>
                </a:cubicBezTo>
                <a:cubicBezTo>
                  <a:pt x="327124" y="278642"/>
                  <a:pt x="321819" y="289768"/>
                  <a:pt x="315534" y="300308"/>
                </a:cubicBezTo>
                <a:cubicBezTo>
                  <a:pt x="309248" y="310848"/>
                  <a:pt x="302107" y="320599"/>
                  <a:pt x="294107" y="329563"/>
                </a:cubicBezTo>
                <a:cubicBezTo>
                  <a:pt x="286107" y="338526"/>
                  <a:pt x="277405" y="346528"/>
                  <a:pt x="267999" y="353571"/>
                </a:cubicBezTo>
                <a:cubicBezTo>
                  <a:pt x="258592" y="360613"/>
                  <a:pt x="248664" y="366560"/>
                  <a:pt x="238214" y="371411"/>
                </a:cubicBezTo>
                <a:cubicBezTo>
                  <a:pt x="227763" y="376262"/>
                  <a:pt x="216990" y="379923"/>
                  <a:pt x="205895" y="382397"/>
                </a:cubicBezTo>
                <a:cubicBezTo>
                  <a:pt x="194799" y="384870"/>
                  <a:pt x="183596" y="386106"/>
                  <a:pt x="172285" y="386107"/>
                </a:cubicBezTo>
                <a:cubicBezTo>
                  <a:pt x="160971" y="386106"/>
                  <a:pt x="149768" y="384870"/>
                  <a:pt x="138672" y="382397"/>
                </a:cubicBezTo>
                <a:cubicBezTo>
                  <a:pt x="127577" y="379923"/>
                  <a:pt x="116803" y="376262"/>
                  <a:pt x="106353" y="371411"/>
                </a:cubicBezTo>
                <a:cubicBezTo>
                  <a:pt x="95902" y="366560"/>
                  <a:pt x="85973" y="360613"/>
                  <a:pt x="76567" y="353571"/>
                </a:cubicBezTo>
                <a:cubicBezTo>
                  <a:pt x="67161" y="346528"/>
                  <a:pt x="58461" y="338526"/>
                  <a:pt x="50461" y="329563"/>
                </a:cubicBezTo>
                <a:cubicBezTo>
                  <a:pt x="42462" y="320599"/>
                  <a:pt x="35320" y="310848"/>
                  <a:pt x="29035" y="300308"/>
                </a:cubicBezTo>
                <a:cubicBezTo>
                  <a:pt x="22751" y="289768"/>
                  <a:pt x="17443" y="278642"/>
                  <a:pt x="13114" y="266931"/>
                </a:cubicBezTo>
                <a:cubicBezTo>
                  <a:pt x="8785" y="255220"/>
                  <a:pt x="5518" y="243148"/>
                  <a:pt x="3311" y="230716"/>
                </a:cubicBezTo>
                <a:cubicBezTo>
                  <a:pt x="1104" y="218284"/>
                  <a:pt x="0" y="205729"/>
                  <a:pt x="0" y="193054"/>
                </a:cubicBezTo>
                <a:cubicBezTo>
                  <a:pt x="0" y="180377"/>
                  <a:pt x="1104" y="167823"/>
                  <a:pt x="3310" y="155391"/>
                </a:cubicBezTo>
                <a:cubicBezTo>
                  <a:pt x="5518" y="142957"/>
                  <a:pt x="8785" y="130884"/>
                  <a:pt x="13114" y="119173"/>
                </a:cubicBezTo>
                <a:cubicBezTo>
                  <a:pt x="17443" y="107462"/>
                  <a:pt x="22751" y="96337"/>
                  <a:pt x="29035" y="85797"/>
                </a:cubicBezTo>
                <a:cubicBezTo>
                  <a:pt x="35320" y="75258"/>
                  <a:pt x="42462" y="65507"/>
                  <a:pt x="50461" y="56544"/>
                </a:cubicBezTo>
                <a:cubicBezTo>
                  <a:pt x="58461" y="47581"/>
                  <a:pt x="67161" y="39578"/>
                  <a:pt x="76569" y="32533"/>
                </a:cubicBezTo>
                <a:cubicBezTo>
                  <a:pt x="85973" y="25491"/>
                  <a:pt x="95902" y="19546"/>
                  <a:pt x="106353" y="14694"/>
                </a:cubicBezTo>
                <a:cubicBezTo>
                  <a:pt x="116803" y="9844"/>
                  <a:pt x="127577" y="6182"/>
                  <a:pt x="138672" y="3708"/>
                </a:cubicBezTo>
                <a:cubicBezTo>
                  <a:pt x="149768" y="1237"/>
                  <a:pt x="160971" y="0"/>
                  <a:pt x="172285" y="0"/>
                </a:cubicBezTo>
                <a:cubicBezTo>
                  <a:pt x="183596" y="0"/>
                  <a:pt x="194799" y="1237"/>
                  <a:pt x="205895" y="3708"/>
                </a:cubicBezTo>
                <a:cubicBezTo>
                  <a:pt x="216990" y="6182"/>
                  <a:pt x="227763" y="9844"/>
                  <a:pt x="238214" y="14694"/>
                </a:cubicBezTo>
                <a:cubicBezTo>
                  <a:pt x="248664" y="19546"/>
                  <a:pt x="258592" y="25491"/>
                  <a:pt x="267999" y="32533"/>
                </a:cubicBezTo>
                <a:cubicBezTo>
                  <a:pt x="277405" y="39578"/>
                  <a:pt x="286107" y="47581"/>
                  <a:pt x="294107" y="56544"/>
                </a:cubicBezTo>
                <a:cubicBezTo>
                  <a:pt x="302107" y="65507"/>
                  <a:pt x="309248" y="75258"/>
                  <a:pt x="315534" y="85797"/>
                </a:cubicBezTo>
                <a:cubicBezTo>
                  <a:pt x="321819" y="96337"/>
                  <a:pt x="327124" y="107462"/>
                  <a:pt x="331454" y="119173"/>
                </a:cubicBezTo>
                <a:cubicBezTo>
                  <a:pt x="335782" y="130884"/>
                  <a:pt x="339051" y="142957"/>
                  <a:pt x="341259" y="155391"/>
                </a:cubicBezTo>
                <a:cubicBezTo>
                  <a:pt x="343466" y="167823"/>
                  <a:pt x="344568" y="180377"/>
                  <a:pt x="344568" y="193054"/>
                </a:cubicBezTo>
                <a:close/>
              </a:path>
            </a:pathLst>
          </a:custGeom>
          <a:solidFill xmlns:a="http://schemas.openxmlformats.org/drawingml/2006/main">
            <a:srgbClr val="55A868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A26D8-869C-4DE6-AD51-13CEF65C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924" y="3444709"/>
            <a:ext cx="10" cy="190737"/>
          </a:xfrm>
          <a:custGeom xmlns:a="http://schemas.openxmlformats.org/drawingml/2006/main">
            <a:pathLst>
              <a:path w="1" h="190737" fill="none">
                <a:moveTo>
                  <a:pt x="0" y="190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D515B-0081-491A-81E3-D0B4584A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01" y="3386802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6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77922-99C5-4069-BC27-0879B0B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04" y="3386793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>
                <a:alpha val="60000"/>
              </a:srgbClr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8BD81-2115-4B1E-AA94-DD138128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79" y="4064217"/>
            <a:ext cx="10" cy="131083"/>
          </a:xfrm>
          <a:custGeom xmlns:a="http://schemas.openxmlformats.org/drawingml/2006/main">
            <a:pathLst>
              <a:path w="1" h="131083" fill="none">
                <a:moveTo>
                  <a:pt x="0" y="1310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F2D9E-9589-4117-B146-D0C6C38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7" y="4195309"/>
            <a:ext cx="1378360" cy="579160"/>
          </a:xfrm>
          <a:custGeom xmlns:a="http://schemas.openxmlformats.org/drawingml/2006/main">
            <a:pathLst>
              <a:path w="1378360" h="579160">
                <a:moveTo>
                  <a:pt x="0" y="579160"/>
                </a:moveTo>
                <a:lnTo>
                  <a:pt x="386204" y="0"/>
                </a:lnTo>
                <a:lnTo>
                  <a:pt x="992157" y="0"/>
                </a:lnTo>
                <a:lnTo>
                  <a:pt x="1378360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5C74B-2725-4C78-88B5-0C3B0D1F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9" y="4195300"/>
            <a:ext cx="1378361" cy="579159"/>
          </a:xfrm>
          <a:custGeom xmlns:a="http://schemas.openxmlformats.org/drawingml/2006/main">
            <a:pathLst>
              <a:path w="1378361" h="579159" fill="none">
                <a:moveTo>
                  <a:pt x="0" y="579159"/>
                </a:moveTo>
                <a:lnTo>
                  <a:pt x="386204" y="0"/>
                </a:lnTo>
                <a:lnTo>
                  <a:pt x="992157" y="0"/>
                </a:lnTo>
                <a:lnTo>
                  <a:pt x="1378361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/>
            </a:solidFill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5C08B-38F5-4182-B8E4-BD6C5706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85" y="4363459"/>
            <a:ext cx="273159" cy="193108"/>
          </a:xfrm>
          <a:custGeom xmlns:a="http://schemas.openxmlformats.org/drawingml/2006/main">
            <a:pathLst>
              <a:path w="273159" h="193108">
                <a:moveTo>
                  <a:pt x="105483" y="0"/>
                </a:moveTo>
                <a:cubicBezTo>
                  <a:pt x="108040" y="0"/>
                  <a:pt x="112606" y="91"/>
                  <a:pt x="119182" y="274"/>
                </a:cubicBezTo>
                <a:cubicBezTo>
                  <a:pt x="125757" y="456"/>
                  <a:pt x="131876" y="639"/>
                  <a:pt x="137539" y="822"/>
                </a:cubicBezTo>
                <a:cubicBezTo>
                  <a:pt x="146854" y="822"/>
                  <a:pt x="154617" y="730"/>
                  <a:pt x="160827" y="548"/>
                </a:cubicBezTo>
                <a:cubicBezTo>
                  <a:pt x="167037" y="365"/>
                  <a:pt x="170599" y="274"/>
                  <a:pt x="171512" y="274"/>
                </a:cubicBezTo>
                <a:cubicBezTo>
                  <a:pt x="174800" y="274"/>
                  <a:pt x="176444" y="1004"/>
                  <a:pt x="176444" y="2465"/>
                </a:cubicBezTo>
                <a:cubicBezTo>
                  <a:pt x="176444" y="3196"/>
                  <a:pt x="176170" y="4565"/>
                  <a:pt x="175622" y="6574"/>
                </a:cubicBezTo>
                <a:cubicBezTo>
                  <a:pt x="174709" y="9861"/>
                  <a:pt x="173887" y="11687"/>
                  <a:pt x="173156" y="12052"/>
                </a:cubicBezTo>
                <a:cubicBezTo>
                  <a:pt x="172425" y="12417"/>
                  <a:pt x="170416" y="12600"/>
                  <a:pt x="167129" y="12600"/>
                </a:cubicBezTo>
                <a:cubicBezTo>
                  <a:pt x="162562" y="12782"/>
                  <a:pt x="158909" y="13239"/>
                  <a:pt x="156169" y="13969"/>
                </a:cubicBezTo>
                <a:cubicBezTo>
                  <a:pt x="153430" y="14700"/>
                  <a:pt x="151512" y="15430"/>
                  <a:pt x="150416" y="16161"/>
                </a:cubicBezTo>
                <a:cubicBezTo>
                  <a:pt x="149320" y="16891"/>
                  <a:pt x="149046" y="17713"/>
                  <a:pt x="149594" y="18626"/>
                </a:cubicBezTo>
                <a:cubicBezTo>
                  <a:pt x="149594" y="20817"/>
                  <a:pt x="151055" y="42548"/>
                  <a:pt x="153977" y="83817"/>
                </a:cubicBezTo>
                <a:cubicBezTo>
                  <a:pt x="156900" y="125087"/>
                  <a:pt x="158361" y="146908"/>
                  <a:pt x="158361" y="149282"/>
                </a:cubicBezTo>
                <a:lnTo>
                  <a:pt x="158909" y="148461"/>
                </a:lnTo>
                <a:cubicBezTo>
                  <a:pt x="159274" y="147913"/>
                  <a:pt x="159822" y="147000"/>
                  <a:pt x="160553" y="145721"/>
                </a:cubicBezTo>
                <a:cubicBezTo>
                  <a:pt x="161284" y="144443"/>
                  <a:pt x="162380" y="142708"/>
                  <a:pt x="163841" y="140517"/>
                </a:cubicBezTo>
                <a:cubicBezTo>
                  <a:pt x="165302" y="138326"/>
                  <a:pt x="166855" y="135587"/>
                  <a:pt x="168498" y="132300"/>
                </a:cubicBezTo>
                <a:cubicBezTo>
                  <a:pt x="170142" y="129013"/>
                  <a:pt x="172334" y="125269"/>
                  <a:pt x="175074" y="121069"/>
                </a:cubicBezTo>
                <a:cubicBezTo>
                  <a:pt x="177814" y="116869"/>
                  <a:pt x="180554" y="111939"/>
                  <a:pt x="183293" y="106278"/>
                </a:cubicBezTo>
                <a:cubicBezTo>
                  <a:pt x="186033" y="100617"/>
                  <a:pt x="189595" y="94500"/>
                  <a:pt x="193979" y="87926"/>
                </a:cubicBezTo>
                <a:cubicBezTo>
                  <a:pt x="212975" y="54326"/>
                  <a:pt x="223751" y="35152"/>
                  <a:pt x="226308" y="30404"/>
                </a:cubicBezTo>
                <a:cubicBezTo>
                  <a:pt x="228866" y="25656"/>
                  <a:pt x="230236" y="22735"/>
                  <a:pt x="230418" y="21639"/>
                </a:cubicBezTo>
                <a:cubicBezTo>
                  <a:pt x="230418" y="18900"/>
                  <a:pt x="228683" y="16709"/>
                  <a:pt x="225213" y="15065"/>
                </a:cubicBezTo>
                <a:cubicBezTo>
                  <a:pt x="221742" y="13422"/>
                  <a:pt x="217906" y="12600"/>
                  <a:pt x="213705" y="12600"/>
                </a:cubicBezTo>
                <a:cubicBezTo>
                  <a:pt x="211148" y="12600"/>
                  <a:pt x="209870" y="11687"/>
                  <a:pt x="209870" y="9861"/>
                </a:cubicBezTo>
                <a:cubicBezTo>
                  <a:pt x="209870" y="9313"/>
                  <a:pt x="210052" y="8126"/>
                  <a:pt x="210418" y="6300"/>
                </a:cubicBezTo>
                <a:cubicBezTo>
                  <a:pt x="211148" y="3378"/>
                  <a:pt x="211696" y="1643"/>
                  <a:pt x="212061" y="1096"/>
                </a:cubicBezTo>
                <a:cubicBezTo>
                  <a:pt x="212427" y="548"/>
                  <a:pt x="213705" y="274"/>
                  <a:pt x="215897" y="274"/>
                </a:cubicBezTo>
                <a:cubicBezTo>
                  <a:pt x="216445" y="274"/>
                  <a:pt x="217998" y="274"/>
                  <a:pt x="220555" y="274"/>
                </a:cubicBezTo>
                <a:cubicBezTo>
                  <a:pt x="223112" y="274"/>
                  <a:pt x="226674" y="274"/>
                  <a:pt x="231240" y="274"/>
                </a:cubicBezTo>
                <a:cubicBezTo>
                  <a:pt x="235806" y="274"/>
                  <a:pt x="240738" y="365"/>
                  <a:pt x="246035" y="548"/>
                </a:cubicBezTo>
                <a:cubicBezTo>
                  <a:pt x="258090" y="548"/>
                  <a:pt x="265853" y="365"/>
                  <a:pt x="269324" y="0"/>
                </a:cubicBezTo>
                <a:cubicBezTo>
                  <a:pt x="271881" y="0"/>
                  <a:pt x="273159" y="1004"/>
                  <a:pt x="273159" y="3013"/>
                </a:cubicBezTo>
                <a:cubicBezTo>
                  <a:pt x="273159" y="4109"/>
                  <a:pt x="272885" y="5661"/>
                  <a:pt x="272337" y="7669"/>
                </a:cubicBezTo>
                <a:cubicBezTo>
                  <a:pt x="271789" y="9678"/>
                  <a:pt x="271150" y="11048"/>
                  <a:pt x="270419" y="11778"/>
                </a:cubicBezTo>
                <a:cubicBezTo>
                  <a:pt x="269689" y="12509"/>
                  <a:pt x="268776" y="12782"/>
                  <a:pt x="267680" y="12600"/>
                </a:cubicBezTo>
                <a:cubicBezTo>
                  <a:pt x="263661" y="12600"/>
                  <a:pt x="260008" y="13148"/>
                  <a:pt x="256720" y="14243"/>
                </a:cubicBezTo>
                <a:cubicBezTo>
                  <a:pt x="253433" y="15339"/>
                  <a:pt x="250693" y="16617"/>
                  <a:pt x="248501" y="18078"/>
                </a:cubicBezTo>
                <a:cubicBezTo>
                  <a:pt x="246309" y="19539"/>
                  <a:pt x="244574" y="21091"/>
                  <a:pt x="243295" y="22735"/>
                </a:cubicBezTo>
                <a:cubicBezTo>
                  <a:pt x="242017" y="24378"/>
                  <a:pt x="240921" y="25839"/>
                  <a:pt x="240008" y="27117"/>
                </a:cubicBezTo>
                <a:lnTo>
                  <a:pt x="238912" y="28761"/>
                </a:lnTo>
                <a:lnTo>
                  <a:pt x="192609" y="109839"/>
                </a:lnTo>
                <a:cubicBezTo>
                  <a:pt x="161923" y="163891"/>
                  <a:pt x="146489" y="191008"/>
                  <a:pt x="146306" y="191191"/>
                </a:cubicBezTo>
                <a:cubicBezTo>
                  <a:pt x="145210" y="192469"/>
                  <a:pt x="143018" y="193108"/>
                  <a:pt x="139730" y="193108"/>
                </a:cubicBezTo>
                <a:cubicBezTo>
                  <a:pt x="136991" y="193108"/>
                  <a:pt x="135255" y="192652"/>
                  <a:pt x="134525" y="191739"/>
                </a:cubicBezTo>
                <a:cubicBezTo>
                  <a:pt x="133977" y="191191"/>
                  <a:pt x="132242" y="168730"/>
                  <a:pt x="129319" y="124356"/>
                </a:cubicBezTo>
                <a:cubicBezTo>
                  <a:pt x="126397" y="79982"/>
                  <a:pt x="124844" y="57065"/>
                  <a:pt x="124661" y="55604"/>
                </a:cubicBezTo>
                <a:lnTo>
                  <a:pt x="121374" y="60535"/>
                </a:lnTo>
                <a:cubicBezTo>
                  <a:pt x="117355" y="67291"/>
                  <a:pt x="105665" y="87652"/>
                  <a:pt x="86304" y="121617"/>
                </a:cubicBezTo>
                <a:cubicBezTo>
                  <a:pt x="60002" y="167634"/>
                  <a:pt x="46668" y="190826"/>
                  <a:pt x="46303" y="191191"/>
                </a:cubicBezTo>
                <a:cubicBezTo>
                  <a:pt x="45937" y="191556"/>
                  <a:pt x="45481" y="191921"/>
                  <a:pt x="44933" y="192286"/>
                </a:cubicBezTo>
                <a:cubicBezTo>
                  <a:pt x="44020" y="192834"/>
                  <a:pt x="42376" y="193108"/>
                  <a:pt x="40001" y="193108"/>
                </a:cubicBezTo>
                <a:cubicBezTo>
                  <a:pt x="36531" y="193108"/>
                  <a:pt x="34613" y="192469"/>
                  <a:pt x="34248" y="191191"/>
                </a:cubicBezTo>
                <a:cubicBezTo>
                  <a:pt x="34248" y="190643"/>
                  <a:pt x="32238" y="161517"/>
                  <a:pt x="28220" y="103813"/>
                </a:cubicBezTo>
                <a:cubicBezTo>
                  <a:pt x="24202" y="46109"/>
                  <a:pt x="22101" y="17074"/>
                  <a:pt x="21918" y="16709"/>
                </a:cubicBezTo>
                <a:cubicBezTo>
                  <a:pt x="21553" y="15065"/>
                  <a:pt x="20640" y="14061"/>
                  <a:pt x="19179" y="13696"/>
                </a:cubicBezTo>
                <a:cubicBezTo>
                  <a:pt x="17717" y="13330"/>
                  <a:pt x="14156" y="12965"/>
                  <a:pt x="8493" y="12600"/>
                </a:cubicBezTo>
                <a:lnTo>
                  <a:pt x="1918" y="12600"/>
                </a:lnTo>
                <a:cubicBezTo>
                  <a:pt x="639" y="11322"/>
                  <a:pt x="0" y="10317"/>
                  <a:pt x="0" y="9587"/>
                </a:cubicBezTo>
                <a:cubicBezTo>
                  <a:pt x="183" y="5387"/>
                  <a:pt x="1370" y="2191"/>
                  <a:pt x="3562" y="0"/>
                </a:cubicBezTo>
                <a:lnTo>
                  <a:pt x="6850" y="0"/>
                </a:lnTo>
                <a:cubicBezTo>
                  <a:pt x="14521" y="548"/>
                  <a:pt x="23654" y="822"/>
                  <a:pt x="34248" y="822"/>
                </a:cubicBezTo>
                <a:cubicBezTo>
                  <a:pt x="57079" y="822"/>
                  <a:pt x="69591" y="548"/>
                  <a:pt x="71783" y="0"/>
                </a:cubicBezTo>
                <a:lnTo>
                  <a:pt x="74523" y="0"/>
                </a:lnTo>
                <a:cubicBezTo>
                  <a:pt x="75619" y="1096"/>
                  <a:pt x="76167" y="1917"/>
                  <a:pt x="76167" y="2465"/>
                </a:cubicBezTo>
                <a:cubicBezTo>
                  <a:pt x="76167" y="3013"/>
                  <a:pt x="75984" y="4656"/>
                  <a:pt x="75619" y="7396"/>
                </a:cubicBezTo>
                <a:cubicBezTo>
                  <a:pt x="74706" y="10135"/>
                  <a:pt x="73884" y="11870"/>
                  <a:pt x="73153" y="12600"/>
                </a:cubicBezTo>
                <a:lnTo>
                  <a:pt x="67399" y="12600"/>
                </a:lnTo>
                <a:cubicBezTo>
                  <a:pt x="56257" y="13148"/>
                  <a:pt x="50321" y="14700"/>
                  <a:pt x="49591" y="17256"/>
                </a:cubicBezTo>
                <a:cubicBezTo>
                  <a:pt x="55070" y="101256"/>
                  <a:pt x="58175" y="145447"/>
                  <a:pt x="58906" y="149830"/>
                </a:cubicBezTo>
                <a:lnTo>
                  <a:pt x="123291" y="36430"/>
                </a:lnTo>
                <a:lnTo>
                  <a:pt x="122744" y="26296"/>
                </a:lnTo>
                <a:cubicBezTo>
                  <a:pt x="122196" y="18626"/>
                  <a:pt x="121282" y="14517"/>
                  <a:pt x="120004" y="13969"/>
                </a:cubicBezTo>
                <a:cubicBezTo>
                  <a:pt x="118908" y="13239"/>
                  <a:pt x="115072" y="12782"/>
                  <a:pt x="108497" y="12600"/>
                </a:cubicBezTo>
                <a:cubicBezTo>
                  <a:pt x="105026" y="12600"/>
                  <a:pt x="102743" y="12417"/>
                  <a:pt x="101647" y="12052"/>
                </a:cubicBezTo>
                <a:cubicBezTo>
                  <a:pt x="100551" y="11687"/>
                  <a:pt x="100003" y="10865"/>
                  <a:pt x="100003" y="9587"/>
                </a:cubicBezTo>
                <a:cubicBezTo>
                  <a:pt x="100003" y="9222"/>
                  <a:pt x="100186" y="8126"/>
                  <a:pt x="100551" y="6300"/>
                </a:cubicBezTo>
                <a:cubicBezTo>
                  <a:pt x="100734" y="5570"/>
                  <a:pt x="100916" y="4748"/>
                  <a:pt x="101099" y="3835"/>
                </a:cubicBezTo>
                <a:cubicBezTo>
                  <a:pt x="101282" y="2922"/>
                  <a:pt x="101373" y="2283"/>
                  <a:pt x="101373" y="1917"/>
                </a:cubicBezTo>
                <a:cubicBezTo>
                  <a:pt x="101373" y="1552"/>
                  <a:pt x="101647" y="1187"/>
                  <a:pt x="102195" y="822"/>
                </a:cubicBezTo>
                <a:cubicBezTo>
                  <a:pt x="102743" y="456"/>
                  <a:pt x="103108" y="274"/>
                  <a:pt x="103291" y="274"/>
                </a:cubicBezTo>
                <a:cubicBezTo>
                  <a:pt x="103474" y="274"/>
                  <a:pt x="104204" y="183"/>
                  <a:pt x="10548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FFB89-CB63-4C05-88DF-C4DBBCE1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84" y="4363459"/>
            <a:ext cx="273159" cy="193108"/>
          </a:xfrm>
          <a:custGeom xmlns:a="http://schemas.openxmlformats.org/drawingml/2006/main">
            <a:pathLst>
              <a:path w="273159" h="193108" fill="none">
                <a:moveTo>
                  <a:pt x="105483" y="0"/>
                </a:moveTo>
                <a:cubicBezTo>
                  <a:pt x="108040" y="0"/>
                  <a:pt x="112606" y="91"/>
                  <a:pt x="119182" y="274"/>
                </a:cubicBezTo>
                <a:cubicBezTo>
                  <a:pt x="125757" y="457"/>
                  <a:pt x="131876" y="639"/>
                  <a:pt x="137539" y="822"/>
                </a:cubicBezTo>
                <a:cubicBezTo>
                  <a:pt x="146854" y="822"/>
                  <a:pt x="154617" y="730"/>
                  <a:pt x="160827" y="548"/>
                </a:cubicBezTo>
                <a:cubicBezTo>
                  <a:pt x="167037" y="365"/>
                  <a:pt x="170599" y="274"/>
                  <a:pt x="171512" y="274"/>
                </a:cubicBezTo>
                <a:cubicBezTo>
                  <a:pt x="174800" y="274"/>
                  <a:pt x="176444" y="1004"/>
                  <a:pt x="176444" y="2465"/>
                </a:cubicBezTo>
                <a:cubicBezTo>
                  <a:pt x="176444" y="3196"/>
                  <a:pt x="176170" y="4565"/>
                  <a:pt x="175622" y="6574"/>
                </a:cubicBezTo>
                <a:cubicBezTo>
                  <a:pt x="174709" y="9861"/>
                  <a:pt x="173887" y="11687"/>
                  <a:pt x="173156" y="12052"/>
                </a:cubicBezTo>
                <a:cubicBezTo>
                  <a:pt x="172426" y="12417"/>
                  <a:pt x="170416" y="12600"/>
                  <a:pt x="167129" y="12600"/>
                </a:cubicBezTo>
                <a:cubicBezTo>
                  <a:pt x="162562" y="12783"/>
                  <a:pt x="158909" y="13239"/>
                  <a:pt x="156169" y="13970"/>
                </a:cubicBezTo>
                <a:cubicBezTo>
                  <a:pt x="153429" y="14700"/>
                  <a:pt x="151512" y="15430"/>
                  <a:pt x="150416" y="16161"/>
                </a:cubicBezTo>
                <a:cubicBezTo>
                  <a:pt x="149320" y="16891"/>
                  <a:pt x="149046" y="17713"/>
                  <a:pt x="149594" y="18626"/>
                </a:cubicBezTo>
                <a:cubicBezTo>
                  <a:pt x="149594" y="20817"/>
                  <a:pt x="151055" y="42548"/>
                  <a:pt x="153977" y="83817"/>
                </a:cubicBezTo>
                <a:cubicBezTo>
                  <a:pt x="156900" y="125087"/>
                  <a:pt x="158361" y="146908"/>
                  <a:pt x="158361" y="149282"/>
                </a:cubicBezTo>
                <a:lnTo>
                  <a:pt x="158909" y="148460"/>
                </a:lnTo>
                <a:cubicBezTo>
                  <a:pt x="159274" y="147913"/>
                  <a:pt x="159822" y="147000"/>
                  <a:pt x="160553" y="145721"/>
                </a:cubicBezTo>
                <a:cubicBezTo>
                  <a:pt x="161284" y="144443"/>
                  <a:pt x="162380" y="142708"/>
                  <a:pt x="163841" y="140517"/>
                </a:cubicBezTo>
                <a:cubicBezTo>
                  <a:pt x="165302" y="138326"/>
                  <a:pt x="166855" y="135587"/>
                  <a:pt x="168498" y="132300"/>
                </a:cubicBezTo>
                <a:cubicBezTo>
                  <a:pt x="170142" y="129013"/>
                  <a:pt x="172334" y="125269"/>
                  <a:pt x="175074" y="121069"/>
                </a:cubicBezTo>
                <a:cubicBezTo>
                  <a:pt x="177814" y="116869"/>
                  <a:pt x="180554" y="111939"/>
                  <a:pt x="183293" y="106278"/>
                </a:cubicBezTo>
                <a:cubicBezTo>
                  <a:pt x="186033" y="100617"/>
                  <a:pt x="189595" y="94500"/>
                  <a:pt x="193979" y="87926"/>
                </a:cubicBezTo>
                <a:cubicBezTo>
                  <a:pt x="212975" y="54326"/>
                  <a:pt x="223751" y="35152"/>
                  <a:pt x="226309" y="30404"/>
                </a:cubicBezTo>
                <a:cubicBezTo>
                  <a:pt x="228866" y="25656"/>
                  <a:pt x="230236" y="22735"/>
                  <a:pt x="230418" y="21639"/>
                </a:cubicBezTo>
                <a:cubicBezTo>
                  <a:pt x="230418" y="18900"/>
                  <a:pt x="228683" y="16709"/>
                  <a:pt x="225213" y="15065"/>
                </a:cubicBezTo>
                <a:cubicBezTo>
                  <a:pt x="221742" y="13422"/>
                  <a:pt x="217906" y="12600"/>
                  <a:pt x="213705" y="12600"/>
                </a:cubicBezTo>
                <a:cubicBezTo>
                  <a:pt x="211148" y="12600"/>
                  <a:pt x="209870" y="11687"/>
                  <a:pt x="209870" y="9861"/>
                </a:cubicBezTo>
                <a:cubicBezTo>
                  <a:pt x="209870" y="9313"/>
                  <a:pt x="210052" y="8126"/>
                  <a:pt x="210418" y="6300"/>
                </a:cubicBezTo>
                <a:cubicBezTo>
                  <a:pt x="211148" y="3378"/>
                  <a:pt x="211696" y="1643"/>
                  <a:pt x="212061" y="1096"/>
                </a:cubicBezTo>
                <a:cubicBezTo>
                  <a:pt x="212427" y="548"/>
                  <a:pt x="213705" y="274"/>
                  <a:pt x="215897" y="274"/>
                </a:cubicBezTo>
                <a:cubicBezTo>
                  <a:pt x="216445" y="274"/>
                  <a:pt x="217998" y="274"/>
                  <a:pt x="220555" y="274"/>
                </a:cubicBezTo>
                <a:cubicBezTo>
                  <a:pt x="223112" y="274"/>
                  <a:pt x="226674" y="274"/>
                  <a:pt x="231240" y="274"/>
                </a:cubicBezTo>
                <a:cubicBezTo>
                  <a:pt x="235807" y="274"/>
                  <a:pt x="240738" y="365"/>
                  <a:pt x="246035" y="548"/>
                </a:cubicBezTo>
                <a:cubicBezTo>
                  <a:pt x="258090" y="548"/>
                  <a:pt x="265853" y="365"/>
                  <a:pt x="269324" y="0"/>
                </a:cubicBezTo>
                <a:cubicBezTo>
                  <a:pt x="271881" y="0"/>
                  <a:pt x="273159" y="1004"/>
                  <a:pt x="273159" y="3013"/>
                </a:cubicBezTo>
                <a:cubicBezTo>
                  <a:pt x="273159" y="4109"/>
                  <a:pt x="272885" y="5661"/>
                  <a:pt x="272337" y="7670"/>
                </a:cubicBezTo>
                <a:cubicBezTo>
                  <a:pt x="271789" y="9678"/>
                  <a:pt x="271150" y="11048"/>
                  <a:pt x="270419" y="11778"/>
                </a:cubicBezTo>
                <a:cubicBezTo>
                  <a:pt x="269689" y="12509"/>
                  <a:pt x="268776" y="12783"/>
                  <a:pt x="267680" y="12600"/>
                </a:cubicBezTo>
                <a:cubicBezTo>
                  <a:pt x="263661" y="12600"/>
                  <a:pt x="260008" y="13148"/>
                  <a:pt x="256720" y="14243"/>
                </a:cubicBezTo>
                <a:cubicBezTo>
                  <a:pt x="253433" y="15339"/>
                  <a:pt x="250693" y="16617"/>
                  <a:pt x="248501" y="18078"/>
                </a:cubicBezTo>
                <a:cubicBezTo>
                  <a:pt x="246309" y="19539"/>
                  <a:pt x="244574" y="21091"/>
                  <a:pt x="243295" y="22735"/>
                </a:cubicBezTo>
                <a:cubicBezTo>
                  <a:pt x="242017" y="24378"/>
                  <a:pt x="240921" y="25839"/>
                  <a:pt x="240008" y="27117"/>
                </a:cubicBezTo>
                <a:lnTo>
                  <a:pt x="238912" y="28761"/>
                </a:lnTo>
                <a:lnTo>
                  <a:pt x="192609" y="109839"/>
                </a:lnTo>
                <a:cubicBezTo>
                  <a:pt x="161923" y="163891"/>
                  <a:pt x="146489" y="191008"/>
                  <a:pt x="146306" y="191191"/>
                </a:cubicBezTo>
                <a:cubicBezTo>
                  <a:pt x="145210" y="192469"/>
                  <a:pt x="143018" y="193108"/>
                  <a:pt x="139730" y="193108"/>
                </a:cubicBezTo>
                <a:cubicBezTo>
                  <a:pt x="136991" y="193108"/>
                  <a:pt x="135255" y="192652"/>
                  <a:pt x="134525" y="191739"/>
                </a:cubicBezTo>
                <a:cubicBezTo>
                  <a:pt x="133977" y="191191"/>
                  <a:pt x="132242" y="168730"/>
                  <a:pt x="129319" y="124356"/>
                </a:cubicBezTo>
                <a:cubicBezTo>
                  <a:pt x="126397" y="79982"/>
                  <a:pt x="124844" y="57065"/>
                  <a:pt x="124661" y="55604"/>
                </a:cubicBezTo>
                <a:lnTo>
                  <a:pt x="121374" y="60535"/>
                </a:lnTo>
                <a:cubicBezTo>
                  <a:pt x="117355" y="67291"/>
                  <a:pt x="105665" y="87652"/>
                  <a:pt x="86304" y="121617"/>
                </a:cubicBezTo>
                <a:cubicBezTo>
                  <a:pt x="60002" y="167634"/>
                  <a:pt x="46668" y="190826"/>
                  <a:pt x="46303" y="191191"/>
                </a:cubicBezTo>
                <a:cubicBezTo>
                  <a:pt x="45938" y="191556"/>
                  <a:pt x="45481" y="191921"/>
                  <a:pt x="44933" y="192286"/>
                </a:cubicBezTo>
                <a:cubicBezTo>
                  <a:pt x="44020" y="192834"/>
                  <a:pt x="42376" y="193108"/>
                  <a:pt x="40001" y="193108"/>
                </a:cubicBezTo>
                <a:cubicBezTo>
                  <a:pt x="36531" y="193108"/>
                  <a:pt x="34613" y="192469"/>
                  <a:pt x="34248" y="191191"/>
                </a:cubicBezTo>
                <a:cubicBezTo>
                  <a:pt x="34248" y="190643"/>
                  <a:pt x="32238" y="161517"/>
                  <a:pt x="28220" y="103813"/>
                </a:cubicBezTo>
                <a:cubicBezTo>
                  <a:pt x="24202" y="46109"/>
                  <a:pt x="22101" y="17074"/>
                  <a:pt x="21918" y="16709"/>
                </a:cubicBezTo>
                <a:cubicBezTo>
                  <a:pt x="21553" y="15065"/>
                  <a:pt x="20640" y="14061"/>
                  <a:pt x="19179" y="13696"/>
                </a:cubicBezTo>
                <a:cubicBezTo>
                  <a:pt x="17717" y="13330"/>
                  <a:pt x="14156" y="12965"/>
                  <a:pt x="8493" y="12600"/>
                </a:cubicBezTo>
                <a:lnTo>
                  <a:pt x="1918" y="12600"/>
                </a:lnTo>
                <a:cubicBezTo>
                  <a:pt x="639" y="11322"/>
                  <a:pt x="0" y="10317"/>
                  <a:pt x="0" y="9587"/>
                </a:cubicBezTo>
                <a:cubicBezTo>
                  <a:pt x="183" y="5387"/>
                  <a:pt x="1370" y="2191"/>
                  <a:pt x="3562" y="0"/>
                </a:cubicBezTo>
                <a:lnTo>
                  <a:pt x="6850" y="0"/>
                </a:lnTo>
                <a:cubicBezTo>
                  <a:pt x="14521" y="548"/>
                  <a:pt x="23654" y="822"/>
                  <a:pt x="34248" y="822"/>
                </a:cubicBezTo>
                <a:cubicBezTo>
                  <a:pt x="57079" y="822"/>
                  <a:pt x="69591" y="548"/>
                  <a:pt x="71783" y="0"/>
                </a:cubicBezTo>
                <a:lnTo>
                  <a:pt x="74523" y="0"/>
                </a:lnTo>
                <a:cubicBezTo>
                  <a:pt x="75619" y="1096"/>
                  <a:pt x="76167" y="1917"/>
                  <a:pt x="76167" y="2465"/>
                </a:cubicBezTo>
                <a:cubicBezTo>
                  <a:pt x="76167" y="3013"/>
                  <a:pt x="75984" y="4657"/>
                  <a:pt x="75619" y="7396"/>
                </a:cubicBezTo>
                <a:cubicBezTo>
                  <a:pt x="74706" y="10135"/>
                  <a:pt x="73884" y="11870"/>
                  <a:pt x="73153" y="12600"/>
                </a:cubicBezTo>
                <a:lnTo>
                  <a:pt x="67399" y="12600"/>
                </a:lnTo>
                <a:cubicBezTo>
                  <a:pt x="56257" y="13148"/>
                  <a:pt x="50321" y="14700"/>
                  <a:pt x="49591" y="17256"/>
                </a:cubicBezTo>
                <a:cubicBezTo>
                  <a:pt x="55070" y="101256"/>
                  <a:pt x="58175" y="145447"/>
                  <a:pt x="58906" y="149830"/>
                </a:cubicBezTo>
                <a:lnTo>
                  <a:pt x="123292" y="36430"/>
                </a:lnTo>
                <a:lnTo>
                  <a:pt x="122744" y="26296"/>
                </a:lnTo>
                <a:cubicBezTo>
                  <a:pt x="122196" y="18626"/>
                  <a:pt x="121282" y="14517"/>
                  <a:pt x="120004" y="13970"/>
                </a:cubicBezTo>
                <a:cubicBezTo>
                  <a:pt x="118908" y="13239"/>
                  <a:pt x="115072" y="12783"/>
                  <a:pt x="108497" y="12600"/>
                </a:cubicBezTo>
                <a:cubicBezTo>
                  <a:pt x="105026" y="12600"/>
                  <a:pt x="102743" y="12417"/>
                  <a:pt x="101647" y="12052"/>
                </a:cubicBezTo>
                <a:cubicBezTo>
                  <a:pt x="100551" y="11687"/>
                  <a:pt x="100003" y="10865"/>
                  <a:pt x="100003" y="9587"/>
                </a:cubicBezTo>
                <a:cubicBezTo>
                  <a:pt x="100003" y="9222"/>
                  <a:pt x="100186" y="8126"/>
                  <a:pt x="100551" y="6300"/>
                </a:cubicBezTo>
                <a:cubicBezTo>
                  <a:pt x="100734" y="5570"/>
                  <a:pt x="100916" y="4748"/>
                  <a:pt x="101099" y="3835"/>
                </a:cubicBezTo>
                <a:cubicBezTo>
                  <a:pt x="101282" y="2922"/>
                  <a:pt x="101373" y="2283"/>
                  <a:pt x="101373" y="1917"/>
                </a:cubicBezTo>
                <a:cubicBezTo>
                  <a:pt x="101373" y="1552"/>
                  <a:pt x="101647" y="1187"/>
                  <a:pt x="102195" y="822"/>
                </a:cubicBezTo>
                <a:cubicBezTo>
                  <a:pt x="102743" y="457"/>
                  <a:pt x="103108" y="274"/>
                  <a:pt x="103291" y="274"/>
                </a:cubicBezTo>
                <a:cubicBezTo>
                  <a:pt x="103474" y="274"/>
                  <a:pt x="104204" y="183"/>
                  <a:pt x="10548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40"/>
              </a:srgbClr>
            </a:solidFill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633F8-0FEA-450A-9DE8-2420CF00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3" y="4506032"/>
            <a:ext cx="82712" cy="123165"/>
          </a:xfrm>
          <a:custGeom xmlns:a="http://schemas.openxmlformats.org/drawingml/2006/main">
            <a:pathLst>
              <a:path w="82712" h="123165">
                <a:moveTo>
                  <a:pt x="0" y="55192"/>
                </a:moveTo>
                <a:cubicBezTo>
                  <a:pt x="0" y="42152"/>
                  <a:pt x="4907" y="29758"/>
                  <a:pt x="14722" y="18010"/>
                </a:cubicBezTo>
                <a:cubicBezTo>
                  <a:pt x="24536" y="6261"/>
                  <a:pt x="35577" y="323"/>
                  <a:pt x="47845" y="194"/>
                </a:cubicBezTo>
                <a:cubicBezTo>
                  <a:pt x="55593" y="194"/>
                  <a:pt x="61534" y="3550"/>
                  <a:pt x="65666" y="10264"/>
                </a:cubicBezTo>
                <a:cubicBezTo>
                  <a:pt x="65795" y="10135"/>
                  <a:pt x="66118" y="9747"/>
                  <a:pt x="66634" y="9102"/>
                </a:cubicBezTo>
                <a:cubicBezTo>
                  <a:pt x="67151" y="8456"/>
                  <a:pt x="67861" y="7746"/>
                  <a:pt x="68765" y="6972"/>
                </a:cubicBezTo>
                <a:cubicBezTo>
                  <a:pt x="69669" y="6197"/>
                  <a:pt x="70702" y="5422"/>
                  <a:pt x="71864" y="4648"/>
                </a:cubicBezTo>
                <a:cubicBezTo>
                  <a:pt x="76255" y="1549"/>
                  <a:pt x="79225" y="0"/>
                  <a:pt x="80775" y="0"/>
                </a:cubicBezTo>
                <a:cubicBezTo>
                  <a:pt x="81291" y="0"/>
                  <a:pt x="81743" y="194"/>
                  <a:pt x="82131" y="581"/>
                </a:cubicBezTo>
                <a:cubicBezTo>
                  <a:pt x="82518" y="968"/>
                  <a:pt x="82712" y="1291"/>
                  <a:pt x="82712" y="1549"/>
                </a:cubicBezTo>
                <a:cubicBezTo>
                  <a:pt x="82712" y="2711"/>
                  <a:pt x="78257" y="21109"/>
                  <a:pt x="69346" y="56741"/>
                </a:cubicBezTo>
                <a:cubicBezTo>
                  <a:pt x="60178" y="93407"/>
                  <a:pt x="55593" y="111998"/>
                  <a:pt x="55593" y="112514"/>
                </a:cubicBezTo>
                <a:cubicBezTo>
                  <a:pt x="55593" y="113547"/>
                  <a:pt x="58499" y="114128"/>
                  <a:pt x="64310" y="114257"/>
                </a:cubicBezTo>
                <a:lnTo>
                  <a:pt x="69153" y="114257"/>
                </a:lnTo>
                <a:cubicBezTo>
                  <a:pt x="69927" y="115290"/>
                  <a:pt x="70315" y="115871"/>
                  <a:pt x="70315" y="116000"/>
                </a:cubicBezTo>
                <a:cubicBezTo>
                  <a:pt x="70315" y="116129"/>
                  <a:pt x="70121" y="117291"/>
                  <a:pt x="69734" y="119486"/>
                </a:cubicBezTo>
                <a:cubicBezTo>
                  <a:pt x="69217" y="121164"/>
                  <a:pt x="68572" y="122391"/>
                  <a:pt x="67797" y="123165"/>
                </a:cubicBezTo>
                <a:lnTo>
                  <a:pt x="65279" y="123165"/>
                </a:lnTo>
                <a:cubicBezTo>
                  <a:pt x="61275" y="122907"/>
                  <a:pt x="54302" y="122778"/>
                  <a:pt x="44358" y="122778"/>
                </a:cubicBezTo>
                <a:cubicBezTo>
                  <a:pt x="40743" y="122778"/>
                  <a:pt x="37450" y="122778"/>
                  <a:pt x="34479" y="122778"/>
                </a:cubicBezTo>
                <a:cubicBezTo>
                  <a:pt x="31509" y="122778"/>
                  <a:pt x="29120" y="122778"/>
                  <a:pt x="27312" y="122778"/>
                </a:cubicBezTo>
                <a:cubicBezTo>
                  <a:pt x="25505" y="122778"/>
                  <a:pt x="24407" y="122842"/>
                  <a:pt x="24019" y="122972"/>
                </a:cubicBezTo>
                <a:cubicBezTo>
                  <a:pt x="22211" y="122972"/>
                  <a:pt x="21308" y="122455"/>
                  <a:pt x="21308" y="121422"/>
                </a:cubicBezTo>
                <a:cubicBezTo>
                  <a:pt x="21308" y="121035"/>
                  <a:pt x="21437" y="120067"/>
                  <a:pt x="21695" y="118517"/>
                </a:cubicBezTo>
                <a:cubicBezTo>
                  <a:pt x="22211" y="116452"/>
                  <a:pt x="22663" y="115225"/>
                  <a:pt x="23051" y="114838"/>
                </a:cubicBezTo>
                <a:cubicBezTo>
                  <a:pt x="23438" y="114451"/>
                  <a:pt x="24730" y="114257"/>
                  <a:pt x="26925" y="114257"/>
                </a:cubicBezTo>
                <a:cubicBezTo>
                  <a:pt x="33124" y="114257"/>
                  <a:pt x="36869" y="113805"/>
                  <a:pt x="38160" y="112901"/>
                </a:cubicBezTo>
                <a:cubicBezTo>
                  <a:pt x="39193" y="112256"/>
                  <a:pt x="41001" y="106575"/>
                  <a:pt x="43584" y="95860"/>
                </a:cubicBezTo>
                <a:cubicBezTo>
                  <a:pt x="46166" y="85144"/>
                  <a:pt x="47522" y="79657"/>
                  <a:pt x="47651" y="79399"/>
                </a:cubicBezTo>
                <a:cubicBezTo>
                  <a:pt x="47651" y="79270"/>
                  <a:pt x="47199" y="79463"/>
                  <a:pt x="46295" y="79980"/>
                </a:cubicBezTo>
                <a:cubicBezTo>
                  <a:pt x="40097" y="85015"/>
                  <a:pt x="33640" y="87532"/>
                  <a:pt x="26925" y="87532"/>
                </a:cubicBezTo>
                <a:cubicBezTo>
                  <a:pt x="19822" y="87532"/>
                  <a:pt x="13559" y="84950"/>
                  <a:pt x="8136" y="79786"/>
                </a:cubicBezTo>
                <a:cubicBezTo>
                  <a:pt x="2712" y="74622"/>
                  <a:pt x="0" y="66424"/>
                  <a:pt x="0" y="55192"/>
                </a:cubicBezTo>
                <a:close/>
                <a:moveTo>
                  <a:pt x="61792" y="22464"/>
                </a:moveTo>
                <a:cubicBezTo>
                  <a:pt x="58822" y="12265"/>
                  <a:pt x="53979" y="7165"/>
                  <a:pt x="47264" y="7165"/>
                </a:cubicBezTo>
                <a:cubicBezTo>
                  <a:pt x="42744" y="7165"/>
                  <a:pt x="38418" y="9166"/>
                  <a:pt x="34286" y="13169"/>
                </a:cubicBezTo>
                <a:cubicBezTo>
                  <a:pt x="30153" y="17171"/>
                  <a:pt x="26925" y="22400"/>
                  <a:pt x="24601" y="28855"/>
                </a:cubicBezTo>
                <a:cubicBezTo>
                  <a:pt x="20856" y="39054"/>
                  <a:pt x="18208" y="49640"/>
                  <a:pt x="16659" y="60614"/>
                </a:cubicBezTo>
                <a:cubicBezTo>
                  <a:pt x="16659" y="61002"/>
                  <a:pt x="16659" y="61712"/>
                  <a:pt x="16659" y="62744"/>
                </a:cubicBezTo>
                <a:cubicBezTo>
                  <a:pt x="16659" y="63777"/>
                  <a:pt x="16594" y="64552"/>
                  <a:pt x="16465" y="65068"/>
                </a:cubicBezTo>
                <a:cubicBezTo>
                  <a:pt x="16465" y="70878"/>
                  <a:pt x="17627" y="74880"/>
                  <a:pt x="19952" y="77075"/>
                </a:cubicBezTo>
                <a:cubicBezTo>
                  <a:pt x="22276" y="79270"/>
                  <a:pt x="25052" y="80432"/>
                  <a:pt x="28281" y="80561"/>
                </a:cubicBezTo>
                <a:cubicBezTo>
                  <a:pt x="35254" y="80561"/>
                  <a:pt x="42421" y="75913"/>
                  <a:pt x="49782" y="66618"/>
                </a:cubicBezTo>
                <a:lnTo>
                  <a:pt x="51332" y="64487"/>
                </a:lnTo>
                <a:lnTo>
                  <a:pt x="61792" y="2246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8E242-0981-41CD-B174-FFA887F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3" y="4506032"/>
            <a:ext cx="82712" cy="123165"/>
          </a:xfrm>
          <a:custGeom xmlns:a="http://schemas.openxmlformats.org/drawingml/2006/main">
            <a:pathLst>
              <a:path w="82712" h="123165" fill="none">
                <a:moveTo>
                  <a:pt x="0" y="55192"/>
                </a:moveTo>
                <a:cubicBezTo>
                  <a:pt x="0" y="42152"/>
                  <a:pt x="4907" y="29758"/>
                  <a:pt x="14722" y="18010"/>
                </a:cubicBezTo>
                <a:cubicBezTo>
                  <a:pt x="24536" y="6262"/>
                  <a:pt x="35577" y="323"/>
                  <a:pt x="47845" y="194"/>
                </a:cubicBezTo>
                <a:cubicBezTo>
                  <a:pt x="55593" y="194"/>
                  <a:pt x="61534" y="3550"/>
                  <a:pt x="65666" y="10264"/>
                </a:cubicBezTo>
                <a:cubicBezTo>
                  <a:pt x="65795" y="10135"/>
                  <a:pt x="66118" y="9747"/>
                  <a:pt x="66634" y="9102"/>
                </a:cubicBezTo>
                <a:cubicBezTo>
                  <a:pt x="67151" y="8456"/>
                  <a:pt x="67861" y="7746"/>
                  <a:pt x="68765" y="6972"/>
                </a:cubicBezTo>
                <a:cubicBezTo>
                  <a:pt x="69669" y="6197"/>
                  <a:pt x="70702" y="5422"/>
                  <a:pt x="71864" y="4648"/>
                </a:cubicBezTo>
                <a:cubicBezTo>
                  <a:pt x="76255" y="1549"/>
                  <a:pt x="79225" y="0"/>
                  <a:pt x="80775" y="0"/>
                </a:cubicBezTo>
                <a:cubicBezTo>
                  <a:pt x="81291" y="0"/>
                  <a:pt x="81743" y="194"/>
                  <a:pt x="82131" y="581"/>
                </a:cubicBezTo>
                <a:cubicBezTo>
                  <a:pt x="82518" y="968"/>
                  <a:pt x="82712" y="1291"/>
                  <a:pt x="82712" y="1549"/>
                </a:cubicBezTo>
                <a:cubicBezTo>
                  <a:pt x="82712" y="2711"/>
                  <a:pt x="78257" y="21109"/>
                  <a:pt x="69346" y="56741"/>
                </a:cubicBezTo>
                <a:cubicBezTo>
                  <a:pt x="60178" y="93407"/>
                  <a:pt x="55593" y="111998"/>
                  <a:pt x="55593" y="112514"/>
                </a:cubicBezTo>
                <a:cubicBezTo>
                  <a:pt x="55593" y="113547"/>
                  <a:pt x="58499" y="114128"/>
                  <a:pt x="64310" y="114257"/>
                </a:cubicBezTo>
                <a:lnTo>
                  <a:pt x="69153" y="114257"/>
                </a:lnTo>
                <a:cubicBezTo>
                  <a:pt x="69927" y="115290"/>
                  <a:pt x="70315" y="115871"/>
                  <a:pt x="70315" y="116000"/>
                </a:cubicBezTo>
                <a:cubicBezTo>
                  <a:pt x="70315" y="116129"/>
                  <a:pt x="70121" y="117291"/>
                  <a:pt x="69734" y="119486"/>
                </a:cubicBezTo>
                <a:cubicBezTo>
                  <a:pt x="69217" y="121164"/>
                  <a:pt x="68571" y="122391"/>
                  <a:pt x="67797" y="123165"/>
                </a:cubicBezTo>
                <a:lnTo>
                  <a:pt x="65279" y="123165"/>
                </a:lnTo>
                <a:cubicBezTo>
                  <a:pt x="61275" y="122907"/>
                  <a:pt x="54302" y="122778"/>
                  <a:pt x="44358" y="122778"/>
                </a:cubicBezTo>
                <a:cubicBezTo>
                  <a:pt x="40743" y="122778"/>
                  <a:pt x="37450" y="122778"/>
                  <a:pt x="34479" y="122778"/>
                </a:cubicBezTo>
                <a:cubicBezTo>
                  <a:pt x="31509" y="122778"/>
                  <a:pt x="29120" y="122778"/>
                  <a:pt x="27312" y="122778"/>
                </a:cubicBezTo>
                <a:cubicBezTo>
                  <a:pt x="25504" y="122778"/>
                  <a:pt x="24407" y="122842"/>
                  <a:pt x="24019" y="122972"/>
                </a:cubicBezTo>
                <a:cubicBezTo>
                  <a:pt x="22211" y="122972"/>
                  <a:pt x="21308" y="122455"/>
                  <a:pt x="21308" y="121422"/>
                </a:cubicBezTo>
                <a:cubicBezTo>
                  <a:pt x="21308" y="121035"/>
                  <a:pt x="21437" y="120067"/>
                  <a:pt x="21695" y="118517"/>
                </a:cubicBezTo>
                <a:cubicBezTo>
                  <a:pt x="22211" y="116452"/>
                  <a:pt x="22663" y="115225"/>
                  <a:pt x="23051" y="114838"/>
                </a:cubicBezTo>
                <a:cubicBezTo>
                  <a:pt x="23438" y="114451"/>
                  <a:pt x="24730" y="114257"/>
                  <a:pt x="26925" y="114257"/>
                </a:cubicBezTo>
                <a:cubicBezTo>
                  <a:pt x="33124" y="114257"/>
                  <a:pt x="36868" y="113805"/>
                  <a:pt x="38160" y="112901"/>
                </a:cubicBezTo>
                <a:cubicBezTo>
                  <a:pt x="39193" y="112256"/>
                  <a:pt x="41001" y="106575"/>
                  <a:pt x="43584" y="95860"/>
                </a:cubicBezTo>
                <a:cubicBezTo>
                  <a:pt x="46166" y="85144"/>
                  <a:pt x="47522" y="79657"/>
                  <a:pt x="47651" y="79399"/>
                </a:cubicBezTo>
                <a:cubicBezTo>
                  <a:pt x="47651" y="79270"/>
                  <a:pt x="47199" y="79464"/>
                  <a:pt x="46295" y="79980"/>
                </a:cubicBezTo>
                <a:cubicBezTo>
                  <a:pt x="40097" y="85015"/>
                  <a:pt x="33640" y="87533"/>
                  <a:pt x="26925" y="87533"/>
                </a:cubicBezTo>
                <a:cubicBezTo>
                  <a:pt x="19822" y="87533"/>
                  <a:pt x="13559" y="84950"/>
                  <a:pt x="8136" y="79786"/>
                </a:cubicBezTo>
                <a:cubicBezTo>
                  <a:pt x="2712" y="74622"/>
                  <a:pt x="0" y="66424"/>
                  <a:pt x="0" y="55192"/>
                </a:cubicBezTo>
                <a:close/>
                <a:moveTo>
                  <a:pt x="61792" y="22464"/>
                </a:moveTo>
                <a:cubicBezTo>
                  <a:pt x="58822" y="12265"/>
                  <a:pt x="53979" y="7165"/>
                  <a:pt x="47264" y="7165"/>
                </a:cubicBezTo>
                <a:cubicBezTo>
                  <a:pt x="42744" y="7165"/>
                  <a:pt x="38418" y="9166"/>
                  <a:pt x="34286" y="13169"/>
                </a:cubicBezTo>
                <a:cubicBezTo>
                  <a:pt x="30153" y="17171"/>
                  <a:pt x="26925" y="22400"/>
                  <a:pt x="24601" y="28855"/>
                </a:cubicBezTo>
                <a:cubicBezTo>
                  <a:pt x="20856" y="39054"/>
                  <a:pt x="18208" y="49640"/>
                  <a:pt x="16659" y="60614"/>
                </a:cubicBezTo>
                <a:cubicBezTo>
                  <a:pt x="16659" y="61002"/>
                  <a:pt x="16659" y="61712"/>
                  <a:pt x="16659" y="62745"/>
                </a:cubicBezTo>
                <a:cubicBezTo>
                  <a:pt x="16659" y="63777"/>
                  <a:pt x="16594" y="64552"/>
                  <a:pt x="16465" y="65068"/>
                </a:cubicBezTo>
                <a:cubicBezTo>
                  <a:pt x="16465" y="70878"/>
                  <a:pt x="17627" y="74880"/>
                  <a:pt x="19952" y="77075"/>
                </a:cubicBezTo>
                <a:cubicBezTo>
                  <a:pt x="22276" y="79270"/>
                  <a:pt x="25052" y="80432"/>
                  <a:pt x="28281" y="80561"/>
                </a:cubicBezTo>
                <a:cubicBezTo>
                  <a:pt x="35254" y="80561"/>
                  <a:pt x="42421" y="75913"/>
                  <a:pt x="49782" y="66618"/>
                </a:cubicBezTo>
                <a:lnTo>
                  <a:pt x="51332" y="64487"/>
                </a:lnTo>
                <a:lnTo>
                  <a:pt x="61792" y="22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10"/>
              </a:srgbClr>
            </a:solidFill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7AC8B-D5DA-4C3E-A7A2-1D12C2E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614" y="2564966"/>
            <a:ext cx="772" cy="263711"/>
          </a:xfrm>
          <a:custGeom xmlns:a="http://schemas.openxmlformats.org/drawingml/2006/main">
            <a:pathLst>
              <a:path w="772" h="263711" fill="none">
                <a:moveTo>
                  <a:pt x="772" y="26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98EE3-9434-45A6-9F01-5F1B1B7D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991" y="2507060"/>
            <a:ext cx="77241" cy="77221"/>
          </a:xfrm>
          <a:custGeom xmlns:a="http://schemas.openxmlformats.org/drawingml/2006/main">
            <a:pathLst>
              <a:path w="77241" h="77221">
                <a:moveTo>
                  <a:pt x="38427" y="0"/>
                </a:moveTo>
                <a:lnTo>
                  <a:pt x="77241" y="77028"/>
                </a:lnTo>
                <a:lnTo>
                  <a:pt x="38621" y="57916"/>
                </a:lnTo>
                <a:lnTo>
                  <a:pt x="0" y="77221"/>
                </a:lnTo>
                <a:lnTo>
                  <a:pt x="384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4C139-BF77-45D7-B56F-27C7437E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994" y="2507050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427" y="0"/>
                </a:moveTo>
                <a:lnTo>
                  <a:pt x="77241" y="77028"/>
                </a:lnTo>
                <a:lnTo>
                  <a:pt x="38620" y="57916"/>
                </a:lnTo>
                <a:lnTo>
                  <a:pt x="0" y="77221"/>
                </a:lnTo>
                <a:lnTo>
                  <a:pt x="3842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5CD25-3185-431E-942D-F2CF846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7" y="2828685"/>
            <a:ext cx="4479381" cy="579160"/>
          </a:xfrm>
          <a:custGeom xmlns:a="http://schemas.openxmlformats.org/drawingml/2006/main">
            <a:pathLst>
              <a:path w="4479381" h="579160">
                <a:moveTo>
                  <a:pt x="86896" y="0"/>
                </a:moveTo>
                <a:lnTo>
                  <a:pt x="4392485" y="0"/>
                </a:lnTo>
                <a:cubicBezTo>
                  <a:pt x="4404007" y="0"/>
                  <a:pt x="4415091" y="2204"/>
                  <a:pt x="4425737" y="6611"/>
                </a:cubicBezTo>
                <a:cubicBezTo>
                  <a:pt x="4436383" y="11021"/>
                  <a:pt x="4445782" y="17300"/>
                  <a:pt x="4453929" y="25444"/>
                </a:cubicBezTo>
                <a:cubicBezTo>
                  <a:pt x="4462077" y="33591"/>
                  <a:pt x="4468356" y="42984"/>
                  <a:pt x="4472765" y="53627"/>
                </a:cubicBezTo>
                <a:cubicBezTo>
                  <a:pt x="4477174" y="64270"/>
                  <a:pt x="4479380" y="75353"/>
                  <a:pt x="4479381" y="86875"/>
                </a:cubicBezTo>
                <a:lnTo>
                  <a:pt x="4479381" y="492287"/>
                </a:lnTo>
                <a:cubicBezTo>
                  <a:pt x="4479380" y="503807"/>
                  <a:pt x="4477174" y="514887"/>
                  <a:pt x="4472765" y="525530"/>
                </a:cubicBezTo>
                <a:cubicBezTo>
                  <a:pt x="4468356" y="536173"/>
                  <a:pt x="4462077" y="545568"/>
                  <a:pt x="4453929" y="553713"/>
                </a:cubicBezTo>
                <a:cubicBezTo>
                  <a:pt x="4445782" y="561859"/>
                  <a:pt x="4436383" y="568136"/>
                  <a:pt x="4425737" y="572544"/>
                </a:cubicBezTo>
                <a:cubicBezTo>
                  <a:pt x="4415091" y="576955"/>
                  <a:pt x="4404007" y="579159"/>
                  <a:pt x="4392485" y="579160"/>
                </a:cubicBezTo>
                <a:lnTo>
                  <a:pt x="86896" y="579160"/>
                </a:lnTo>
                <a:cubicBezTo>
                  <a:pt x="75373" y="579159"/>
                  <a:pt x="64288" y="576955"/>
                  <a:pt x="53642" y="572546"/>
                </a:cubicBezTo>
                <a:cubicBezTo>
                  <a:pt x="42996" y="568136"/>
                  <a:pt x="33599" y="561859"/>
                  <a:pt x="25451" y="553713"/>
                </a:cubicBezTo>
                <a:cubicBezTo>
                  <a:pt x="17303" y="545568"/>
                  <a:pt x="11024" y="536173"/>
                  <a:pt x="6614" y="525528"/>
                </a:cubicBezTo>
                <a:cubicBezTo>
                  <a:pt x="2205" y="514887"/>
                  <a:pt x="0" y="503807"/>
                  <a:pt x="1" y="492287"/>
                </a:cubicBezTo>
                <a:lnTo>
                  <a:pt x="1" y="86875"/>
                </a:lnTo>
                <a:cubicBezTo>
                  <a:pt x="0" y="75353"/>
                  <a:pt x="2205" y="64270"/>
                  <a:pt x="6614" y="53627"/>
                </a:cubicBezTo>
                <a:cubicBezTo>
                  <a:pt x="11024" y="42984"/>
                  <a:pt x="17303" y="33591"/>
                  <a:pt x="25451" y="25444"/>
                </a:cubicBezTo>
                <a:cubicBezTo>
                  <a:pt x="33599" y="17300"/>
                  <a:pt x="42996" y="11021"/>
                  <a:pt x="53642" y="6611"/>
                </a:cubicBezTo>
                <a:cubicBezTo>
                  <a:pt x="64288" y="2204"/>
                  <a:pt x="75373" y="0"/>
                  <a:pt x="86896" y="0"/>
                </a:cubicBez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18530-6D79-4788-A42D-0A8A2542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9" y="2828677"/>
            <a:ext cx="4479383" cy="579159"/>
          </a:xfrm>
          <a:custGeom xmlns:a="http://schemas.openxmlformats.org/drawingml/2006/main">
            <a:pathLst>
              <a:path w="4479383" h="579159" fill="none">
                <a:moveTo>
                  <a:pt x="86896" y="0"/>
                </a:moveTo>
                <a:lnTo>
                  <a:pt x="4392487" y="0"/>
                </a:lnTo>
                <a:cubicBezTo>
                  <a:pt x="4404009" y="0"/>
                  <a:pt x="4415091" y="2203"/>
                  <a:pt x="4425739" y="6612"/>
                </a:cubicBezTo>
                <a:cubicBezTo>
                  <a:pt x="4436385" y="11021"/>
                  <a:pt x="4445783" y="17299"/>
                  <a:pt x="4453930" y="25444"/>
                </a:cubicBezTo>
                <a:cubicBezTo>
                  <a:pt x="4462077" y="33589"/>
                  <a:pt x="4468357" y="42983"/>
                  <a:pt x="4472767" y="53626"/>
                </a:cubicBezTo>
                <a:cubicBezTo>
                  <a:pt x="4477176" y="64271"/>
                  <a:pt x="4479381" y="75353"/>
                  <a:pt x="4479383" y="86874"/>
                </a:cubicBezTo>
                <a:lnTo>
                  <a:pt x="4479383" y="492286"/>
                </a:lnTo>
                <a:cubicBezTo>
                  <a:pt x="4479381" y="503805"/>
                  <a:pt x="4477176" y="514886"/>
                  <a:pt x="4472767" y="525529"/>
                </a:cubicBezTo>
                <a:cubicBezTo>
                  <a:pt x="4468357" y="536172"/>
                  <a:pt x="4462077" y="545568"/>
                  <a:pt x="4453930" y="553713"/>
                </a:cubicBezTo>
                <a:cubicBezTo>
                  <a:pt x="4445783" y="561858"/>
                  <a:pt x="4436385" y="568136"/>
                  <a:pt x="4425739" y="572544"/>
                </a:cubicBezTo>
                <a:cubicBezTo>
                  <a:pt x="4415091" y="576953"/>
                  <a:pt x="4404009" y="579158"/>
                  <a:pt x="4392487" y="579159"/>
                </a:cubicBezTo>
                <a:lnTo>
                  <a:pt x="86896" y="579159"/>
                </a:lnTo>
                <a:cubicBezTo>
                  <a:pt x="75371" y="579158"/>
                  <a:pt x="64287" y="576953"/>
                  <a:pt x="53642" y="572545"/>
                </a:cubicBezTo>
                <a:cubicBezTo>
                  <a:pt x="42996" y="568136"/>
                  <a:pt x="33598" y="561858"/>
                  <a:pt x="25451" y="553713"/>
                </a:cubicBezTo>
                <a:cubicBezTo>
                  <a:pt x="17302" y="545568"/>
                  <a:pt x="11024" y="536172"/>
                  <a:pt x="6614" y="525527"/>
                </a:cubicBezTo>
                <a:cubicBezTo>
                  <a:pt x="2203" y="514886"/>
                  <a:pt x="0" y="503805"/>
                  <a:pt x="0" y="492286"/>
                </a:cubicBezTo>
                <a:lnTo>
                  <a:pt x="0" y="86874"/>
                </a:lnTo>
                <a:cubicBezTo>
                  <a:pt x="0" y="75353"/>
                  <a:pt x="2203" y="64271"/>
                  <a:pt x="6614" y="53626"/>
                </a:cubicBezTo>
                <a:cubicBezTo>
                  <a:pt x="11024" y="42983"/>
                  <a:pt x="17302" y="33589"/>
                  <a:pt x="25451" y="25444"/>
                </a:cubicBezTo>
                <a:cubicBezTo>
                  <a:pt x="33598" y="17299"/>
                  <a:pt x="42996" y="11021"/>
                  <a:pt x="53642" y="6612"/>
                </a:cubicBezTo>
                <a:cubicBezTo>
                  <a:pt x="64287" y="2203"/>
                  <a:pt x="75371" y="0"/>
                  <a:pt x="8689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9673A6"/>
            </a:solidFill>
            <a:miter/>
          </a:ln>
        </p:spPr>
      </p:sp>
      <p:sp>
        <p:nvSpPr>
          <p:cNvPr id="501" name="Text ScaledDotProductAttention(SDPA)">
            <a:extLst xmlns:a="http://schemas.openxmlformats.org/drawingml/2006/main">
              <a:ext uri="{FF2B5EF4-FFF2-40B4-BE49-F238E27FC236}">
                <a16:creationId xmlns:a16="http://schemas.microsoft.com/office/drawing/2014/main" id="{2ADBDE6F-43B3-41D9-A5D4-B4EC758B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74" y="3015020"/>
            <a:ext cx="3767862" cy="218316"/>
          </a:xfrm>
          <a:custGeom xmlns:a="http://schemas.openxmlformats.org/drawingml/2006/main">
            <a:pathLst>
              <a:path w="3767862" h="218316">
                <a:moveTo>
                  <a:pt x="21385" y="117189"/>
                </a:moveTo>
                <a:cubicBezTo>
                  <a:pt x="21913" y="126642"/>
                  <a:pt x="24138" y="134318"/>
                  <a:pt x="28060" y="140219"/>
                </a:cubicBezTo>
                <a:cubicBezTo>
                  <a:pt x="35528" y="151260"/>
                  <a:pt x="48690" y="156780"/>
                  <a:pt x="67548" y="156780"/>
                </a:cubicBezTo>
                <a:cubicBezTo>
                  <a:pt x="75996" y="156780"/>
                  <a:pt x="83690" y="155574"/>
                  <a:pt x="90630" y="153161"/>
                </a:cubicBezTo>
                <a:cubicBezTo>
                  <a:pt x="104056" y="148485"/>
                  <a:pt x="110770" y="140116"/>
                  <a:pt x="110770" y="128052"/>
                </a:cubicBezTo>
                <a:cubicBezTo>
                  <a:pt x="110770" y="119003"/>
                  <a:pt x="107941" y="112555"/>
                  <a:pt x="102284" y="108709"/>
                </a:cubicBezTo>
                <a:cubicBezTo>
                  <a:pt x="96551" y="104924"/>
                  <a:pt x="87575" y="101632"/>
                  <a:pt x="75355" y="98833"/>
                </a:cubicBezTo>
                <a:lnTo>
                  <a:pt x="52839" y="93721"/>
                </a:lnTo>
                <a:cubicBezTo>
                  <a:pt x="38130" y="90391"/>
                  <a:pt x="27721" y="86727"/>
                  <a:pt x="21611" y="82727"/>
                </a:cubicBezTo>
                <a:cubicBezTo>
                  <a:pt x="11051" y="75787"/>
                  <a:pt x="5770" y="65413"/>
                  <a:pt x="5770" y="51606"/>
                </a:cubicBezTo>
                <a:cubicBezTo>
                  <a:pt x="5770" y="36668"/>
                  <a:pt x="10937" y="24407"/>
                  <a:pt x="21271" y="14825"/>
                </a:cubicBezTo>
                <a:cubicBezTo>
                  <a:pt x="31605" y="5243"/>
                  <a:pt x="46239" y="452"/>
                  <a:pt x="65172" y="452"/>
                </a:cubicBezTo>
                <a:cubicBezTo>
                  <a:pt x="82596" y="452"/>
                  <a:pt x="97399" y="4657"/>
                  <a:pt x="109582" y="13065"/>
                </a:cubicBezTo>
                <a:cubicBezTo>
                  <a:pt x="121764" y="21473"/>
                  <a:pt x="127855" y="34915"/>
                  <a:pt x="127855" y="53391"/>
                </a:cubicBezTo>
                <a:lnTo>
                  <a:pt x="106696" y="53391"/>
                </a:lnTo>
                <a:cubicBezTo>
                  <a:pt x="105565" y="44493"/>
                  <a:pt x="103151" y="37668"/>
                  <a:pt x="99455" y="32917"/>
                </a:cubicBezTo>
                <a:cubicBezTo>
                  <a:pt x="92591" y="24245"/>
                  <a:pt x="80937" y="19909"/>
                  <a:pt x="64493" y="19909"/>
                </a:cubicBezTo>
                <a:cubicBezTo>
                  <a:pt x="51217" y="19909"/>
                  <a:pt x="41675" y="22701"/>
                  <a:pt x="35867" y="28286"/>
                </a:cubicBezTo>
                <a:cubicBezTo>
                  <a:pt x="30059" y="33871"/>
                  <a:pt x="27155" y="40363"/>
                  <a:pt x="27155" y="47760"/>
                </a:cubicBezTo>
                <a:cubicBezTo>
                  <a:pt x="27155" y="55912"/>
                  <a:pt x="30549" y="61874"/>
                  <a:pt x="37338" y="65647"/>
                </a:cubicBezTo>
                <a:cubicBezTo>
                  <a:pt x="41788" y="68062"/>
                  <a:pt x="51858" y="71081"/>
                  <a:pt x="67548" y="74703"/>
                </a:cubicBezTo>
                <a:lnTo>
                  <a:pt x="90856" y="80023"/>
                </a:lnTo>
                <a:cubicBezTo>
                  <a:pt x="102095" y="82590"/>
                  <a:pt x="110770" y="86099"/>
                  <a:pt x="116879" y="90550"/>
                </a:cubicBezTo>
                <a:cubicBezTo>
                  <a:pt x="127440" y="98322"/>
                  <a:pt x="132720" y="109603"/>
                  <a:pt x="132720" y="124393"/>
                </a:cubicBezTo>
                <a:cubicBezTo>
                  <a:pt x="132720" y="142808"/>
                  <a:pt x="126025" y="155977"/>
                  <a:pt x="112636" y="163900"/>
                </a:cubicBezTo>
                <a:cubicBezTo>
                  <a:pt x="99248" y="171823"/>
                  <a:pt x="83690" y="175784"/>
                  <a:pt x="65964" y="175784"/>
                </a:cubicBezTo>
                <a:cubicBezTo>
                  <a:pt x="45296" y="175784"/>
                  <a:pt x="29116" y="170495"/>
                  <a:pt x="17424" y="159916"/>
                </a:cubicBezTo>
                <a:cubicBezTo>
                  <a:pt x="5733" y="149415"/>
                  <a:pt x="0" y="135173"/>
                  <a:pt x="226" y="117189"/>
                </a:cubicBezTo>
                <a:lnTo>
                  <a:pt x="21385" y="117189"/>
                </a:lnTo>
                <a:moveTo>
                  <a:pt x="66869" y="0"/>
                </a:moveTo>
                <a:lnTo>
                  <a:pt x="66869" y="0"/>
                </a:lnTo>
                <a:close/>
                <a:moveTo>
                  <a:pt x="205248" y="45926"/>
                </a:moveTo>
                <a:cubicBezTo>
                  <a:pt x="218901" y="45926"/>
                  <a:pt x="230008" y="49252"/>
                  <a:pt x="238569" y="55905"/>
                </a:cubicBezTo>
                <a:cubicBezTo>
                  <a:pt x="247131" y="62557"/>
                  <a:pt x="252279" y="74012"/>
                  <a:pt x="254014" y="90267"/>
                </a:cubicBezTo>
                <a:lnTo>
                  <a:pt x="234213" y="90267"/>
                </a:lnTo>
                <a:cubicBezTo>
                  <a:pt x="233006" y="82802"/>
                  <a:pt x="230253" y="76599"/>
                  <a:pt x="225953" y="71660"/>
                </a:cubicBezTo>
                <a:cubicBezTo>
                  <a:pt x="221654" y="66720"/>
                  <a:pt x="214752" y="64251"/>
                  <a:pt x="205248" y="64251"/>
                </a:cubicBezTo>
                <a:cubicBezTo>
                  <a:pt x="192274" y="64251"/>
                  <a:pt x="182996" y="70585"/>
                  <a:pt x="177414" y="83254"/>
                </a:cubicBezTo>
                <a:cubicBezTo>
                  <a:pt x="173793" y="91474"/>
                  <a:pt x="171983" y="101617"/>
                  <a:pt x="171983" y="113683"/>
                </a:cubicBezTo>
                <a:cubicBezTo>
                  <a:pt x="171983" y="125824"/>
                  <a:pt x="174548" y="136042"/>
                  <a:pt x="179677" y="144337"/>
                </a:cubicBezTo>
                <a:cubicBezTo>
                  <a:pt x="184806" y="152633"/>
                  <a:pt x="192877" y="156780"/>
                  <a:pt x="203890" y="156780"/>
                </a:cubicBezTo>
                <a:cubicBezTo>
                  <a:pt x="212338" y="156780"/>
                  <a:pt x="219033" y="154217"/>
                  <a:pt x="223973" y="149092"/>
                </a:cubicBezTo>
                <a:cubicBezTo>
                  <a:pt x="228914" y="143966"/>
                  <a:pt x="232327" y="136952"/>
                  <a:pt x="234213" y="128049"/>
                </a:cubicBezTo>
                <a:lnTo>
                  <a:pt x="254014" y="128049"/>
                </a:lnTo>
                <a:cubicBezTo>
                  <a:pt x="251751" y="144111"/>
                  <a:pt x="246093" y="155857"/>
                  <a:pt x="237042" y="163285"/>
                </a:cubicBezTo>
                <a:cubicBezTo>
                  <a:pt x="227990" y="170713"/>
                  <a:pt x="216411" y="174427"/>
                  <a:pt x="202306" y="174427"/>
                </a:cubicBezTo>
                <a:cubicBezTo>
                  <a:pt x="186466" y="174427"/>
                  <a:pt x="173831" y="168623"/>
                  <a:pt x="164402" y="157017"/>
                </a:cubicBezTo>
                <a:cubicBezTo>
                  <a:pt x="154973" y="145411"/>
                  <a:pt x="150259" y="130912"/>
                  <a:pt x="150259" y="113520"/>
                </a:cubicBezTo>
                <a:cubicBezTo>
                  <a:pt x="150259" y="92200"/>
                  <a:pt x="155426" y="75605"/>
                  <a:pt x="165760" y="63734"/>
                </a:cubicBezTo>
                <a:cubicBezTo>
                  <a:pt x="176094" y="51862"/>
                  <a:pt x="189257" y="45926"/>
                  <a:pt x="205248" y="45926"/>
                </a:cubicBezTo>
                <a:moveTo>
                  <a:pt x="202080" y="46604"/>
                </a:moveTo>
                <a:lnTo>
                  <a:pt x="202080" y="46604"/>
                </a:lnTo>
                <a:close/>
                <a:moveTo>
                  <a:pt x="289994" y="138625"/>
                </a:moveTo>
                <a:cubicBezTo>
                  <a:pt x="289994" y="144526"/>
                  <a:pt x="292143" y="149178"/>
                  <a:pt x="296443" y="152581"/>
                </a:cubicBezTo>
                <a:cubicBezTo>
                  <a:pt x="300743" y="155984"/>
                  <a:pt x="305834" y="157685"/>
                  <a:pt x="311718" y="157685"/>
                </a:cubicBezTo>
                <a:cubicBezTo>
                  <a:pt x="318884" y="157685"/>
                  <a:pt x="325823" y="156012"/>
                  <a:pt x="332536" y="152666"/>
                </a:cubicBezTo>
                <a:cubicBezTo>
                  <a:pt x="343851" y="147113"/>
                  <a:pt x="349508" y="138078"/>
                  <a:pt x="349508" y="125560"/>
                </a:cubicBezTo>
                <a:lnTo>
                  <a:pt x="349508" y="109158"/>
                </a:lnTo>
                <a:cubicBezTo>
                  <a:pt x="347019" y="110775"/>
                  <a:pt x="343813" y="112121"/>
                  <a:pt x="339891" y="113198"/>
                </a:cubicBezTo>
                <a:cubicBezTo>
                  <a:pt x="335969" y="114275"/>
                  <a:pt x="332122" y="115033"/>
                  <a:pt x="328350" y="115471"/>
                </a:cubicBezTo>
                <a:lnTo>
                  <a:pt x="316017" y="117009"/>
                </a:lnTo>
                <a:cubicBezTo>
                  <a:pt x="308625" y="117959"/>
                  <a:pt x="303081" y="119493"/>
                  <a:pt x="299385" y="121611"/>
                </a:cubicBezTo>
                <a:cubicBezTo>
                  <a:pt x="293124" y="125165"/>
                  <a:pt x="289994" y="130836"/>
                  <a:pt x="289994" y="138625"/>
                </a:cubicBezTo>
                <a:moveTo>
                  <a:pt x="339325" y="97394"/>
                </a:moveTo>
                <a:cubicBezTo>
                  <a:pt x="344002" y="96791"/>
                  <a:pt x="347132" y="94830"/>
                  <a:pt x="348716" y="91512"/>
                </a:cubicBezTo>
                <a:cubicBezTo>
                  <a:pt x="349621" y="89695"/>
                  <a:pt x="350074" y="87082"/>
                  <a:pt x="350074" y="83675"/>
                </a:cubicBezTo>
                <a:cubicBezTo>
                  <a:pt x="350074" y="76709"/>
                  <a:pt x="347604" y="71655"/>
                  <a:pt x="342663" y="68514"/>
                </a:cubicBezTo>
                <a:cubicBezTo>
                  <a:pt x="337722" y="65370"/>
                  <a:pt x="330651" y="63798"/>
                  <a:pt x="321448" y="63798"/>
                </a:cubicBezTo>
                <a:cubicBezTo>
                  <a:pt x="310813" y="63798"/>
                  <a:pt x="303269" y="66678"/>
                  <a:pt x="298819" y="72437"/>
                </a:cubicBezTo>
                <a:cubicBezTo>
                  <a:pt x="296330" y="75621"/>
                  <a:pt x="294708" y="80358"/>
                  <a:pt x="293954" y="86648"/>
                </a:cubicBezTo>
                <a:lnTo>
                  <a:pt x="274945" y="86648"/>
                </a:lnTo>
                <a:cubicBezTo>
                  <a:pt x="275323" y="71674"/>
                  <a:pt x="280169" y="61256"/>
                  <a:pt x="289485" y="55396"/>
                </a:cubicBezTo>
                <a:cubicBezTo>
                  <a:pt x="298800" y="49535"/>
                  <a:pt x="309606" y="46604"/>
                  <a:pt x="321901" y="46604"/>
                </a:cubicBezTo>
                <a:cubicBezTo>
                  <a:pt x="336157" y="46604"/>
                  <a:pt x="347736" y="49319"/>
                  <a:pt x="356636" y="54749"/>
                </a:cubicBezTo>
                <a:cubicBezTo>
                  <a:pt x="365462" y="60178"/>
                  <a:pt x="369875" y="68631"/>
                  <a:pt x="369875" y="80108"/>
                </a:cubicBezTo>
                <a:lnTo>
                  <a:pt x="369875" y="149990"/>
                </a:lnTo>
                <a:cubicBezTo>
                  <a:pt x="369875" y="152104"/>
                  <a:pt x="370308" y="153802"/>
                  <a:pt x="371176" y="155084"/>
                </a:cubicBezTo>
                <a:cubicBezTo>
                  <a:pt x="372043" y="156366"/>
                  <a:pt x="373872" y="157007"/>
                  <a:pt x="376663" y="157007"/>
                </a:cubicBezTo>
                <a:cubicBezTo>
                  <a:pt x="377568" y="157007"/>
                  <a:pt x="378587" y="156950"/>
                  <a:pt x="379718" y="156837"/>
                </a:cubicBezTo>
                <a:cubicBezTo>
                  <a:pt x="380850" y="156724"/>
                  <a:pt x="382057" y="156554"/>
                  <a:pt x="383339" y="156328"/>
                </a:cubicBezTo>
                <a:lnTo>
                  <a:pt x="383339" y="171486"/>
                </a:lnTo>
                <a:cubicBezTo>
                  <a:pt x="380171" y="172390"/>
                  <a:pt x="377757" y="172956"/>
                  <a:pt x="376098" y="173182"/>
                </a:cubicBezTo>
                <a:cubicBezTo>
                  <a:pt x="374438" y="173409"/>
                  <a:pt x="372175" y="173522"/>
                  <a:pt x="369309" y="173522"/>
                </a:cubicBezTo>
                <a:cubicBezTo>
                  <a:pt x="362294" y="173522"/>
                  <a:pt x="357202" y="171018"/>
                  <a:pt x="354034" y="166010"/>
                </a:cubicBezTo>
                <a:cubicBezTo>
                  <a:pt x="352375" y="163354"/>
                  <a:pt x="351205" y="159599"/>
                  <a:pt x="350527" y="154744"/>
                </a:cubicBezTo>
                <a:cubicBezTo>
                  <a:pt x="346378" y="160235"/>
                  <a:pt x="340419" y="165001"/>
                  <a:pt x="332650" y="169043"/>
                </a:cubicBezTo>
                <a:cubicBezTo>
                  <a:pt x="324880" y="173084"/>
                  <a:pt x="316319" y="175105"/>
                  <a:pt x="306966" y="175105"/>
                </a:cubicBezTo>
                <a:cubicBezTo>
                  <a:pt x="295726" y="175105"/>
                  <a:pt x="286543" y="171682"/>
                  <a:pt x="279415" y="164836"/>
                </a:cubicBezTo>
                <a:cubicBezTo>
                  <a:pt x="272286" y="157990"/>
                  <a:pt x="268722" y="149424"/>
                  <a:pt x="268722" y="139138"/>
                </a:cubicBezTo>
                <a:cubicBezTo>
                  <a:pt x="268722" y="127866"/>
                  <a:pt x="272230" y="119129"/>
                  <a:pt x="279245" y="112926"/>
                </a:cubicBezTo>
                <a:cubicBezTo>
                  <a:pt x="286260" y="106724"/>
                  <a:pt x="295462" y="102904"/>
                  <a:pt x="306852" y="101466"/>
                </a:cubicBezTo>
                <a:lnTo>
                  <a:pt x="339325" y="97394"/>
                </a:lnTo>
                <a:moveTo>
                  <a:pt x="322467" y="46604"/>
                </a:moveTo>
                <a:lnTo>
                  <a:pt x="322467" y="46604"/>
                </a:lnTo>
                <a:close/>
                <a:moveTo>
                  <a:pt x="403829" y="4525"/>
                </a:moveTo>
                <a:lnTo>
                  <a:pt x="424196" y="4525"/>
                </a:lnTo>
                <a:lnTo>
                  <a:pt x="424196" y="170807"/>
                </a:lnTo>
                <a:lnTo>
                  <a:pt x="403829" y="170807"/>
                </a:lnTo>
                <a:lnTo>
                  <a:pt x="403829" y="4525"/>
                </a:lnTo>
                <a:close/>
                <a:moveTo>
                  <a:pt x="505215" y="46830"/>
                </a:moveTo>
                <a:cubicBezTo>
                  <a:pt x="513814" y="46830"/>
                  <a:pt x="522149" y="48848"/>
                  <a:pt x="530220" y="52882"/>
                </a:cubicBezTo>
                <a:cubicBezTo>
                  <a:pt x="538292" y="56917"/>
                  <a:pt x="544439" y="62138"/>
                  <a:pt x="548663" y="68545"/>
                </a:cubicBezTo>
                <a:cubicBezTo>
                  <a:pt x="552736" y="74654"/>
                  <a:pt x="555452" y="81779"/>
                  <a:pt x="556810" y="89921"/>
                </a:cubicBezTo>
                <a:cubicBezTo>
                  <a:pt x="558017" y="95501"/>
                  <a:pt x="558620" y="104440"/>
                  <a:pt x="558620" y="116737"/>
                </a:cubicBezTo>
                <a:lnTo>
                  <a:pt x="469801" y="116737"/>
                </a:lnTo>
                <a:cubicBezTo>
                  <a:pt x="470178" y="129029"/>
                  <a:pt x="473082" y="138889"/>
                  <a:pt x="478513" y="146317"/>
                </a:cubicBezTo>
                <a:cubicBezTo>
                  <a:pt x="483944" y="153745"/>
                  <a:pt x="492354" y="157459"/>
                  <a:pt x="503744" y="157459"/>
                </a:cubicBezTo>
                <a:cubicBezTo>
                  <a:pt x="514380" y="157459"/>
                  <a:pt x="522866" y="153984"/>
                  <a:pt x="529202" y="147035"/>
                </a:cubicBezTo>
                <a:cubicBezTo>
                  <a:pt x="532823" y="143000"/>
                  <a:pt x="535387" y="138330"/>
                  <a:pt x="536896" y="133026"/>
                </a:cubicBezTo>
                <a:lnTo>
                  <a:pt x="556923" y="133026"/>
                </a:lnTo>
                <a:cubicBezTo>
                  <a:pt x="556395" y="137451"/>
                  <a:pt x="554641" y="142384"/>
                  <a:pt x="551662" y="147823"/>
                </a:cubicBezTo>
                <a:cubicBezTo>
                  <a:pt x="548682" y="153260"/>
                  <a:pt x="545344" y="157703"/>
                  <a:pt x="541648" y="161153"/>
                </a:cubicBezTo>
                <a:cubicBezTo>
                  <a:pt x="535463" y="167155"/>
                  <a:pt x="527807" y="171206"/>
                  <a:pt x="518680" y="173306"/>
                </a:cubicBezTo>
                <a:cubicBezTo>
                  <a:pt x="513777" y="174506"/>
                  <a:pt x="508233" y="175105"/>
                  <a:pt x="502047" y="175105"/>
                </a:cubicBezTo>
                <a:cubicBezTo>
                  <a:pt x="486961" y="175105"/>
                  <a:pt x="474176" y="169614"/>
                  <a:pt x="463691" y="158633"/>
                </a:cubicBezTo>
                <a:cubicBezTo>
                  <a:pt x="453206" y="147651"/>
                  <a:pt x="447964" y="132272"/>
                  <a:pt x="447964" y="112495"/>
                </a:cubicBezTo>
                <a:cubicBezTo>
                  <a:pt x="447964" y="93022"/>
                  <a:pt x="453244" y="77211"/>
                  <a:pt x="463804" y="65060"/>
                </a:cubicBezTo>
                <a:cubicBezTo>
                  <a:pt x="474364" y="52907"/>
                  <a:pt x="488168" y="46830"/>
                  <a:pt x="505215" y="46830"/>
                </a:cubicBezTo>
                <a:moveTo>
                  <a:pt x="537688" y="100448"/>
                </a:moveTo>
                <a:cubicBezTo>
                  <a:pt x="536858" y="91597"/>
                  <a:pt x="534935" y="84523"/>
                  <a:pt x="531918" y="79228"/>
                </a:cubicBezTo>
                <a:cubicBezTo>
                  <a:pt x="526336" y="69394"/>
                  <a:pt x="517020" y="64477"/>
                  <a:pt x="503971" y="64477"/>
                </a:cubicBezTo>
                <a:cubicBezTo>
                  <a:pt x="494617" y="64477"/>
                  <a:pt x="486773" y="67862"/>
                  <a:pt x="480436" y="74633"/>
                </a:cubicBezTo>
                <a:cubicBezTo>
                  <a:pt x="474100" y="81403"/>
                  <a:pt x="470744" y="90008"/>
                  <a:pt x="470366" y="100448"/>
                </a:cubicBezTo>
                <a:lnTo>
                  <a:pt x="537688" y="100448"/>
                </a:lnTo>
                <a:moveTo>
                  <a:pt x="503292" y="46604"/>
                </a:moveTo>
                <a:lnTo>
                  <a:pt x="503292" y="46604"/>
                </a:lnTo>
                <a:close/>
                <a:moveTo>
                  <a:pt x="596535" y="111647"/>
                </a:moveTo>
                <a:cubicBezTo>
                  <a:pt x="596535" y="124650"/>
                  <a:pt x="599288" y="135537"/>
                  <a:pt x="604795" y="144306"/>
                </a:cubicBezTo>
                <a:cubicBezTo>
                  <a:pt x="610301" y="153075"/>
                  <a:pt x="619126" y="157459"/>
                  <a:pt x="631271" y="157459"/>
                </a:cubicBezTo>
                <a:cubicBezTo>
                  <a:pt x="640699" y="157459"/>
                  <a:pt x="648450" y="153396"/>
                  <a:pt x="654522" y="145271"/>
                </a:cubicBezTo>
                <a:cubicBezTo>
                  <a:pt x="660594" y="137143"/>
                  <a:pt x="663630" y="125481"/>
                  <a:pt x="663630" y="110286"/>
                </a:cubicBezTo>
                <a:cubicBezTo>
                  <a:pt x="663630" y="94939"/>
                  <a:pt x="660500" y="83582"/>
                  <a:pt x="654239" y="76213"/>
                </a:cubicBezTo>
                <a:cubicBezTo>
                  <a:pt x="647978" y="68841"/>
                  <a:pt x="640247" y="65155"/>
                  <a:pt x="631044" y="65155"/>
                </a:cubicBezTo>
                <a:cubicBezTo>
                  <a:pt x="620786" y="65155"/>
                  <a:pt x="612470" y="69086"/>
                  <a:pt x="606096" y="76948"/>
                </a:cubicBezTo>
                <a:cubicBezTo>
                  <a:pt x="599722" y="84810"/>
                  <a:pt x="596535" y="96376"/>
                  <a:pt x="596535" y="111647"/>
                </a:cubicBezTo>
                <a:moveTo>
                  <a:pt x="627197" y="47509"/>
                </a:moveTo>
                <a:cubicBezTo>
                  <a:pt x="636475" y="47509"/>
                  <a:pt x="644245" y="49457"/>
                  <a:pt x="650505" y="53352"/>
                </a:cubicBezTo>
                <a:cubicBezTo>
                  <a:pt x="654126" y="55601"/>
                  <a:pt x="658237" y="59535"/>
                  <a:pt x="662838" y="65155"/>
                </a:cubicBezTo>
                <a:lnTo>
                  <a:pt x="662838" y="4298"/>
                </a:lnTo>
                <a:lnTo>
                  <a:pt x="682412" y="4298"/>
                </a:lnTo>
                <a:lnTo>
                  <a:pt x="682412" y="170807"/>
                </a:lnTo>
                <a:lnTo>
                  <a:pt x="664083" y="170807"/>
                </a:lnTo>
                <a:lnTo>
                  <a:pt x="664083" y="154058"/>
                </a:lnTo>
                <a:cubicBezTo>
                  <a:pt x="659331" y="161486"/>
                  <a:pt x="653711" y="166851"/>
                  <a:pt x="647224" y="170153"/>
                </a:cubicBezTo>
                <a:cubicBezTo>
                  <a:pt x="640737" y="173454"/>
                  <a:pt x="633307" y="175105"/>
                  <a:pt x="624935" y="175105"/>
                </a:cubicBezTo>
                <a:cubicBezTo>
                  <a:pt x="611432" y="175105"/>
                  <a:pt x="599741" y="169431"/>
                  <a:pt x="589859" y="158081"/>
                </a:cubicBezTo>
                <a:cubicBezTo>
                  <a:pt x="579978" y="146732"/>
                  <a:pt x="575037" y="131631"/>
                  <a:pt x="575037" y="112778"/>
                </a:cubicBezTo>
                <a:cubicBezTo>
                  <a:pt x="575037" y="95131"/>
                  <a:pt x="579544" y="79842"/>
                  <a:pt x="588558" y="66909"/>
                </a:cubicBezTo>
                <a:cubicBezTo>
                  <a:pt x="597572" y="53976"/>
                  <a:pt x="610452" y="47509"/>
                  <a:pt x="627197" y="47509"/>
                </a:cubicBezTo>
                <a:close/>
                <a:moveTo>
                  <a:pt x="843422" y="151577"/>
                </a:moveTo>
                <a:cubicBezTo>
                  <a:pt x="851041" y="151577"/>
                  <a:pt x="857301" y="150785"/>
                  <a:pt x="862204" y="149201"/>
                </a:cubicBezTo>
                <a:cubicBezTo>
                  <a:pt x="870954" y="146260"/>
                  <a:pt x="878120" y="140605"/>
                  <a:pt x="883702" y="132234"/>
                </a:cubicBezTo>
                <a:cubicBezTo>
                  <a:pt x="888152" y="125522"/>
                  <a:pt x="891358" y="116925"/>
                  <a:pt x="893319" y="106443"/>
                </a:cubicBezTo>
                <a:cubicBezTo>
                  <a:pt x="894451" y="100184"/>
                  <a:pt x="895017" y="94377"/>
                  <a:pt x="895017" y="89023"/>
                </a:cubicBezTo>
                <a:cubicBezTo>
                  <a:pt x="895017" y="68436"/>
                  <a:pt x="890924" y="52449"/>
                  <a:pt x="882740" y="41062"/>
                </a:cubicBezTo>
                <a:cubicBezTo>
                  <a:pt x="874556" y="29674"/>
                  <a:pt x="861375" y="23981"/>
                  <a:pt x="843196" y="23981"/>
                </a:cubicBezTo>
                <a:lnTo>
                  <a:pt x="803255" y="23981"/>
                </a:lnTo>
                <a:lnTo>
                  <a:pt x="803255" y="151577"/>
                </a:lnTo>
                <a:lnTo>
                  <a:pt x="843422" y="151577"/>
                </a:lnTo>
                <a:moveTo>
                  <a:pt x="780626" y="4525"/>
                </a:moveTo>
                <a:lnTo>
                  <a:pt x="847948" y="4525"/>
                </a:lnTo>
                <a:cubicBezTo>
                  <a:pt x="870803" y="4525"/>
                  <a:pt x="888530" y="12637"/>
                  <a:pt x="901126" y="28863"/>
                </a:cubicBezTo>
                <a:cubicBezTo>
                  <a:pt x="912366" y="43502"/>
                  <a:pt x="917985" y="62254"/>
                  <a:pt x="917985" y="85121"/>
                </a:cubicBezTo>
                <a:cubicBezTo>
                  <a:pt x="917985" y="102779"/>
                  <a:pt x="914666" y="118739"/>
                  <a:pt x="908028" y="133001"/>
                </a:cubicBezTo>
                <a:cubicBezTo>
                  <a:pt x="896337" y="158205"/>
                  <a:pt x="876234" y="170807"/>
                  <a:pt x="847722" y="170807"/>
                </a:cubicBezTo>
                <a:lnTo>
                  <a:pt x="780626" y="170807"/>
                </a:lnTo>
                <a:lnTo>
                  <a:pt x="780626" y="4525"/>
                </a:lnTo>
                <a:close/>
                <a:moveTo>
                  <a:pt x="992330" y="157459"/>
                </a:moveTo>
                <a:cubicBezTo>
                  <a:pt x="1005832" y="157459"/>
                  <a:pt x="1015091" y="152344"/>
                  <a:pt x="1020107" y="142114"/>
                </a:cubicBezTo>
                <a:cubicBezTo>
                  <a:pt x="1025123" y="131884"/>
                  <a:pt x="1027631" y="120502"/>
                  <a:pt x="1027631" y="107967"/>
                </a:cubicBezTo>
                <a:cubicBezTo>
                  <a:pt x="1027631" y="96641"/>
                  <a:pt x="1025821" y="87430"/>
                  <a:pt x="1022200" y="80334"/>
                </a:cubicBezTo>
                <a:cubicBezTo>
                  <a:pt x="1016468" y="69159"/>
                  <a:pt x="1006586" y="63572"/>
                  <a:pt x="992556" y="63572"/>
                </a:cubicBezTo>
                <a:cubicBezTo>
                  <a:pt x="980110" y="63572"/>
                  <a:pt x="971059" y="68329"/>
                  <a:pt x="965401" y="77842"/>
                </a:cubicBezTo>
                <a:cubicBezTo>
                  <a:pt x="959744" y="87356"/>
                  <a:pt x="956915" y="98833"/>
                  <a:pt x="956915" y="112272"/>
                </a:cubicBezTo>
                <a:cubicBezTo>
                  <a:pt x="956915" y="125182"/>
                  <a:pt x="959744" y="135941"/>
                  <a:pt x="965401" y="144550"/>
                </a:cubicBezTo>
                <a:cubicBezTo>
                  <a:pt x="971059" y="153156"/>
                  <a:pt x="980035" y="157459"/>
                  <a:pt x="992330" y="157459"/>
                </a:cubicBezTo>
                <a:moveTo>
                  <a:pt x="993122" y="45926"/>
                </a:moveTo>
                <a:cubicBezTo>
                  <a:pt x="1008736" y="45926"/>
                  <a:pt x="1021936" y="51134"/>
                  <a:pt x="1032723" y="61550"/>
                </a:cubicBezTo>
                <a:cubicBezTo>
                  <a:pt x="1043510" y="71966"/>
                  <a:pt x="1048903" y="87288"/>
                  <a:pt x="1048903" y="107514"/>
                </a:cubicBezTo>
                <a:cubicBezTo>
                  <a:pt x="1048903" y="127065"/>
                  <a:pt x="1044151" y="143218"/>
                  <a:pt x="1034646" y="155974"/>
                </a:cubicBezTo>
                <a:cubicBezTo>
                  <a:pt x="1025142" y="168728"/>
                  <a:pt x="1010396" y="175105"/>
                  <a:pt x="990407" y="175105"/>
                </a:cubicBezTo>
                <a:cubicBezTo>
                  <a:pt x="973736" y="175105"/>
                  <a:pt x="960498" y="169464"/>
                  <a:pt x="950692" y="158180"/>
                </a:cubicBezTo>
                <a:cubicBezTo>
                  <a:pt x="940886" y="146897"/>
                  <a:pt x="935984" y="131745"/>
                  <a:pt x="935984" y="112725"/>
                </a:cubicBezTo>
                <a:cubicBezTo>
                  <a:pt x="935984" y="92345"/>
                  <a:pt x="941150" y="76117"/>
                  <a:pt x="951484" y="64042"/>
                </a:cubicBezTo>
                <a:cubicBezTo>
                  <a:pt x="961818" y="51964"/>
                  <a:pt x="975698" y="45926"/>
                  <a:pt x="993122" y="45926"/>
                </a:cubicBezTo>
                <a:moveTo>
                  <a:pt x="992443" y="46604"/>
                </a:moveTo>
                <a:lnTo>
                  <a:pt x="992443" y="46604"/>
                </a:lnTo>
                <a:close/>
                <a:moveTo>
                  <a:pt x="1077200" y="15836"/>
                </a:moveTo>
                <a:lnTo>
                  <a:pt x="1097793" y="15836"/>
                </a:lnTo>
                <a:lnTo>
                  <a:pt x="1097793" y="49545"/>
                </a:lnTo>
                <a:lnTo>
                  <a:pt x="1117141" y="49545"/>
                </a:lnTo>
                <a:lnTo>
                  <a:pt x="1117141" y="66287"/>
                </a:lnTo>
                <a:lnTo>
                  <a:pt x="1097793" y="66287"/>
                </a:lnTo>
                <a:lnTo>
                  <a:pt x="1097793" y="145256"/>
                </a:lnTo>
                <a:cubicBezTo>
                  <a:pt x="1097793" y="149472"/>
                  <a:pt x="1099226" y="152296"/>
                  <a:pt x="1102092" y="153726"/>
                </a:cubicBezTo>
                <a:cubicBezTo>
                  <a:pt x="1103676" y="154556"/>
                  <a:pt x="1106316" y="154970"/>
                  <a:pt x="1110013" y="154970"/>
                </a:cubicBezTo>
                <a:cubicBezTo>
                  <a:pt x="1110993" y="154970"/>
                  <a:pt x="1112049" y="154946"/>
                  <a:pt x="1113181" y="154896"/>
                </a:cubicBezTo>
                <a:cubicBezTo>
                  <a:pt x="1114312" y="154844"/>
                  <a:pt x="1115632" y="154718"/>
                  <a:pt x="1117141" y="154518"/>
                </a:cubicBezTo>
                <a:lnTo>
                  <a:pt x="1117141" y="170807"/>
                </a:lnTo>
                <a:cubicBezTo>
                  <a:pt x="1114802" y="171526"/>
                  <a:pt x="1112370" y="172044"/>
                  <a:pt x="1109843" y="172362"/>
                </a:cubicBezTo>
                <a:cubicBezTo>
                  <a:pt x="1107316" y="172683"/>
                  <a:pt x="1104582" y="172843"/>
                  <a:pt x="1101640" y="172843"/>
                </a:cubicBezTo>
                <a:cubicBezTo>
                  <a:pt x="1092136" y="172843"/>
                  <a:pt x="1085686" y="170409"/>
                  <a:pt x="1082292" y="165540"/>
                </a:cubicBezTo>
                <a:cubicBezTo>
                  <a:pt x="1078898" y="160671"/>
                  <a:pt x="1077200" y="154348"/>
                  <a:pt x="1077200" y="146571"/>
                </a:cubicBezTo>
                <a:lnTo>
                  <a:pt x="1077200" y="66287"/>
                </a:lnTo>
                <a:lnTo>
                  <a:pt x="1060794" y="66287"/>
                </a:lnTo>
                <a:lnTo>
                  <a:pt x="1060794" y="49545"/>
                </a:lnTo>
                <a:lnTo>
                  <a:pt x="1077200" y="49545"/>
                </a:lnTo>
                <a:lnTo>
                  <a:pt x="1077200" y="15836"/>
                </a:lnTo>
                <a:close/>
                <a:moveTo>
                  <a:pt x="1206737" y="4525"/>
                </a:moveTo>
                <a:lnTo>
                  <a:pt x="1281526" y="4525"/>
                </a:lnTo>
                <a:cubicBezTo>
                  <a:pt x="1296310" y="4525"/>
                  <a:pt x="1308228" y="8691"/>
                  <a:pt x="1317280" y="17024"/>
                </a:cubicBezTo>
                <a:cubicBezTo>
                  <a:pt x="1326332" y="25357"/>
                  <a:pt x="1330858" y="37065"/>
                  <a:pt x="1330858" y="52147"/>
                </a:cubicBezTo>
                <a:cubicBezTo>
                  <a:pt x="1330858" y="65118"/>
                  <a:pt x="1326822" y="76411"/>
                  <a:pt x="1318751" y="86026"/>
                </a:cubicBezTo>
                <a:cubicBezTo>
                  <a:pt x="1310680" y="95641"/>
                  <a:pt x="1298272" y="100448"/>
                  <a:pt x="1281526" y="100448"/>
                </a:cubicBezTo>
                <a:lnTo>
                  <a:pt x="1229253" y="100448"/>
                </a:lnTo>
                <a:lnTo>
                  <a:pt x="1229253" y="170807"/>
                </a:lnTo>
                <a:lnTo>
                  <a:pt x="1206737" y="170807"/>
                </a:lnTo>
                <a:lnTo>
                  <a:pt x="1206737" y="4525"/>
                </a:lnTo>
                <a:moveTo>
                  <a:pt x="1308115" y="52317"/>
                </a:moveTo>
                <a:cubicBezTo>
                  <a:pt x="1308115" y="40124"/>
                  <a:pt x="1303590" y="31845"/>
                  <a:pt x="1294538" y="27480"/>
                </a:cubicBezTo>
                <a:cubicBezTo>
                  <a:pt x="1289559" y="25147"/>
                  <a:pt x="1282733" y="23981"/>
                  <a:pt x="1274059" y="23981"/>
                </a:cubicBezTo>
                <a:lnTo>
                  <a:pt x="1229253" y="23981"/>
                </a:lnTo>
                <a:lnTo>
                  <a:pt x="1229253" y="81444"/>
                </a:lnTo>
                <a:lnTo>
                  <a:pt x="1274059" y="81444"/>
                </a:lnTo>
                <a:cubicBezTo>
                  <a:pt x="1284166" y="81444"/>
                  <a:pt x="1292369" y="79300"/>
                  <a:pt x="1298668" y="75011"/>
                </a:cubicBezTo>
                <a:cubicBezTo>
                  <a:pt x="1304966" y="70719"/>
                  <a:pt x="1308115" y="63155"/>
                  <a:pt x="1308115" y="52317"/>
                </a:cubicBezTo>
                <a:close/>
                <a:moveTo>
                  <a:pt x="1356996" y="49545"/>
                </a:moveTo>
                <a:lnTo>
                  <a:pt x="1376344" y="49545"/>
                </a:lnTo>
                <a:lnTo>
                  <a:pt x="1376344" y="70585"/>
                </a:lnTo>
                <a:cubicBezTo>
                  <a:pt x="1377928" y="66494"/>
                  <a:pt x="1381812" y="61512"/>
                  <a:pt x="1387998" y="55639"/>
                </a:cubicBezTo>
                <a:cubicBezTo>
                  <a:pt x="1394183" y="49767"/>
                  <a:pt x="1401311" y="46830"/>
                  <a:pt x="1409382" y="46830"/>
                </a:cubicBezTo>
                <a:cubicBezTo>
                  <a:pt x="1409759" y="46830"/>
                  <a:pt x="1410401" y="46876"/>
                  <a:pt x="1411306" y="46968"/>
                </a:cubicBezTo>
                <a:cubicBezTo>
                  <a:pt x="1412211" y="47058"/>
                  <a:pt x="1413757" y="47238"/>
                  <a:pt x="1415945" y="47509"/>
                </a:cubicBezTo>
                <a:lnTo>
                  <a:pt x="1415945" y="69001"/>
                </a:lnTo>
                <a:cubicBezTo>
                  <a:pt x="1414738" y="68730"/>
                  <a:pt x="1413625" y="68550"/>
                  <a:pt x="1412607" y="68461"/>
                </a:cubicBezTo>
                <a:cubicBezTo>
                  <a:pt x="1411589" y="68369"/>
                  <a:pt x="1410476" y="68323"/>
                  <a:pt x="1409269" y="68323"/>
                </a:cubicBezTo>
                <a:cubicBezTo>
                  <a:pt x="1399011" y="68323"/>
                  <a:pt x="1391128" y="71641"/>
                  <a:pt x="1385622" y="78277"/>
                </a:cubicBezTo>
                <a:cubicBezTo>
                  <a:pt x="1380115" y="84913"/>
                  <a:pt x="1377362" y="92530"/>
                  <a:pt x="1377362" y="101127"/>
                </a:cubicBezTo>
                <a:lnTo>
                  <a:pt x="1377362" y="170807"/>
                </a:lnTo>
                <a:lnTo>
                  <a:pt x="1356996" y="170807"/>
                </a:lnTo>
                <a:lnTo>
                  <a:pt x="1356996" y="49545"/>
                </a:lnTo>
                <a:close/>
                <a:moveTo>
                  <a:pt x="1481680" y="157459"/>
                </a:moveTo>
                <a:cubicBezTo>
                  <a:pt x="1495182" y="157459"/>
                  <a:pt x="1504441" y="152344"/>
                  <a:pt x="1509458" y="142114"/>
                </a:cubicBezTo>
                <a:cubicBezTo>
                  <a:pt x="1514474" y="131884"/>
                  <a:pt x="1516982" y="120502"/>
                  <a:pt x="1516982" y="107967"/>
                </a:cubicBezTo>
                <a:cubicBezTo>
                  <a:pt x="1516982" y="96641"/>
                  <a:pt x="1515171" y="87430"/>
                  <a:pt x="1511551" y="80334"/>
                </a:cubicBezTo>
                <a:cubicBezTo>
                  <a:pt x="1505818" y="69159"/>
                  <a:pt x="1495937" y="63572"/>
                  <a:pt x="1481907" y="63572"/>
                </a:cubicBezTo>
                <a:cubicBezTo>
                  <a:pt x="1469461" y="63572"/>
                  <a:pt x="1460409" y="68329"/>
                  <a:pt x="1454752" y="77842"/>
                </a:cubicBezTo>
                <a:cubicBezTo>
                  <a:pt x="1449094" y="87356"/>
                  <a:pt x="1446266" y="98833"/>
                  <a:pt x="1446266" y="112272"/>
                </a:cubicBezTo>
                <a:cubicBezTo>
                  <a:pt x="1446266" y="125182"/>
                  <a:pt x="1449094" y="135941"/>
                  <a:pt x="1454752" y="144550"/>
                </a:cubicBezTo>
                <a:cubicBezTo>
                  <a:pt x="1460409" y="153156"/>
                  <a:pt x="1469385" y="157459"/>
                  <a:pt x="1481680" y="157459"/>
                </a:cubicBezTo>
                <a:moveTo>
                  <a:pt x="1482472" y="45926"/>
                </a:moveTo>
                <a:cubicBezTo>
                  <a:pt x="1498086" y="45926"/>
                  <a:pt x="1511287" y="51134"/>
                  <a:pt x="1522073" y="61550"/>
                </a:cubicBezTo>
                <a:cubicBezTo>
                  <a:pt x="1532860" y="71966"/>
                  <a:pt x="1538253" y="87288"/>
                  <a:pt x="1538253" y="107514"/>
                </a:cubicBezTo>
                <a:cubicBezTo>
                  <a:pt x="1538253" y="127065"/>
                  <a:pt x="1533501" y="143218"/>
                  <a:pt x="1523997" y="155974"/>
                </a:cubicBezTo>
                <a:cubicBezTo>
                  <a:pt x="1514493" y="168728"/>
                  <a:pt x="1499746" y="175105"/>
                  <a:pt x="1479757" y="175105"/>
                </a:cubicBezTo>
                <a:cubicBezTo>
                  <a:pt x="1463087" y="175105"/>
                  <a:pt x="1449849" y="169464"/>
                  <a:pt x="1440043" y="158180"/>
                </a:cubicBezTo>
                <a:cubicBezTo>
                  <a:pt x="1430237" y="146897"/>
                  <a:pt x="1425334" y="131745"/>
                  <a:pt x="1425334" y="112725"/>
                </a:cubicBezTo>
                <a:cubicBezTo>
                  <a:pt x="1425334" y="92345"/>
                  <a:pt x="1430501" y="76117"/>
                  <a:pt x="1440835" y="64042"/>
                </a:cubicBezTo>
                <a:cubicBezTo>
                  <a:pt x="1451169" y="51964"/>
                  <a:pt x="1465048" y="45926"/>
                  <a:pt x="1482472" y="45926"/>
                </a:cubicBezTo>
                <a:moveTo>
                  <a:pt x="1481793" y="46604"/>
                </a:moveTo>
                <a:lnTo>
                  <a:pt x="1481793" y="46604"/>
                </a:lnTo>
                <a:close/>
                <a:moveTo>
                  <a:pt x="1575376" y="111647"/>
                </a:moveTo>
                <a:cubicBezTo>
                  <a:pt x="1575376" y="124650"/>
                  <a:pt x="1578129" y="135537"/>
                  <a:pt x="1583636" y="144306"/>
                </a:cubicBezTo>
                <a:cubicBezTo>
                  <a:pt x="1589142" y="153075"/>
                  <a:pt x="1597968" y="157459"/>
                  <a:pt x="1610112" y="157459"/>
                </a:cubicBezTo>
                <a:cubicBezTo>
                  <a:pt x="1619541" y="157459"/>
                  <a:pt x="1627291" y="153396"/>
                  <a:pt x="1633363" y="145271"/>
                </a:cubicBezTo>
                <a:cubicBezTo>
                  <a:pt x="1639435" y="137143"/>
                  <a:pt x="1642471" y="125481"/>
                  <a:pt x="1642471" y="110286"/>
                </a:cubicBezTo>
                <a:cubicBezTo>
                  <a:pt x="1642471" y="94939"/>
                  <a:pt x="1639341" y="83582"/>
                  <a:pt x="1633080" y="76213"/>
                </a:cubicBezTo>
                <a:cubicBezTo>
                  <a:pt x="1626820" y="68841"/>
                  <a:pt x="1619088" y="65155"/>
                  <a:pt x="1609886" y="65155"/>
                </a:cubicBezTo>
                <a:cubicBezTo>
                  <a:pt x="1599627" y="65155"/>
                  <a:pt x="1591311" y="69086"/>
                  <a:pt x="1584937" y="76948"/>
                </a:cubicBezTo>
                <a:cubicBezTo>
                  <a:pt x="1578563" y="84810"/>
                  <a:pt x="1575376" y="96376"/>
                  <a:pt x="1575376" y="111647"/>
                </a:cubicBezTo>
                <a:moveTo>
                  <a:pt x="1606039" y="47509"/>
                </a:moveTo>
                <a:cubicBezTo>
                  <a:pt x="1615317" y="47509"/>
                  <a:pt x="1623086" y="49457"/>
                  <a:pt x="1629347" y="53352"/>
                </a:cubicBezTo>
                <a:cubicBezTo>
                  <a:pt x="1632967" y="55601"/>
                  <a:pt x="1637078" y="59535"/>
                  <a:pt x="1641679" y="65155"/>
                </a:cubicBezTo>
                <a:lnTo>
                  <a:pt x="1641679" y="4298"/>
                </a:lnTo>
                <a:lnTo>
                  <a:pt x="1661254" y="4298"/>
                </a:lnTo>
                <a:lnTo>
                  <a:pt x="1661254" y="170807"/>
                </a:lnTo>
                <a:lnTo>
                  <a:pt x="1642924" y="170807"/>
                </a:lnTo>
                <a:lnTo>
                  <a:pt x="1642924" y="154058"/>
                </a:lnTo>
                <a:cubicBezTo>
                  <a:pt x="1638172" y="161486"/>
                  <a:pt x="1632552" y="166851"/>
                  <a:pt x="1626065" y="170153"/>
                </a:cubicBezTo>
                <a:cubicBezTo>
                  <a:pt x="1619578" y="173454"/>
                  <a:pt x="1612148" y="175105"/>
                  <a:pt x="1603776" y="175105"/>
                </a:cubicBezTo>
                <a:cubicBezTo>
                  <a:pt x="1590274" y="175105"/>
                  <a:pt x="1578582" y="169431"/>
                  <a:pt x="1568701" y="158081"/>
                </a:cubicBezTo>
                <a:cubicBezTo>
                  <a:pt x="1558819" y="146732"/>
                  <a:pt x="1553878" y="131631"/>
                  <a:pt x="1553878" y="112778"/>
                </a:cubicBezTo>
                <a:cubicBezTo>
                  <a:pt x="1553878" y="95131"/>
                  <a:pt x="1558385" y="79842"/>
                  <a:pt x="1567399" y="66909"/>
                </a:cubicBezTo>
                <a:cubicBezTo>
                  <a:pt x="1576413" y="53976"/>
                  <a:pt x="1589293" y="47509"/>
                  <a:pt x="1606039" y="47509"/>
                </a:cubicBezTo>
                <a:close/>
                <a:moveTo>
                  <a:pt x="1711728" y="49545"/>
                </a:moveTo>
                <a:lnTo>
                  <a:pt x="1711728" y="130056"/>
                </a:lnTo>
                <a:cubicBezTo>
                  <a:pt x="1711728" y="136247"/>
                  <a:pt x="1712708" y="141306"/>
                  <a:pt x="1714669" y="145232"/>
                </a:cubicBezTo>
                <a:cubicBezTo>
                  <a:pt x="1718290" y="152478"/>
                  <a:pt x="1725041" y="156102"/>
                  <a:pt x="1734922" y="156102"/>
                </a:cubicBezTo>
                <a:cubicBezTo>
                  <a:pt x="1749103" y="156102"/>
                  <a:pt x="1758758" y="149760"/>
                  <a:pt x="1763888" y="137077"/>
                </a:cubicBezTo>
                <a:cubicBezTo>
                  <a:pt x="1766679" y="130283"/>
                  <a:pt x="1768074" y="120960"/>
                  <a:pt x="1768074" y="109109"/>
                </a:cubicBezTo>
                <a:lnTo>
                  <a:pt x="1768074" y="49545"/>
                </a:lnTo>
                <a:lnTo>
                  <a:pt x="1788440" y="49545"/>
                </a:lnTo>
                <a:lnTo>
                  <a:pt x="1788440" y="170807"/>
                </a:lnTo>
                <a:lnTo>
                  <a:pt x="1769206" y="170807"/>
                </a:lnTo>
                <a:lnTo>
                  <a:pt x="1769432" y="152931"/>
                </a:lnTo>
                <a:cubicBezTo>
                  <a:pt x="1766792" y="157557"/>
                  <a:pt x="1763511" y="161462"/>
                  <a:pt x="1759588" y="164645"/>
                </a:cubicBezTo>
                <a:cubicBezTo>
                  <a:pt x="1751819" y="171015"/>
                  <a:pt x="1742390" y="174200"/>
                  <a:pt x="1731302" y="174200"/>
                </a:cubicBezTo>
                <a:cubicBezTo>
                  <a:pt x="1714028" y="174200"/>
                  <a:pt x="1702261" y="168421"/>
                  <a:pt x="1696000" y="156862"/>
                </a:cubicBezTo>
                <a:cubicBezTo>
                  <a:pt x="1692606" y="150666"/>
                  <a:pt x="1690909" y="142393"/>
                  <a:pt x="1690909" y="132043"/>
                </a:cubicBezTo>
                <a:lnTo>
                  <a:pt x="1690909" y="49545"/>
                </a:lnTo>
                <a:lnTo>
                  <a:pt x="1711728" y="49545"/>
                </a:lnTo>
                <a:moveTo>
                  <a:pt x="1739675" y="46604"/>
                </a:moveTo>
                <a:lnTo>
                  <a:pt x="1739675" y="46604"/>
                </a:lnTo>
                <a:close/>
                <a:moveTo>
                  <a:pt x="1866975" y="45926"/>
                </a:moveTo>
                <a:cubicBezTo>
                  <a:pt x="1880628" y="45926"/>
                  <a:pt x="1891735" y="49252"/>
                  <a:pt x="1900296" y="55905"/>
                </a:cubicBezTo>
                <a:cubicBezTo>
                  <a:pt x="1908857" y="62557"/>
                  <a:pt x="1914005" y="74012"/>
                  <a:pt x="1915740" y="90267"/>
                </a:cubicBezTo>
                <a:lnTo>
                  <a:pt x="1895940" y="90267"/>
                </a:lnTo>
                <a:cubicBezTo>
                  <a:pt x="1894733" y="82802"/>
                  <a:pt x="1891980" y="76599"/>
                  <a:pt x="1887680" y="71660"/>
                </a:cubicBezTo>
                <a:cubicBezTo>
                  <a:pt x="1883381" y="66720"/>
                  <a:pt x="1876479" y="64251"/>
                  <a:pt x="1866975" y="64251"/>
                </a:cubicBezTo>
                <a:cubicBezTo>
                  <a:pt x="1854001" y="64251"/>
                  <a:pt x="1844723" y="70585"/>
                  <a:pt x="1839141" y="83254"/>
                </a:cubicBezTo>
                <a:cubicBezTo>
                  <a:pt x="1835520" y="91474"/>
                  <a:pt x="1833710" y="101617"/>
                  <a:pt x="1833710" y="113683"/>
                </a:cubicBezTo>
                <a:cubicBezTo>
                  <a:pt x="1833710" y="125824"/>
                  <a:pt x="1836274" y="136042"/>
                  <a:pt x="1841404" y="144337"/>
                </a:cubicBezTo>
                <a:cubicBezTo>
                  <a:pt x="1846533" y="152633"/>
                  <a:pt x="1854604" y="156780"/>
                  <a:pt x="1865617" y="156780"/>
                </a:cubicBezTo>
                <a:cubicBezTo>
                  <a:pt x="1874065" y="156780"/>
                  <a:pt x="1880760" y="154217"/>
                  <a:pt x="1885700" y="149092"/>
                </a:cubicBezTo>
                <a:cubicBezTo>
                  <a:pt x="1890641" y="143966"/>
                  <a:pt x="1894054" y="136952"/>
                  <a:pt x="1895940" y="128049"/>
                </a:cubicBezTo>
                <a:lnTo>
                  <a:pt x="1915740" y="128049"/>
                </a:lnTo>
                <a:cubicBezTo>
                  <a:pt x="1913477" y="144111"/>
                  <a:pt x="1907820" y="155857"/>
                  <a:pt x="1898769" y="163285"/>
                </a:cubicBezTo>
                <a:cubicBezTo>
                  <a:pt x="1889717" y="170713"/>
                  <a:pt x="1878138" y="174427"/>
                  <a:pt x="1864033" y="174427"/>
                </a:cubicBezTo>
                <a:cubicBezTo>
                  <a:pt x="1848192" y="174427"/>
                  <a:pt x="1835558" y="168623"/>
                  <a:pt x="1826129" y="157017"/>
                </a:cubicBezTo>
                <a:cubicBezTo>
                  <a:pt x="1816700" y="145411"/>
                  <a:pt x="1811986" y="130912"/>
                  <a:pt x="1811986" y="113520"/>
                </a:cubicBezTo>
                <a:cubicBezTo>
                  <a:pt x="1811986" y="92200"/>
                  <a:pt x="1817153" y="75605"/>
                  <a:pt x="1827487" y="63734"/>
                </a:cubicBezTo>
                <a:cubicBezTo>
                  <a:pt x="1837821" y="51862"/>
                  <a:pt x="1850983" y="45926"/>
                  <a:pt x="1866975" y="45926"/>
                </a:cubicBezTo>
                <a:moveTo>
                  <a:pt x="1863807" y="46604"/>
                </a:moveTo>
                <a:lnTo>
                  <a:pt x="1863807" y="46604"/>
                </a:lnTo>
                <a:close/>
                <a:moveTo>
                  <a:pt x="1940180" y="15836"/>
                </a:moveTo>
                <a:lnTo>
                  <a:pt x="1960772" y="15836"/>
                </a:lnTo>
                <a:lnTo>
                  <a:pt x="1960772" y="49545"/>
                </a:lnTo>
                <a:lnTo>
                  <a:pt x="1980120" y="49545"/>
                </a:lnTo>
                <a:lnTo>
                  <a:pt x="1980120" y="66287"/>
                </a:lnTo>
                <a:lnTo>
                  <a:pt x="1960772" y="66287"/>
                </a:lnTo>
                <a:lnTo>
                  <a:pt x="1960772" y="145256"/>
                </a:lnTo>
                <a:cubicBezTo>
                  <a:pt x="1960772" y="149472"/>
                  <a:pt x="1962205" y="152296"/>
                  <a:pt x="1965072" y="153726"/>
                </a:cubicBezTo>
                <a:cubicBezTo>
                  <a:pt x="1966656" y="154556"/>
                  <a:pt x="1969296" y="154970"/>
                  <a:pt x="1972992" y="154970"/>
                </a:cubicBezTo>
                <a:cubicBezTo>
                  <a:pt x="1973973" y="154970"/>
                  <a:pt x="1975029" y="154946"/>
                  <a:pt x="1976160" y="154896"/>
                </a:cubicBezTo>
                <a:cubicBezTo>
                  <a:pt x="1977291" y="154844"/>
                  <a:pt x="1978612" y="154718"/>
                  <a:pt x="1980120" y="154518"/>
                </a:cubicBezTo>
                <a:lnTo>
                  <a:pt x="1980120" y="170807"/>
                </a:lnTo>
                <a:cubicBezTo>
                  <a:pt x="1977782" y="171526"/>
                  <a:pt x="1975349" y="172044"/>
                  <a:pt x="1972822" y="172362"/>
                </a:cubicBezTo>
                <a:cubicBezTo>
                  <a:pt x="1970295" y="172683"/>
                  <a:pt x="1967561" y="172843"/>
                  <a:pt x="1964619" y="172843"/>
                </a:cubicBezTo>
                <a:cubicBezTo>
                  <a:pt x="1955115" y="172843"/>
                  <a:pt x="1948666" y="170409"/>
                  <a:pt x="1945271" y="165540"/>
                </a:cubicBezTo>
                <a:cubicBezTo>
                  <a:pt x="1941877" y="160671"/>
                  <a:pt x="1940180" y="154348"/>
                  <a:pt x="1940180" y="146571"/>
                </a:cubicBezTo>
                <a:lnTo>
                  <a:pt x="1940180" y="66287"/>
                </a:lnTo>
                <a:lnTo>
                  <a:pt x="1923774" y="66287"/>
                </a:lnTo>
                <a:lnTo>
                  <a:pt x="1923774" y="49545"/>
                </a:lnTo>
                <a:lnTo>
                  <a:pt x="1940180" y="49545"/>
                </a:lnTo>
                <a:lnTo>
                  <a:pt x="1940180" y="15836"/>
                </a:lnTo>
                <a:close/>
                <a:moveTo>
                  <a:pt x="2140148" y="102937"/>
                </a:moveTo>
                <a:lnTo>
                  <a:pt x="2114917" y="29524"/>
                </a:lnTo>
                <a:lnTo>
                  <a:pt x="2088101" y="102937"/>
                </a:lnTo>
                <a:lnTo>
                  <a:pt x="2140148" y="102937"/>
                </a:lnTo>
                <a:moveTo>
                  <a:pt x="2103149" y="4525"/>
                </a:moveTo>
                <a:lnTo>
                  <a:pt x="2128607" y="4525"/>
                </a:lnTo>
                <a:lnTo>
                  <a:pt x="2188914" y="170807"/>
                </a:lnTo>
                <a:lnTo>
                  <a:pt x="2164248" y="170807"/>
                </a:lnTo>
                <a:lnTo>
                  <a:pt x="2147389" y="121035"/>
                </a:lnTo>
                <a:lnTo>
                  <a:pt x="2081652" y="121035"/>
                </a:lnTo>
                <a:lnTo>
                  <a:pt x="2063662" y="170807"/>
                </a:lnTo>
                <a:lnTo>
                  <a:pt x="2040580" y="170807"/>
                </a:lnTo>
                <a:lnTo>
                  <a:pt x="2103149" y="4525"/>
                </a:lnTo>
                <a:close/>
                <a:moveTo>
                  <a:pt x="2210753" y="15836"/>
                </a:moveTo>
                <a:lnTo>
                  <a:pt x="2231345" y="15836"/>
                </a:lnTo>
                <a:lnTo>
                  <a:pt x="2231345" y="49545"/>
                </a:lnTo>
                <a:lnTo>
                  <a:pt x="2250693" y="49545"/>
                </a:lnTo>
                <a:lnTo>
                  <a:pt x="2250693" y="66287"/>
                </a:lnTo>
                <a:lnTo>
                  <a:pt x="2231345" y="66287"/>
                </a:lnTo>
                <a:lnTo>
                  <a:pt x="2231345" y="145256"/>
                </a:lnTo>
                <a:cubicBezTo>
                  <a:pt x="2231345" y="149472"/>
                  <a:pt x="2232778" y="152296"/>
                  <a:pt x="2235645" y="153726"/>
                </a:cubicBezTo>
                <a:cubicBezTo>
                  <a:pt x="2237229" y="154556"/>
                  <a:pt x="2239869" y="154970"/>
                  <a:pt x="2243565" y="154970"/>
                </a:cubicBezTo>
                <a:cubicBezTo>
                  <a:pt x="2244546" y="154970"/>
                  <a:pt x="2245602" y="154946"/>
                  <a:pt x="2246733" y="154896"/>
                </a:cubicBezTo>
                <a:cubicBezTo>
                  <a:pt x="2247865" y="154844"/>
                  <a:pt x="2249185" y="154718"/>
                  <a:pt x="2250693" y="154518"/>
                </a:cubicBezTo>
                <a:lnTo>
                  <a:pt x="2250693" y="170807"/>
                </a:lnTo>
                <a:cubicBezTo>
                  <a:pt x="2248355" y="171526"/>
                  <a:pt x="2245922" y="172044"/>
                  <a:pt x="2243395" y="172362"/>
                </a:cubicBezTo>
                <a:cubicBezTo>
                  <a:pt x="2240868" y="172683"/>
                  <a:pt x="2238134" y="172843"/>
                  <a:pt x="2235192" y="172843"/>
                </a:cubicBezTo>
                <a:cubicBezTo>
                  <a:pt x="2225688" y="172843"/>
                  <a:pt x="2219239" y="170409"/>
                  <a:pt x="2215844" y="165540"/>
                </a:cubicBezTo>
                <a:cubicBezTo>
                  <a:pt x="2212450" y="160671"/>
                  <a:pt x="2210753" y="154348"/>
                  <a:pt x="2210753" y="146571"/>
                </a:cubicBezTo>
                <a:lnTo>
                  <a:pt x="2210753" y="66287"/>
                </a:lnTo>
                <a:lnTo>
                  <a:pt x="2194347" y="66287"/>
                </a:lnTo>
                <a:lnTo>
                  <a:pt x="2194347" y="49545"/>
                </a:lnTo>
                <a:lnTo>
                  <a:pt x="2210753" y="49545"/>
                </a:lnTo>
                <a:lnTo>
                  <a:pt x="2210753" y="15836"/>
                </a:lnTo>
                <a:close/>
                <a:moveTo>
                  <a:pt x="2275125" y="15836"/>
                </a:moveTo>
                <a:lnTo>
                  <a:pt x="2295717" y="15836"/>
                </a:lnTo>
                <a:lnTo>
                  <a:pt x="2295717" y="49545"/>
                </a:lnTo>
                <a:lnTo>
                  <a:pt x="2315065" y="49545"/>
                </a:lnTo>
                <a:lnTo>
                  <a:pt x="2315065" y="66287"/>
                </a:lnTo>
                <a:lnTo>
                  <a:pt x="2295717" y="66287"/>
                </a:lnTo>
                <a:lnTo>
                  <a:pt x="2295717" y="145256"/>
                </a:lnTo>
                <a:cubicBezTo>
                  <a:pt x="2295717" y="149472"/>
                  <a:pt x="2297150" y="152296"/>
                  <a:pt x="2300017" y="153726"/>
                </a:cubicBezTo>
                <a:cubicBezTo>
                  <a:pt x="2301601" y="154556"/>
                  <a:pt x="2304241" y="154970"/>
                  <a:pt x="2307937" y="154970"/>
                </a:cubicBezTo>
                <a:cubicBezTo>
                  <a:pt x="2308918" y="154970"/>
                  <a:pt x="2309974" y="154946"/>
                  <a:pt x="2311105" y="154896"/>
                </a:cubicBezTo>
                <a:cubicBezTo>
                  <a:pt x="2312237" y="154844"/>
                  <a:pt x="2313557" y="154718"/>
                  <a:pt x="2315065" y="154518"/>
                </a:cubicBezTo>
                <a:lnTo>
                  <a:pt x="2315065" y="170807"/>
                </a:lnTo>
                <a:cubicBezTo>
                  <a:pt x="2312727" y="171526"/>
                  <a:pt x="2310294" y="172044"/>
                  <a:pt x="2307767" y="172362"/>
                </a:cubicBezTo>
                <a:cubicBezTo>
                  <a:pt x="2305240" y="172683"/>
                  <a:pt x="2302506" y="172843"/>
                  <a:pt x="2299564" y="172843"/>
                </a:cubicBezTo>
                <a:cubicBezTo>
                  <a:pt x="2290060" y="172843"/>
                  <a:pt x="2283611" y="170409"/>
                  <a:pt x="2280216" y="165540"/>
                </a:cubicBezTo>
                <a:cubicBezTo>
                  <a:pt x="2276822" y="160671"/>
                  <a:pt x="2275125" y="154348"/>
                  <a:pt x="2275125" y="146571"/>
                </a:cubicBezTo>
                <a:lnTo>
                  <a:pt x="2275125" y="66287"/>
                </a:lnTo>
                <a:lnTo>
                  <a:pt x="2258719" y="66287"/>
                </a:lnTo>
                <a:lnTo>
                  <a:pt x="2258719" y="49545"/>
                </a:lnTo>
                <a:lnTo>
                  <a:pt x="2275125" y="49545"/>
                </a:lnTo>
                <a:lnTo>
                  <a:pt x="2275125" y="15836"/>
                </a:lnTo>
                <a:close/>
                <a:moveTo>
                  <a:pt x="2385887" y="46830"/>
                </a:moveTo>
                <a:cubicBezTo>
                  <a:pt x="2394486" y="46830"/>
                  <a:pt x="2402821" y="48848"/>
                  <a:pt x="2410892" y="52882"/>
                </a:cubicBezTo>
                <a:cubicBezTo>
                  <a:pt x="2418963" y="56917"/>
                  <a:pt x="2425111" y="62138"/>
                  <a:pt x="2429335" y="68545"/>
                </a:cubicBezTo>
                <a:cubicBezTo>
                  <a:pt x="2433408" y="74654"/>
                  <a:pt x="2436123" y="81779"/>
                  <a:pt x="2437481" y="89921"/>
                </a:cubicBezTo>
                <a:cubicBezTo>
                  <a:pt x="2438688" y="95501"/>
                  <a:pt x="2439292" y="104440"/>
                  <a:pt x="2439292" y="116737"/>
                </a:cubicBezTo>
                <a:lnTo>
                  <a:pt x="2350472" y="116737"/>
                </a:lnTo>
                <a:cubicBezTo>
                  <a:pt x="2350849" y="129029"/>
                  <a:pt x="2353753" y="138889"/>
                  <a:pt x="2359184" y="146317"/>
                </a:cubicBezTo>
                <a:cubicBezTo>
                  <a:pt x="2364615" y="153745"/>
                  <a:pt x="2373026" y="157459"/>
                  <a:pt x="2384416" y="157459"/>
                </a:cubicBezTo>
                <a:cubicBezTo>
                  <a:pt x="2395052" y="157459"/>
                  <a:pt x="2403538" y="153984"/>
                  <a:pt x="2409874" y="147035"/>
                </a:cubicBezTo>
                <a:cubicBezTo>
                  <a:pt x="2413494" y="143000"/>
                  <a:pt x="2416059" y="138330"/>
                  <a:pt x="2417568" y="133026"/>
                </a:cubicBezTo>
                <a:lnTo>
                  <a:pt x="2437594" y="133026"/>
                </a:lnTo>
                <a:cubicBezTo>
                  <a:pt x="2437066" y="137451"/>
                  <a:pt x="2435313" y="142384"/>
                  <a:pt x="2432333" y="147823"/>
                </a:cubicBezTo>
                <a:cubicBezTo>
                  <a:pt x="2429354" y="153260"/>
                  <a:pt x="2426016" y="157703"/>
                  <a:pt x="2422320" y="161153"/>
                </a:cubicBezTo>
                <a:cubicBezTo>
                  <a:pt x="2416134" y="167155"/>
                  <a:pt x="2408478" y="171206"/>
                  <a:pt x="2399351" y="173306"/>
                </a:cubicBezTo>
                <a:cubicBezTo>
                  <a:pt x="2394448" y="174506"/>
                  <a:pt x="2388904" y="175105"/>
                  <a:pt x="2382719" y="175105"/>
                </a:cubicBezTo>
                <a:cubicBezTo>
                  <a:pt x="2367633" y="175105"/>
                  <a:pt x="2354847" y="169614"/>
                  <a:pt x="2344362" y="158633"/>
                </a:cubicBezTo>
                <a:cubicBezTo>
                  <a:pt x="2333878" y="147651"/>
                  <a:pt x="2328635" y="132272"/>
                  <a:pt x="2328635" y="112495"/>
                </a:cubicBezTo>
                <a:cubicBezTo>
                  <a:pt x="2328635" y="93022"/>
                  <a:pt x="2333915" y="77211"/>
                  <a:pt x="2344476" y="65060"/>
                </a:cubicBezTo>
                <a:cubicBezTo>
                  <a:pt x="2355036" y="52907"/>
                  <a:pt x="2368840" y="46830"/>
                  <a:pt x="2385887" y="46830"/>
                </a:cubicBezTo>
                <a:moveTo>
                  <a:pt x="2418360" y="100448"/>
                </a:moveTo>
                <a:cubicBezTo>
                  <a:pt x="2417530" y="91597"/>
                  <a:pt x="2415606" y="84523"/>
                  <a:pt x="2412589" y="79228"/>
                </a:cubicBezTo>
                <a:cubicBezTo>
                  <a:pt x="2407007" y="69394"/>
                  <a:pt x="2397692" y="64477"/>
                  <a:pt x="2384642" y="64477"/>
                </a:cubicBezTo>
                <a:cubicBezTo>
                  <a:pt x="2375289" y="64477"/>
                  <a:pt x="2367444" y="67862"/>
                  <a:pt x="2361108" y="74633"/>
                </a:cubicBezTo>
                <a:cubicBezTo>
                  <a:pt x="2354772" y="81403"/>
                  <a:pt x="2351415" y="90008"/>
                  <a:pt x="2351038" y="100448"/>
                </a:cubicBezTo>
                <a:lnTo>
                  <a:pt x="2418360" y="100448"/>
                </a:lnTo>
                <a:moveTo>
                  <a:pt x="2383963" y="46604"/>
                </a:moveTo>
                <a:lnTo>
                  <a:pt x="2383963" y="46604"/>
                </a:lnTo>
                <a:close/>
                <a:moveTo>
                  <a:pt x="2464308" y="49545"/>
                </a:moveTo>
                <a:lnTo>
                  <a:pt x="2483656" y="49545"/>
                </a:lnTo>
                <a:lnTo>
                  <a:pt x="2483656" y="66739"/>
                </a:lnTo>
                <a:cubicBezTo>
                  <a:pt x="2489389" y="59650"/>
                  <a:pt x="2495461" y="54560"/>
                  <a:pt x="2501872" y="51468"/>
                </a:cubicBezTo>
                <a:cubicBezTo>
                  <a:pt x="2508284" y="48376"/>
                  <a:pt x="2515412" y="46830"/>
                  <a:pt x="2523257" y="46830"/>
                </a:cubicBezTo>
                <a:cubicBezTo>
                  <a:pt x="2540455" y="46830"/>
                  <a:pt x="2552071" y="52832"/>
                  <a:pt x="2558106" y="64834"/>
                </a:cubicBezTo>
                <a:cubicBezTo>
                  <a:pt x="2561425" y="71399"/>
                  <a:pt x="2563084" y="80796"/>
                  <a:pt x="2563084" y="93025"/>
                </a:cubicBezTo>
                <a:lnTo>
                  <a:pt x="2563084" y="170807"/>
                </a:lnTo>
                <a:lnTo>
                  <a:pt x="2542378" y="170807"/>
                </a:lnTo>
                <a:lnTo>
                  <a:pt x="2542378" y="94371"/>
                </a:lnTo>
                <a:cubicBezTo>
                  <a:pt x="2542378" y="86972"/>
                  <a:pt x="2541285" y="81007"/>
                  <a:pt x="2539097" y="76478"/>
                </a:cubicBezTo>
                <a:cubicBezTo>
                  <a:pt x="2535477" y="68930"/>
                  <a:pt x="2528914" y="65155"/>
                  <a:pt x="2519410" y="65155"/>
                </a:cubicBezTo>
                <a:cubicBezTo>
                  <a:pt x="2514582" y="65155"/>
                  <a:pt x="2510622" y="65646"/>
                  <a:pt x="2507530" y="66626"/>
                </a:cubicBezTo>
                <a:cubicBezTo>
                  <a:pt x="2501948" y="68287"/>
                  <a:pt x="2497045" y="71609"/>
                  <a:pt x="2492821" y="76591"/>
                </a:cubicBezTo>
                <a:cubicBezTo>
                  <a:pt x="2489426" y="80592"/>
                  <a:pt x="2487220" y="84726"/>
                  <a:pt x="2486202" y="88991"/>
                </a:cubicBezTo>
                <a:cubicBezTo>
                  <a:pt x="2485183" y="93257"/>
                  <a:pt x="2484674" y="99352"/>
                  <a:pt x="2484674" y="107277"/>
                </a:cubicBezTo>
                <a:lnTo>
                  <a:pt x="2484674" y="170807"/>
                </a:lnTo>
                <a:lnTo>
                  <a:pt x="2464308" y="170807"/>
                </a:lnTo>
                <a:lnTo>
                  <a:pt x="2464308" y="49545"/>
                </a:lnTo>
                <a:moveTo>
                  <a:pt x="2512169" y="46604"/>
                </a:moveTo>
                <a:lnTo>
                  <a:pt x="2512169" y="46604"/>
                </a:lnTo>
                <a:close/>
                <a:moveTo>
                  <a:pt x="2597265" y="15836"/>
                </a:moveTo>
                <a:lnTo>
                  <a:pt x="2617858" y="15836"/>
                </a:lnTo>
                <a:lnTo>
                  <a:pt x="2617858" y="49545"/>
                </a:lnTo>
                <a:lnTo>
                  <a:pt x="2637205" y="49545"/>
                </a:lnTo>
                <a:lnTo>
                  <a:pt x="2637205" y="66287"/>
                </a:lnTo>
                <a:lnTo>
                  <a:pt x="2617858" y="66287"/>
                </a:lnTo>
                <a:lnTo>
                  <a:pt x="2617858" y="145256"/>
                </a:lnTo>
                <a:cubicBezTo>
                  <a:pt x="2617858" y="149472"/>
                  <a:pt x="2619291" y="152296"/>
                  <a:pt x="2622157" y="153726"/>
                </a:cubicBezTo>
                <a:cubicBezTo>
                  <a:pt x="2623741" y="154556"/>
                  <a:pt x="2626381" y="154970"/>
                  <a:pt x="2630077" y="154970"/>
                </a:cubicBezTo>
                <a:cubicBezTo>
                  <a:pt x="2631058" y="154970"/>
                  <a:pt x="2632114" y="154946"/>
                  <a:pt x="2633245" y="154896"/>
                </a:cubicBezTo>
                <a:cubicBezTo>
                  <a:pt x="2634377" y="154844"/>
                  <a:pt x="2635697" y="154718"/>
                  <a:pt x="2637205" y="154518"/>
                </a:cubicBezTo>
                <a:lnTo>
                  <a:pt x="2637205" y="170807"/>
                </a:lnTo>
                <a:cubicBezTo>
                  <a:pt x="2634867" y="171526"/>
                  <a:pt x="2632434" y="172044"/>
                  <a:pt x="2629908" y="172362"/>
                </a:cubicBezTo>
                <a:cubicBezTo>
                  <a:pt x="2627381" y="172683"/>
                  <a:pt x="2624646" y="172843"/>
                  <a:pt x="2621705" y="172843"/>
                </a:cubicBezTo>
                <a:cubicBezTo>
                  <a:pt x="2612200" y="172843"/>
                  <a:pt x="2605751" y="170409"/>
                  <a:pt x="2602357" y="165540"/>
                </a:cubicBezTo>
                <a:cubicBezTo>
                  <a:pt x="2598962" y="160671"/>
                  <a:pt x="2597265" y="154348"/>
                  <a:pt x="2597265" y="146571"/>
                </a:cubicBezTo>
                <a:lnTo>
                  <a:pt x="2597265" y="66287"/>
                </a:lnTo>
                <a:lnTo>
                  <a:pt x="2580859" y="66287"/>
                </a:lnTo>
                <a:lnTo>
                  <a:pt x="2580859" y="49545"/>
                </a:lnTo>
                <a:lnTo>
                  <a:pt x="2597265" y="49545"/>
                </a:lnTo>
                <a:lnTo>
                  <a:pt x="2597265" y="15836"/>
                </a:lnTo>
                <a:close/>
                <a:moveTo>
                  <a:pt x="2657564" y="50224"/>
                </a:moveTo>
                <a:lnTo>
                  <a:pt x="2678270" y="50224"/>
                </a:lnTo>
                <a:lnTo>
                  <a:pt x="2678270" y="170807"/>
                </a:lnTo>
                <a:lnTo>
                  <a:pt x="2657564" y="170807"/>
                </a:lnTo>
                <a:lnTo>
                  <a:pt x="2657564" y="50224"/>
                </a:lnTo>
                <a:moveTo>
                  <a:pt x="2657564" y="4525"/>
                </a:moveTo>
                <a:lnTo>
                  <a:pt x="2678270" y="4525"/>
                </a:lnTo>
                <a:lnTo>
                  <a:pt x="2678270" y="27601"/>
                </a:lnTo>
                <a:lnTo>
                  <a:pt x="2657564" y="27601"/>
                </a:lnTo>
                <a:lnTo>
                  <a:pt x="2657564" y="4525"/>
                </a:lnTo>
                <a:close/>
                <a:moveTo>
                  <a:pt x="2757140" y="157459"/>
                </a:moveTo>
                <a:cubicBezTo>
                  <a:pt x="2770642" y="157459"/>
                  <a:pt x="2779901" y="152344"/>
                  <a:pt x="2784917" y="142114"/>
                </a:cubicBezTo>
                <a:cubicBezTo>
                  <a:pt x="2789933" y="131884"/>
                  <a:pt x="2792441" y="120502"/>
                  <a:pt x="2792441" y="107967"/>
                </a:cubicBezTo>
                <a:cubicBezTo>
                  <a:pt x="2792441" y="96641"/>
                  <a:pt x="2790631" y="87430"/>
                  <a:pt x="2787010" y="80334"/>
                </a:cubicBezTo>
                <a:cubicBezTo>
                  <a:pt x="2781277" y="69159"/>
                  <a:pt x="2771396" y="63572"/>
                  <a:pt x="2757366" y="63572"/>
                </a:cubicBezTo>
                <a:cubicBezTo>
                  <a:pt x="2744920" y="63572"/>
                  <a:pt x="2735868" y="68329"/>
                  <a:pt x="2730211" y="77842"/>
                </a:cubicBezTo>
                <a:cubicBezTo>
                  <a:pt x="2724554" y="87356"/>
                  <a:pt x="2721725" y="98833"/>
                  <a:pt x="2721725" y="112272"/>
                </a:cubicBezTo>
                <a:cubicBezTo>
                  <a:pt x="2721725" y="125182"/>
                  <a:pt x="2724554" y="135941"/>
                  <a:pt x="2730211" y="144550"/>
                </a:cubicBezTo>
                <a:cubicBezTo>
                  <a:pt x="2735868" y="153156"/>
                  <a:pt x="2744845" y="157459"/>
                  <a:pt x="2757140" y="157459"/>
                </a:cubicBezTo>
                <a:moveTo>
                  <a:pt x="2757932" y="45926"/>
                </a:moveTo>
                <a:cubicBezTo>
                  <a:pt x="2773546" y="45926"/>
                  <a:pt x="2786746" y="51134"/>
                  <a:pt x="2797533" y="61550"/>
                </a:cubicBezTo>
                <a:cubicBezTo>
                  <a:pt x="2808319" y="71966"/>
                  <a:pt x="2813713" y="87288"/>
                  <a:pt x="2813713" y="107514"/>
                </a:cubicBezTo>
                <a:cubicBezTo>
                  <a:pt x="2813713" y="127065"/>
                  <a:pt x="2808960" y="143218"/>
                  <a:pt x="2799456" y="155974"/>
                </a:cubicBezTo>
                <a:cubicBezTo>
                  <a:pt x="2789952" y="168728"/>
                  <a:pt x="2775205" y="175105"/>
                  <a:pt x="2755216" y="175105"/>
                </a:cubicBezTo>
                <a:cubicBezTo>
                  <a:pt x="2738546" y="175105"/>
                  <a:pt x="2725308" y="169464"/>
                  <a:pt x="2715502" y="158180"/>
                </a:cubicBezTo>
                <a:cubicBezTo>
                  <a:pt x="2705696" y="146897"/>
                  <a:pt x="2700793" y="131745"/>
                  <a:pt x="2700793" y="112725"/>
                </a:cubicBezTo>
                <a:cubicBezTo>
                  <a:pt x="2700793" y="92345"/>
                  <a:pt x="2705960" y="76117"/>
                  <a:pt x="2716294" y="64042"/>
                </a:cubicBezTo>
                <a:cubicBezTo>
                  <a:pt x="2726628" y="51964"/>
                  <a:pt x="2740507" y="45926"/>
                  <a:pt x="2757932" y="45926"/>
                </a:cubicBezTo>
                <a:moveTo>
                  <a:pt x="2757253" y="46604"/>
                </a:moveTo>
                <a:lnTo>
                  <a:pt x="2757253" y="46604"/>
                </a:lnTo>
                <a:close/>
                <a:moveTo>
                  <a:pt x="2837936" y="49545"/>
                </a:moveTo>
                <a:lnTo>
                  <a:pt x="2857284" y="49545"/>
                </a:lnTo>
                <a:lnTo>
                  <a:pt x="2857284" y="66739"/>
                </a:lnTo>
                <a:cubicBezTo>
                  <a:pt x="2863016" y="59650"/>
                  <a:pt x="2869089" y="54560"/>
                  <a:pt x="2875500" y="51468"/>
                </a:cubicBezTo>
                <a:cubicBezTo>
                  <a:pt x="2881912" y="48376"/>
                  <a:pt x="2889040" y="46830"/>
                  <a:pt x="2896885" y="46830"/>
                </a:cubicBezTo>
                <a:cubicBezTo>
                  <a:pt x="2914083" y="46830"/>
                  <a:pt x="2925699" y="52832"/>
                  <a:pt x="2931734" y="64834"/>
                </a:cubicBezTo>
                <a:cubicBezTo>
                  <a:pt x="2935052" y="71399"/>
                  <a:pt x="2936712" y="80796"/>
                  <a:pt x="2936712" y="93025"/>
                </a:cubicBezTo>
                <a:lnTo>
                  <a:pt x="2936712" y="170807"/>
                </a:lnTo>
                <a:lnTo>
                  <a:pt x="2916006" y="170807"/>
                </a:lnTo>
                <a:lnTo>
                  <a:pt x="2916006" y="94371"/>
                </a:lnTo>
                <a:cubicBezTo>
                  <a:pt x="2916006" y="86972"/>
                  <a:pt x="2914913" y="81007"/>
                  <a:pt x="2912725" y="76478"/>
                </a:cubicBezTo>
                <a:cubicBezTo>
                  <a:pt x="2909104" y="68930"/>
                  <a:pt x="2902542" y="65155"/>
                  <a:pt x="2893038" y="65155"/>
                </a:cubicBezTo>
                <a:cubicBezTo>
                  <a:pt x="2888210" y="65155"/>
                  <a:pt x="2884250" y="65646"/>
                  <a:pt x="2881157" y="66626"/>
                </a:cubicBezTo>
                <a:cubicBezTo>
                  <a:pt x="2875576" y="68287"/>
                  <a:pt x="2870673" y="71609"/>
                  <a:pt x="2866449" y="76591"/>
                </a:cubicBezTo>
                <a:cubicBezTo>
                  <a:pt x="2863054" y="80592"/>
                  <a:pt x="2860848" y="84726"/>
                  <a:pt x="2859830" y="88991"/>
                </a:cubicBezTo>
                <a:cubicBezTo>
                  <a:pt x="2858811" y="93257"/>
                  <a:pt x="2858302" y="99352"/>
                  <a:pt x="2858302" y="107277"/>
                </a:cubicBezTo>
                <a:lnTo>
                  <a:pt x="2858302" y="170807"/>
                </a:lnTo>
                <a:lnTo>
                  <a:pt x="2837936" y="170807"/>
                </a:lnTo>
                <a:lnTo>
                  <a:pt x="2837936" y="49545"/>
                </a:lnTo>
                <a:moveTo>
                  <a:pt x="2885796" y="46604"/>
                </a:moveTo>
                <a:lnTo>
                  <a:pt x="2885796" y="46604"/>
                </a:lnTo>
                <a:close/>
                <a:moveTo>
                  <a:pt x="3084823" y="1810"/>
                </a:moveTo>
                <a:cubicBezTo>
                  <a:pt x="3072981" y="24846"/>
                  <a:pt x="3065287" y="41803"/>
                  <a:pt x="3061742" y="52681"/>
                </a:cubicBezTo>
                <a:cubicBezTo>
                  <a:pt x="3056386" y="69222"/>
                  <a:pt x="3053708" y="88330"/>
                  <a:pt x="3053708" y="110006"/>
                </a:cubicBezTo>
                <a:cubicBezTo>
                  <a:pt x="3053708" y="131911"/>
                  <a:pt x="3056763" y="151927"/>
                  <a:pt x="3062873" y="170054"/>
                </a:cubicBezTo>
                <a:cubicBezTo>
                  <a:pt x="3066645" y="181231"/>
                  <a:pt x="3074074" y="197319"/>
                  <a:pt x="3085163" y="218316"/>
                </a:cubicBezTo>
                <a:lnTo>
                  <a:pt x="3071472" y="218316"/>
                </a:lnTo>
                <a:cubicBezTo>
                  <a:pt x="3060459" y="201096"/>
                  <a:pt x="3053633" y="190106"/>
                  <a:pt x="3050993" y="185346"/>
                </a:cubicBezTo>
                <a:cubicBezTo>
                  <a:pt x="3048353" y="180588"/>
                  <a:pt x="3045486" y="174131"/>
                  <a:pt x="3042394" y="165975"/>
                </a:cubicBezTo>
                <a:cubicBezTo>
                  <a:pt x="3038170" y="154795"/>
                  <a:pt x="3035228" y="142861"/>
                  <a:pt x="3033568" y="130173"/>
                </a:cubicBezTo>
                <a:cubicBezTo>
                  <a:pt x="3032739" y="123603"/>
                  <a:pt x="3032324" y="117334"/>
                  <a:pt x="3032324" y="111367"/>
                </a:cubicBezTo>
                <a:cubicBezTo>
                  <a:pt x="3032324" y="89010"/>
                  <a:pt x="3035831" y="69107"/>
                  <a:pt x="3042846" y="51659"/>
                </a:cubicBezTo>
                <a:cubicBezTo>
                  <a:pt x="3047297" y="40557"/>
                  <a:pt x="3056575" y="23941"/>
                  <a:pt x="3070680" y="1810"/>
                </a:cubicBezTo>
                <a:lnTo>
                  <a:pt x="3084823" y="1810"/>
                </a:lnTo>
                <a:close/>
                <a:moveTo>
                  <a:pt x="3125780" y="117189"/>
                </a:moveTo>
                <a:cubicBezTo>
                  <a:pt x="3126308" y="126642"/>
                  <a:pt x="3128533" y="134318"/>
                  <a:pt x="3132456" y="140219"/>
                </a:cubicBezTo>
                <a:cubicBezTo>
                  <a:pt x="3139923" y="151260"/>
                  <a:pt x="3153086" y="156780"/>
                  <a:pt x="3171943" y="156780"/>
                </a:cubicBezTo>
                <a:cubicBezTo>
                  <a:pt x="3180392" y="156780"/>
                  <a:pt x="3188086" y="155574"/>
                  <a:pt x="3195025" y="153161"/>
                </a:cubicBezTo>
                <a:cubicBezTo>
                  <a:pt x="3208452" y="148485"/>
                  <a:pt x="3215165" y="140116"/>
                  <a:pt x="3215165" y="128052"/>
                </a:cubicBezTo>
                <a:cubicBezTo>
                  <a:pt x="3215165" y="119003"/>
                  <a:pt x="3212336" y="112555"/>
                  <a:pt x="3206679" y="108709"/>
                </a:cubicBezTo>
                <a:cubicBezTo>
                  <a:pt x="3200946" y="104924"/>
                  <a:pt x="3191970" y="101632"/>
                  <a:pt x="3179750" y="98833"/>
                </a:cubicBezTo>
                <a:lnTo>
                  <a:pt x="3157234" y="93721"/>
                </a:lnTo>
                <a:cubicBezTo>
                  <a:pt x="3142526" y="90391"/>
                  <a:pt x="3132116" y="86727"/>
                  <a:pt x="3126006" y="82727"/>
                </a:cubicBezTo>
                <a:cubicBezTo>
                  <a:pt x="3115446" y="75787"/>
                  <a:pt x="3110166" y="65413"/>
                  <a:pt x="3110166" y="51606"/>
                </a:cubicBezTo>
                <a:cubicBezTo>
                  <a:pt x="3110166" y="36668"/>
                  <a:pt x="3115333" y="24407"/>
                  <a:pt x="3125667" y="14825"/>
                </a:cubicBezTo>
                <a:cubicBezTo>
                  <a:pt x="3136001" y="5243"/>
                  <a:pt x="3150634" y="452"/>
                  <a:pt x="3169567" y="452"/>
                </a:cubicBezTo>
                <a:cubicBezTo>
                  <a:pt x="3186992" y="452"/>
                  <a:pt x="3201795" y="4657"/>
                  <a:pt x="3213977" y="13065"/>
                </a:cubicBezTo>
                <a:cubicBezTo>
                  <a:pt x="3226159" y="21473"/>
                  <a:pt x="3232250" y="34915"/>
                  <a:pt x="3232250" y="53391"/>
                </a:cubicBezTo>
                <a:lnTo>
                  <a:pt x="3211092" y="53391"/>
                </a:lnTo>
                <a:cubicBezTo>
                  <a:pt x="3209960" y="44493"/>
                  <a:pt x="3207547" y="37668"/>
                  <a:pt x="3203850" y="32917"/>
                </a:cubicBezTo>
                <a:cubicBezTo>
                  <a:pt x="3196986" y="24245"/>
                  <a:pt x="3185332" y="19909"/>
                  <a:pt x="3168888" y="19909"/>
                </a:cubicBezTo>
                <a:cubicBezTo>
                  <a:pt x="3155613" y="19909"/>
                  <a:pt x="3146071" y="22701"/>
                  <a:pt x="3140263" y="28286"/>
                </a:cubicBezTo>
                <a:cubicBezTo>
                  <a:pt x="3134454" y="33871"/>
                  <a:pt x="3131550" y="40363"/>
                  <a:pt x="3131550" y="47760"/>
                </a:cubicBezTo>
                <a:cubicBezTo>
                  <a:pt x="3131550" y="55912"/>
                  <a:pt x="3134945" y="61874"/>
                  <a:pt x="3141734" y="65647"/>
                </a:cubicBezTo>
                <a:cubicBezTo>
                  <a:pt x="3146184" y="68062"/>
                  <a:pt x="3156254" y="71081"/>
                  <a:pt x="3171943" y="74703"/>
                </a:cubicBezTo>
                <a:lnTo>
                  <a:pt x="3195251" y="80023"/>
                </a:lnTo>
                <a:cubicBezTo>
                  <a:pt x="3206491" y="82590"/>
                  <a:pt x="3215165" y="86099"/>
                  <a:pt x="3221275" y="90550"/>
                </a:cubicBezTo>
                <a:cubicBezTo>
                  <a:pt x="3231835" y="98322"/>
                  <a:pt x="3237115" y="109603"/>
                  <a:pt x="3237115" y="124393"/>
                </a:cubicBezTo>
                <a:cubicBezTo>
                  <a:pt x="3237115" y="142808"/>
                  <a:pt x="3230421" y="155977"/>
                  <a:pt x="3217032" y="163900"/>
                </a:cubicBezTo>
                <a:cubicBezTo>
                  <a:pt x="3203643" y="171823"/>
                  <a:pt x="3188086" y="175784"/>
                  <a:pt x="3170359" y="175784"/>
                </a:cubicBezTo>
                <a:cubicBezTo>
                  <a:pt x="3149691" y="175784"/>
                  <a:pt x="3133512" y="170495"/>
                  <a:pt x="3121820" y="159916"/>
                </a:cubicBezTo>
                <a:cubicBezTo>
                  <a:pt x="3110128" y="149415"/>
                  <a:pt x="3104395" y="135173"/>
                  <a:pt x="3104622" y="117189"/>
                </a:cubicBezTo>
                <a:lnTo>
                  <a:pt x="3125780" y="117189"/>
                </a:lnTo>
                <a:moveTo>
                  <a:pt x="3171265" y="0"/>
                </a:moveTo>
                <a:lnTo>
                  <a:pt x="3171265" y="0"/>
                </a:lnTo>
                <a:close/>
                <a:moveTo>
                  <a:pt x="3329445" y="151577"/>
                </a:moveTo>
                <a:cubicBezTo>
                  <a:pt x="3337063" y="151577"/>
                  <a:pt x="3343324" y="150785"/>
                  <a:pt x="3348227" y="149201"/>
                </a:cubicBezTo>
                <a:cubicBezTo>
                  <a:pt x="3356977" y="146260"/>
                  <a:pt x="3364143" y="140605"/>
                  <a:pt x="3369724" y="132234"/>
                </a:cubicBezTo>
                <a:cubicBezTo>
                  <a:pt x="3374175" y="125522"/>
                  <a:pt x="3377381" y="116925"/>
                  <a:pt x="3379342" y="106443"/>
                </a:cubicBezTo>
                <a:cubicBezTo>
                  <a:pt x="3380473" y="100184"/>
                  <a:pt x="3381039" y="94377"/>
                  <a:pt x="3381039" y="89023"/>
                </a:cubicBezTo>
                <a:cubicBezTo>
                  <a:pt x="3381039" y="68436"/>
                  <a:pt x="3376947" y="52449"/>
                  <a:pt x="3368763" y="41062"/>
                </a:cubicBezTo>
                <a:cubicBezTo>
                  <a:pt x="3360578" y="29674"/>
                  <a:pt x="3347397" y="23981"/>
                  <a:pt x="3329218" y="23981"/>
                </a:cubicBezTo>
                <a:lnTo>
                  <a:pt x="3289278" y="23981"/>
                </a:lnTo>
                <a:lnTo>
                  <a:pt x="3289278" y="151577"/>
                </a:lnTo>
                <a:lnTo>
                  <a:pt x="3329445" y="151577"/>
                </a:lnTo>
                <a:moveTo>
                  <a:pt x="3266649" y="4525"/>
                </a:moveTo>
                <a:lnTo>
                  <a:pt x="3333970" y="4525"/>
                </a:lnTo>
                <a:cubicBezTo>
                  <a:pt x="3356826" y="4525"/>
                  <a:pt x="3374552" y="12637"/>
                  <a:pt x="3387149" y="28863"/>
                </a:cubicBezTo>
                <a:cubicBezTo>
                  <a:pt x="3398388" y="43502"/>
                  <a:pt x="3404008" y="62254"/>
                  <a:pt x="3404008" y="85121"/>
                </a:cubicBezTo>
                <a:cubicBezTo>
                  <a:pt x="3404008" y="102779"/>
                  <a:pt x="3400689" y="118739"/>
                  <a:pt x="3394051" y="133001"/>
                </a:cubicBezTo>
                <a:cubicBezTo>
                  <a:pt x="3382359" y="158205"/>
                  <a:pt x="3362257" y="170807"/>
                  <a:pt x="3333744" y="170807"/>
                </a:cubicBezTo>
                <a:lnTo>
                  <a:pt x="3266649" y="170807"/>
                </a:lnTo>
                <a:lnTo>
                  <a:pt x="3266649" y="4525"/>
                </a:lnTo>
                <a:close/>
                <a:moveTo>
                  <a:pt x="3435129" y="4525"/>
                </a:moveTo>
                <a:lnTo>
                  <a:pt x="3509918" y="4525"/>
                </a:lnTo>
                <a:cubicBezTo>
                  <a:pt x="3524703" y="4525"/>
                  <a:pt x="3536621" y="8691"/>
                  <a:pt x="3545672" y="17024"/>
                </a:cubicBezTo>
                <a:cubicBezTo>
                  <a:pt x="3554724" y="25357"/>
                  <a:pt x="3559250" y="37065"/>
                  <a:pt x="3559250" y="52147"/>
                </a:cubicBezTo>
                <a:cubicBezTo>
                  <a:pt x="3559250" y="65118"/>
                  <a:pt x="3555214" y="76411"/>
                  <a:pt x="3547143" y="86026"/>
                </a:cubicBezTo>
                <a:cubicBezTo>
                  <a:pt x="3539072" y="95641"/>
                  <a:pt x="3526664" y="100448"/>
                  <a:pt x="3509918" y="100448"/>
                </a:cubicBezTo>
                <a:lnTo>
                  <a:pt x="3457645" y="100448"/>
                </a:lnTo>
                <a:lnTo>
                  <a:pt x="3457645" y="170807"/>
                </a:lnTo>
                <a:lnTo>
                  <a:pt x="3435129" y="170807"/>
                </a:lnTo>
                <a:lnTo>
                  <a:pt x="3435129" y="4525"/>
                </a:lnTo>
                <a:moveTo>
                  <a:pt x="3536508" y="52317"/>
                </a:moveTo>
                <a:cubicBezTo>
                  <a:pt x="3536508" y="40124"/>
                  <a:pt x="3531982" y="31845"/>
                  <a:pt x="3522930" y="27480"/>
                </a:cubicBezTo>
                <a:cubicBezTo>
                  <a:pt x="3517952" y="25147"/>
                  <a:pt x="3511125" y="23981"/>
                  <a:pt x="3502451" y="23981"/>
                </a:cubicBezTo>
                <a:lnTo>
                  <a:pt x="3457645" y="23981"/>
                </a:lnTo>
                <a:lnTo>
                  <a:pt x="3457645" y="81444"/>
                </a:lnTo>
                <a:lnTo>
                  <a:pt x="3502451" y="81444"/>
                </a:lnTo>
                <a:cubicBezTo>
                  <a:pt x="3512558" y="81444"/>
                  <a:pt x="3520761" y="79300"/>
                  <a:pt x="3527060" y="75011"/>
                </a:cubicBezTo>
                <a:cubicBezTo>
                  <a:pt x="3533358" y="70719"/>
                  <a:pt x="3536508" y="63155"/>
                  <a:pt x="3536508" y="52317"/>
                </a:cubicBezTo>
                <a:close/>
                <a:moveTo>
                  <a:pt x="3655732" y="102937"/>
                </a:moveTo>
                <a:lnTo>
                  <a:pt x="3630501" y="29524"/>
                </a:lnTo>
                <a:lnTo>
                  <a:pt x="3603685" y="102937"/>
                </a:lnTo>
                <a:lnTo>
                  <a:pt x="3655732" y="102937"/>
                </a:lnTo>
                <a:moveTo>
                  <a:pt x="3618734" y="4525"/>
                </a:moveTo>
                <a:lnTo>
                  <a:pt x="3644191" y="4525"/>
                </a:lnTo>
                <a:lnTo>
                  <a:pt x="3704498" y="170807"/>
                </a:lnTo>
                <a:lnTo>
                  <a:pt x="3679832" y="170807"/>
                </a:lnTo>
                <a:lnTo>
                  <a:pt x="3662974" y="121035"/>
                </a:lnTo>
                <a:lnTo>
                  <a:pt x="3597236" y="121035"/>
                </a:lnTo>
                <a:lnTo>
                  <a:pt x="3579246" y="170807"/>
                </a:lnTo>
                <a:lnTo>
                  <a:pt x="3556164" y="170807"/>
                </a:lnTo>
                <a:lnTo>
                  <a:pt x="3618734" y="4525"/>
                </a:lnTo>
                <a:close/>
                <a:moveTo>
                  <a:pt x="3715362" y="218316"/>
                </a:moveTo>
                <a:cubicBezTo>
                  <a:pt x="3727356" y="194901"/>
                  <a:pt x="3735088" y="177831"/>
                  <a:pt x="3738557" y="167106"/>
                </a:cubicBezTo>
                <a:cubicBezTo>
                  <a:pt x="3743837" y="150866"/>
                  <a:pt x="3746478" y="131833"/>
                  <a:pt x="3746478" y="110006"/>
                </a:cubicBezTo>
                <a:cubicBezTo>
                  <a:pt x="3746478" y="88177"/>
                  <a:pt x="3743423" y="68199"/>
                  <a:pt x="3737313" y="50072"/>
                </a:cubicBezTo>
                <a:cubicBezTo>
                  <a:pt x="3733541" y="38895"/>
                  <a:pt x="3726111" y="22807"/>
                  <a:pt x="3715023" y="1810"/>
                </a:cubicBezTo>
                <a:lnTo>
                  <a:pt x="3728714" y="1810"/>
                </a:lnTo>
                <a:cubicBezTo>
                  <a:pt x="3740330" y="20389"/>
                  <a:pt x="3747364" y="31851"/>
                  <a:pt x="3749815" y="36194"/>
                </a:cubicBezTo>
                <a:cubicBezTo>
                  <a:pt x="3752267" y="40537"/>
                  <a:pt x="3754926" y="46523"/>
                  <a:pt x="3757792" y="54151"/>
                </a:cubicBezTo>
                <a:cubicBezTo>
                  <a:pt x="3761413" y="63592"/>
                  <a:pt x="3763996" y="72920"/>
                  <a:pt x="3765543" y="82137"/>
                </a:cubicBezTo>
                <a:cubicBezTo>
                  <a:pt x="3767089" y="91351"/>
                  <a:pt x="3767862" y="100225"/>
                  <a:pt x="3767862" y="108759"/>
                </a:cubicBezTo>
                <a:cubicBezTo>
                  <a:pt x="3767862" y="131116"/>
                  <a:pt x="3764317" y="151056"/>
                  <a:pt x="3757226" y="168580"/>
                </a:cubicBezTo>
                <a:cubicBezTo>
                  <a:pt x="3752776" y="179833"/>
                  <a:pt x="3743536" y="196411"/>
                  <a:pt x="3729506" y="218316"/>
                </a:cubicBezTo>
                <a:lnTo>
                  <a:pt x="3715362" y="218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DDA88-AA67-41D5-A0DE-E26D422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93" y="3678120"/>
            <a:ext cx="344568" cy="386107"/>
          </a:xfrm>
          <a:custGeom xmlns:a="http://schemas.openxmlformats.org/drawingml/2006/main">
            <a:pathLst>
              <a:path w="344568" h="386107">
                <a:moveTo>
                  <a:pt x="344568" y="193053"/>
                </a:moveTo>
                <a:cubicBezTo>
                  <a:pt x="344568" y="205729"/>
                  <a:pt x="343464" y="218283"/>
                  <a:pt x="341257" y="230716"/>
                </a:cubicBezTo>
                <a:cubicBezTo>
                  <a:pt x="339050" y="243148"/>
                  <a:pt x="335782" y="255219"/>
                  <a:pt x="331453" y="266931"/>
                </a:cubicBezTo>
                <a:cubicBezTo>
                  <a:pt x="327124" y="278642"/>
                  <a:pt x="321817" y="289767"/>
                  <a:pt x="315532" y="300307"/>
                </a:cubicBezTo>
                <a:cubicBezTo>
                  <a:pt x="309247" y="310847"/>
                  <a:pt x="302105" y="320599"/>
                  <a:pt x="294106" y="329562"/>
                </a:cubicBezTo>
                <a:cubicBezTo>
                  <a:pt x="286107" y="338526"/>
                  <a:pt x="277404" y="346529"/>
                  <a:pt x="267999" y="353570"/>
                </a:cubicBezTo>
                <a:cubicBezTo>
                  <a:pt x="258593" y="360613"/>
                  <a:pt x="248664" y="366560"/>
                  <a:pt x="238213" y="371411"/>
                </a:cubicBezTo>
                <a:cubicBezTo>
                  <a:pt x="227762" y="376262"/>
                  <a:pt x="216989" y="379923"/>
                  <a:pt x="205894" y="382396"/>
                </a:cubicBezTo>
                <a:cubicBezTo>
                  <a:pt x="194799" y="384869"/>
                  <a:pt x="183596" y="386105"/>
                  <a:pt x="172284" y="386107"/>
                </a:cubicBezTo>
                <a:cubicBezTo>
                  <a:pt x="160972" y="386105"/>
                  <a:pt x="149768" y="384869"/>
                  <a:pt x="138673" y="382396"/>
                </a:cubicBezTo>
                <a:cubicBezTo>
                  <a:pt x="127578" y="379923"/>
                  <a:pt x="116804" y="376262"/>
                  <a:pt x="106353" y="371411"/>
                </a:cubicBezTo>
                <a:cubicBezTo>
                  <a:pt x="95902" y="366560"/>
                  <a:pt x="85973" y="360614"/>
                  <a:pt x="76567" y="353571"/>
                </a:cubicBezTo>
                <a:cubicBezTo>
                  <a:pt x="67161" y="346529"/>
                  <a:pt x="58459" y="338526"/>
                  <a:pt x="50460" y="329562"/>
                </a:cubicBezTo>
                <a:cubicBezTo>
                  <a:pt x="42461" y="320599"/>
                  <a:pt x="35319" y="310847"/>
                  <a:pt x="29034" y="300306"/>
                </a:cubicBezTo>
                <a:cubicBezTo>
                  <a:pt x="22749" y="289766"/>
                  <a:pt x="17442" y="278641"/>
                  <a:pt x="13113" y="266929"/>
                </a:cubicBezTo>
                <a:cubicBezTo>
                  <a:pt x="8784" y="255218"/>
                  <a:pt x="5517" y="243147"/>
                  <a:pt x="3310" y="230714"/>
                </a:cubicBezTo>
                <a:cubicBezTo>
                  <a:pt x="1103" y="218282"/>
                  <a:pt x="0" y="205729"/>
                  <a:pt x="0" y="193053"/>
                </a:cubicBezTo>
                <a:cubicBezTo>
                  <a:pt x="0" y="180377"/>
                  <a:pt x="1103" y="167822"/>
                  <a:pt x="3310" y="155390"/>
                </a:cubicBezTo>
                <a:cubicBezTo>
                  <a:pt x="5517" y="142958"/>
                  <a:pt x="8784" y="130885"/>
                  <a:pt x="13113" y="119174"/>
                </a:cubicBezTo>
                <a:cubicBezTo>
                  <a:pt x="17442" y="107463"/>
                  <a:pt x="22749" y="96338"/>
                  <a:pt x="29034" y="85798"/>
                </a:cubicBezTo>
                <a:cubicBezTo>
                  <a:pt x="35319" y="75259"/>
                  <a:pt x="42461" y="65508"/>
                  <a:pt x="50460" y="56544"/>
                </a:cubicBezTo>
                <a:cubicBezTo>
                  <a:pt x="58459" y="47581"/>
                  <a:pt x="67161" y="39577"/>
                  <a:pt x="76567" y="32535"/>
                </a:cubicBezTo>
                <a:cubicBezTo>
                  <a:pt x="85973" y="25491"/>
                  <a:pt x="95901" y="19544"/>
                  <a:pt x="106353" y="14694"/>
                </a:cubicBezTo>
                <a:cubicBezTo>
                  <a:pt x="116804" y="9845"/>
                  <a:pt x="127577" y="6182"/>
                  <a:pt x="138673" y="3710"/>
                </a:cubicBezTo>
                <a:cubicBezTo>
                  <a:pt x="149768" y="1236"/>
                  <a:pt x="160972" y="0"/>
                  <a:pt x="172284" y="0"/>
                </a:cubicBezTo>
                <a:cubicBezTo>
                  <a:pt x="183596" y="0"/>
                  <a:pt x="194799" y="1236"/>
                  <a:pt x="205894" y="3710"/>
                </a:cubicBezTo>
                <a:cubicBezTo>
                  <a:pt x="216989" y="6182"/>
                  <a:pt x="227762" y="9844"/>
                  <a:pt x="238213" y="14694"/>
                </a:cubicBezTo>
                <a:cubicBezTo>
                  <a:pt x="248664" y="19544"/>
                  <a:pt x="258593" y="25490"/>
                  <a:pt x="267999" y="32533"/>
                </a:cubicBezTo>
                <a:cubicBezTo>
                  <a:pt x="277404" y="39577"/>
                  <a:pt x="286107" y="47581"/>
                  <a:pt x="294106" y="56544"/>
                </a:cubicBezTo>
                <a:cubicBezTo>
                  <a:pt x="302105" y="65508"/>
                  <a:pt x="309247" y="75259"/>
                  <a:pt x="315532" y="85798"/>
                </a:cubicBezTo>
                <a:cubicBezTo>
                  <a:pt x="321817" y="96338"/>
                  <a:pt x="327124" y="107463"/>
                  <a:pt x="331453" y="119174"/>
                </a:cubicBezTo>
                <a:cubicBezTo>
                  <a:pt x="335782" y="130885"/>
                  <a:pt x="339050" y="142957"/>
                  <a:pt x="341257" y="155389"/>
                </a:cubicBezTo>
                <a:cubicBezTo>
                  <a:pt x="343464" y="167822"/>
                  <a:pt x="344568" y="180377"/>
                  <a:pt x="344568" y="193053"/>
                </a:cubicBezTo>
                <a:close/>
              </a:path>
            </a:pathLst>
          </a:custGeom>
          <a:solidFill xmlns:a="http://schemas.openxmlformats.org/drawingml/2006/main">
            <a:srgbClr val="E78AC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40BFF-4A5A-46A8-AE28-3193DABC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89" y="3765006"/>
            <a:ext cx="178373" cy="182597"/>
          </a:xfrm>
          <a:custGeom xmlns:a="http://schemas.openxmlformats.org/drawingml/2006/main">
            <a:pathLst>
              <a:path w="178373" h="182597">
                <a:moveTo>
                  <a:pt x="0" y="113778"/>
                </a:moveTo>
                <a:cubicBezTo>
                  <a:pt x="0" y="94522"/>
                  <a:pt x="5611" y="76020"/>
                  <a:pt x="16832" y="58271"/>
                </a:cubicBezTo>
                <a:cubicBezTo>
                  <a:pt x="28054" y="40521"/>
                  <a:pt x="42206" y="26456"/>
                  <a:pt x="59290" y="16075"/>
                </a:cubicBezTo>
                <a:cubicBezTo>
                  <a:pt x="76374" y="5693"/>
                  <a:pt x="93457" y="419"/>
                  <a:pt x="110541" y="251"/>
                </a:cubicBezTo>
                <a:cubicBezTo>
                  <a:pt x="125614" y="251"/>
                  <a:pt x="137590" y="4521"/>
                  <a:pt x="146466" y="13061"/>
                </a:cubicBezTo>
                <a:cubicBezTo>
                  <a:pt x="147974" y="14735"/>
                  <a:pt x="149230" y="16158"/>
                  <a:pt x="150235" y="17330"/>
                </a:cubicBezTo>
                <a:cubicBezTo>
                  <a:pt x="151240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8" y="20596"/>
                  <a:pt x="155259" y="18419"/>
                  <a:pt x="159279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7" y="9209"/>
                  <a:pt x="165727" y="7870"/>
                  <a:pt x="167067" y="6530"/>
                </a:cubicBezTo>
                <a:cubicBezTo>
                  <a:pt x="168407" y="5191"/>
                  <a:pt x="169245" y="4270"/>
                  <a:pt x="169579" y="3767"/>
                </a:cubicBezTo>
                <a:lnTo>
                  <a:pt x="173348" y="0"/>
                </a:lnTo>
                <a:lnTo>
                  <a:pt x="174855" y="0"/>
                </a:lnTo>
                <a:cubicBezTo>
                  <a:pt x="177200" y="0"/>
                  <a:pt x="178373" y="586"/>
                  <a:pt x="178373" y="1758"/>
                </a:cubicBezTo>
                <a:cubicBezTo>
                  <a:pt x="178373" y="2428"/>
                  <a:pt x="175693" y="13898"/>
                  <a:pt x="170333" y="36168"/>
                </a:cubicBezTo>
                <a:cubicBezTo>
                  <a:pt x="164304" y="59443"/>
                  <a:pt x="161289" y="71164"/>
                  <a:pt x="161289" y="71331"/>
                </a:cubicBezTo>
                <a:cubicBezTo>
                  <a:pt x="160954" y="72168"/>
                  <a:pt x="160535" y="72671"/>
                  <a:pt x="160033" y="72838"/>
                </a:cubicBezTo>
                <a:cubicBezTo>
                  <a:pt x="159530" y="73005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6" y="72336"/>
                  <a:pt x="149984" y="71582"/>
                  <a:pt x="149984" y="71080"/>
                </a:cubicBezTo>
                <a:cubicBezTo>
                  <a:pt x="149984" y="70913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7" y="64298"/>
                </a:cubicBezTo>
                <a:cubicBezTo>
                  <a:pt x="150905" y="61954"/>
                  <a:pt x="150989" y="59275"/>
                  <a:pt x="150989" y="56261"/>
                </a:cubicBezTo>
                <a:cubicBezTo>
                  <a:pt x="150989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5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10"/>
                  <a:pt x="97812" y="13898"/>
                  <a:pt x="92452" y="15572"/>
                </a:cubicBezTo>
                <a:cubicBezTo>
                  <a:pt x="87093" y="17247"/>
                  <a:pt x="81984" y="19591"/>
                  <a:pt x="77127" y="22605"/>
                </a:cubicBezTo>
                <a:cubicBezTo>
                  <a:pt x="72270" y="25619"/>
                  <a:pt x="66994" y="29638"/>
                  <a:pt x="61300" y="34661"/>
                </a:cubicBezTo>
                <a:cubicBezTo>
                  <a:pt x="55605" y="39684"/>
                  <a:pt x="50748" y="45629"/>
                  <a:pt x="46729" y="52494"/>
                </a:cubicBezTo>
                <a:cubicBezTo>
                  <a:pt x="42709" y="59359"/>
                  <a:pt x="38773" y="67898"/>
                  <a:pt x="34921" y="78112"/>
                </a:cubicBezTo>
                <a:cubicBezTo>
                  <a:pt x="31069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1"/>
                  <a:pt x="27803" y="136718"/>
                  <a:pt x="30148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3" y="163425"/>
                  <a:pt x="51753" y="165769"/>
                </a:cubicBezTo>
                <a:cubicBezTo>
                  <a:pt x="56443" y="168114"/>
                  <a:pt x="60797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7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9" y="144504"/>
                  <a:pt x="120339" y="136634"/>
                </a:cubicBezTo>
                <a:cubicBezTo>
                  <a:pt x="122348" y="128764"/>
                  <a:pt x="123353" y="124327"/>
                  <a:pt x="123353" y="123322"/>
                </a:cubicBezTo>
                <a:cubicBezTo>
                  <a:pt x="123353" y="121983"/>
                  <a:pt x="122265" y="121146"/>
                  <a:pt x="120087" y="120811"/>
                </a:cubicBezTo>
                <a:cubicBezTo>
                  <a:pt x="117910" y="120476"/>
                  <a:pt x="112885" y="120225"/>
                  <a:pt x="105014" y="120057"/>
                </a:cubicBezTo>
                <a:lnTo>
                  <a:pt x="95718" y="120057"/>
                </a:lnTo>
                <a:cubicBezTo>
                  <a:pt x="94713" y="119053"/>
                  <a:pt x="94211" y="118383"/>
                  <a:pt x="94211" y="118048"/>
                </a:cubicBezTo>
                <a:cubicBezTo>
                  <a:pt x="94211" y="117713"/>
                  <a:pt x="94378" y="116122"/>
                  <a:pt x="94713" y="113276"/>
                </a:cubicBezTo>
                <a:cubicBezTo>
                  <a:pt x="95383" y="111099"/>
                  <a:pt x="96221" y="109508"/>
                  <a:pt x="97226" y="108504"/>
                </a:cubicBezTo>
                <a:lnTo>
                  <a:pt x="101496" y="108504"/>
                </a:lnTo>
                <a:cubicBezTo>
                  <a:pt x="108196" y="108839"/>
                  <a:pt x="119920" y="109006"/>
                  <a:pt x="136669" y="109006"/>
                </a:cubicBezTo>
                <a:cubicBezTo>
                  <a:pt x="143368" y="109006"/>
                  <a:pt x="148811" y="109006"/>
                  <a:pt x="152998" y="109006"/>
                </a:cubicBezTo>
                <a:cubicBezTo>
                  <a:pt x="157186" y="109006"/>
                  <a:pt x="160200" y="108922"/>
                  <a:pt x="162043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1" y="120057"/>
                  <a:pt x="161791" y="120057"/>
                </a:cubicBezTo>
                <a:cubicBezTo>
                  <a:pt x="158442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2" y="135881"/>
                </a:cubicBezTo>
                <a:cubicBezTo>
                  <a:pt x="143954" y="141406"/>
                  <a:pt x="142698" y="146095"/>
                  <a:pt x="141693" y="149946"/>
                </a:cubicBezTo>
                <a:cubicBezTo>
                  <a:pt x="137506" y="167025"/>
                  <a:pt x="135161" y="175816"/>
                  <a:pt x="134659" y="176318"/>
                </a:cubicBezTo>
                <a:cubicBezTo>
                  <a:pt x="134324" y="176653"/>
                  <a:pt x="133905" y="176821"/>
                  <a:pt x="133402" y="176821"/>
                </a:cubicBezTo>
                <a:cubicBezTo>
                  <a:pt x="131728" y="176821"/>
                  <a:pt x="129383" y="175146"/>
                  <a:pt x="126368" y="171797"/>
                </a:cubicBezTo>
                <a:cubicBezTo>
                  <a:pt x="123353" y="168449"/>
                  <a:pt x="121427" y="165853"/>
                  <a:pt x="120590" y="164011"/>
                </a:cubicBezTo>
                <a:cubicBezTo>
                  <a:pt x="120590" y="163844"/>
                  <a:pt x="120422" y="163844"/>
                  <a:pt x="120087" y="164011"/>
                </a:cubicBezTo>
                <a:cubicBezTo>
                  <a:pt x="119753" y="164179"/>
                  <a:pt x="119250" y="164597"/>
                  <a:pt x="118580" y="165267"/>
                </a:cubicBezTo>
                <a:cubicBezTo>
                  <a:pt x="106186" y="176821"/>
                  <a:pt x="89437" y="182597"/>
                  <a:pt x="68334" y="182597"/>
                </a:cubicBezTo>
                <a:cubicBezTo>
                  <a:pt x="48068" y="182597"/>
                  <a:pt x="31655" y="176151"/>
                  <a:pt x="19093" y="163258"/>
                </a:cubicBezTo>
                <a:cubicBezTo>
                  <a:pt x="6532" y="150365"/>
                  <a:pt x="168" y="133871"/>
                  <a:pt x="0" y="1137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0B1EA-E5D8-4ED8-8C29-D6D88A2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89" y="3765006"/>
            <a:ext cx="178372" cy="182598"/>
          </a:xfrm>
          <a:custGeom xmlns:a="http://schemas.openxmlformats.org/drawingml/2006/main">
            <a:pathLst>
              <a:path w="178372" h="182598" fill="none">
                <a:moveTo>
                  <a:pt x="0" y="113778"/>
                </a:moveTo>
                <a:cubicBezTo>
                  <a:pt x="0" y="94522"/>
                  <a:pt x="5611" y="76020"/>
                  <a:pt x="16832" y="58270"/>
                </a:cubicBezTo>
                <a:cubicBezTo>
                  <a:pt x="28054" y="40521"/>
                  <a:pt x="42206" y="26456"/>
                  <a:pt x="59290" y="16075"/>
                </a:cubicBezTo>
                <a:cubicBezTo>
                  <a:pt x="76374" y="5693"/>
                  <a:pt x="93457" y="419"/>
                  <a:pt x="110541" y="251"/>
                </a:cubicBezTo>
                <a:cubicBezTo>
                  <a:pt x="125614" y="251"/>
                  <a:pt x="137590" y="4521"/>
                  <a:pt x="146466" y="13061"/>
                </a:cubicBezTo>
                <a:cubicBezTo>
                  <a:pt x="147974" y="14735"/>
                  <a:pt x="149230" y="16158"/>
                  <a:pt x="150235" y="17330"/>
                </a:cubicBezTo>
                <a:cubicBezTo>
                  <a:pt x="151240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8" y="20596"/>
                  <a:pt x="155259" y="18419"/>
                  <a:pt x="159279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7" y="9209"/>
                  <a:pt x="165727" y="7870"/>
                  <a:pt x="167067" y="6530"/>
                </a:cubicBezTo>
                <a:cubicBezTo>
                  <a:pt x="168407" y="5191"/>
                  <a:pt x="169245" y="4270"/>
                  <a:pt x="169579" y="3767"/>
                </a:cubicBezTo>
                <a:lnTo>
                  <a:pt x="173348" y="0"/>
                </a:lnTo>
                <a:lnTo>
                  <a:pt x="174855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4" y="59443"/>
                  <a:pt x="161289" y="71164"/>
                  <a:pt x="161289" y="71331"/>
                </a:cubicBezTo>
                <a:cubicBezTo>
                  <a:pt x="160954" y="72168"/>
                  <a:pt x="160535" y="72671"/>
                  <a:pt x="160033" y="72838"/>
                </a:cubicBezTo>
                <a:cubicBezTo>
                  <a:pt x="159530" y="73006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6" y="72336"/>
                  <a:pt x="149984" y="71582"/>
                  <a:pt x="149984" y="71080"/>
                </a:cubicBezTo>
                <a:cubicBezTo>
                  <a:pt x="149984" y="70912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7" y="64298"/>
                </a:cubicBezTo>
                <a:cubicBezTo>
                  <a:pt x="150905" y="61954"/>
                  <a:pt x="150989" y="59275"/>
                  <a:pt x="150989" y="56261"/>
                </a:cubicBezTo>
                <a:cubicBezTo>
                  <a:pt x="150989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5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09"/>
                  <a:pt x="97812" y="13898"/>
                  <a:pt x="92452" y="15572"/>
                </a:cubicBezTo>
                <a:cubicBezTo>
                  <a:pt x="87093" y="17247"/>
                  <a:pt x="81984" y="19591"/>
                  <a:pt x="77127" y="22605"/>
                </a:cubicBezTo>
                <a:cubicBezTo>
                  <a:pt x="72270" y="25619"/>
                  <a:pt x="66994" y="29638"/>
                  <a:pt x="61300" y="34661"/>
                </a:cubicBezTo>
                <a:cubicBezTo>
                  <a:pt x="55605" y="39684"/>
                  <a:pt x="50748" y="45628"/>
                  <a:pt x="46729" y="52494"/>
                </a:cubicBezTo>
                <a:cubicBezTo>
                  <a:pt x="42709" y="59359"/>
                  <a:pt x="38773" y="67898"/>
                  <a:pt x="34921" y="78113"/>
                </a:cubicBezTo>
                <a:cubicBezTo>
                  <a:pt x="31069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2"/>
                  <a:pt x="27803" y="136718"/>
                  <a:pt x="30147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4" y="163425"/>
                  <a:pt x="51753" y="165769"/>
                </a:cubicBezTo>
                <a:cubicBezTo>
                  <a:pt x="56443" y="168114"/>
                  <a:pt x="60797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7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9" y="144504"/>
                  <a:pt x="120339" y="136634"/>
                </a:cubicBezTo>
                <a:cubicBezTo>
                  <a:pt x="122348" y="128764"/>
                  <a:pt x="123353" y="124327"/>
                  <a:pt x="123353" y="123322"/>
                </a:cubicBezTo>
                <a:cubicBezTo>
                  <a:pt x="123353" y="121983"/>
                  <a:pt x="122265" y="121146"/>
                  <a:pt x="120087" y="120811"/>
                </a:cubicBezTo>
                <a:cubicBezTo>
                  <a:pt x="117910" y="120476"/>
                  <a:pt x="112885" y="120225"/>
                  <a:pt x="105014" y="120057"/>
                </a:cubicBezTo>
                <a:lnTo>
                  <a:pt x="95718" y="120057"/>
                </a:lnTo>
                <a:cubicBezTo>
                  <a:pt x="94713" y="119053"/>
                  <a:pt x="94211" y="118383"/>
                  <a:pt x="94211" y="118048"/>
                </a:cubicBezTo>
                <a:cubicBezTo>
                  <a:pt x="94211" y="117713"/>
                  <a:pt x="94378" y="116122"/>
                  <a:pt x="94713" y="113276"/>
                </a:cubicBezTo>
                <a:cubicBezTo>
                  <a:pt x="95383" y="111099"/>
                  <a:pt x="96221" y="109508"/>
                  <a:pt x="97226" y="108504"/>
                </a:cubicBezTo>
                <a:lnTo>
                  <a:pt x="101496" y="108504"/>
                </a:lnTo>
                <a:cubicBezTo>
                  <a:pt x="108196" y="108839"/>
                  <a:pt x="119920" y="109006"/>
                  <a:pt x="136668" y="109006"/>
                </a:cubicBezTo>
                <a:cubicBezTo>
                  <a:pt x="143368" y="109006"/>
                  <a:pt x="148811" y="109006"/>
                  <a:pt x="152998" y="109006"/>
                </a:cubicBezTo>
                <a:cubicBezTo>
                  <a:pt x="157186" y="109006"/>
                  <a:pt x="160200" y="108922"/>
                  <a:pt x="162043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1" y="120057"/>
                  <a:pt x="161791" y="120057"/>
                </a:cubicBezTo>
                <a:cubicBezTo>
                  <a:pt x="158442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2" y="135881"/>
                </a:cubicBezTo>
                <a:cubicBezTo>
                  <a:pt x="143954" y="141406"/>
                  <a:pt x="142698" y="146095"/>
                  <a:pt x="141693" y="149946"/>
                </a:cubicBezTo>
                <a:cubicBezTo>
                  <a:pt x="137506" y="167025"/>
                  <a:pt x="135161" y="175816"/>
                  <a:pt x="134659" y="176318"/>
                </a:cubicBezTo>
                <a:cubicBezTo>
                  <a:pt x="134324" y="176653"/>
                  <a:pt x="133905" y="176821"/>
                  <a:pt x="133403" y="176821"/>
                </a:cubicBezTo>
                <a:cubicBezTo>
                  <a:pt x="131728" y="176821"/>
                  <a:pt x="129383" y="175146"/>
                  <a:pt x="126368" y="171797"/>
                </a:cubicBezTo>
                <a:cubicBezTo>
                  <a:pt x="123353" y="168449"/>
                  <a:pt x="121427" y="165853"/>
                  <a:pt x="120590" y="164011"/>
                </a:cubicBezTo>
                <a:cubicBezTo>
                  <a:pt x="120590" y="163844"/>
                  <a:pt x="120422" y="163844"/>
                  <a:pt x="120087" y="164011"/>
                </a:cubicBezTo>
                <a:cubicBezTo>
                  <a:pt x="119752" y="164179"/>
                  <a:pt x="119250" y="164597"/>
                  <a:pt x="118580" y="165267"/>
                </a:cubicBezTo>
                <a:cubicBezTo>
                  <a:pt x="106186" y="176821"/>
                  <a:pt x="89437" y="182598"/>
                  <a:pt x="68334" y="182598"/>
                </a:cubicBezTo>
                <a:cubicBezTo>
                  <a:pt x="48068" y="182598"/>
                  <a:pt x="31655" y="176151"/>
                  <a:pt x="19093" y="163258"/>
                </a:cubicBezTo>
                <a:cubicBezTo>
                  <a:pt x="6532" y="150365"/>
                  <a:pt x="167" y="133871"/>
                  <a:pt x="0" y="1137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1" cap="flat">
            <a:solidFill>
              <a:srgbClr val="000000">
                <a:alpha val="11680"/>
              </a:srgbClr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7857E-9163-43F9-AC47-FF1071F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57" y="3859536"/>
            <a:ext cx="78685" cy="120218"/>
          </a:xfrm>
          <a:custGeom xmlns:a="http://schemas.openxmlformats.org/drawingml/2006/main">
            <a:pathLst>
              <a:path w="78685" h="120218">
                <a:moveTo>
                  <a:pt x="77087" y="120218"/>
                </a:moveTo>
                <a:cubicBezTo>
                  <a:pt x="74955" y="119863"/>
                  <a:pt x="67318" y="119685"/>
                  <a:pt x="54174" y="119685"/>
                </a:cubicBezTo>
                <a:cubicBezTo>
                  <a:pt x="40438" y="119685"/>
                  <a:pt x="32504" y="119863"/>
                  <a:pt x="30373" y="120218"/>
                </a:cubicBezTo>
                <a:lnTo>
                  <a:pt x="28774" y="120218"/>
                </a:lnTo>
                <a:lnTo>
                  <a:pt x="28774" y="112049"/>
                </a:lnTo>
                <a:lnTo>
                  <a:pt x="34280" y="112049"/>
                </a:lnTo>
                <a:cubicBezTo>
                  <a:pt x="36649" y="112049"/>
                  <a:pt x="38247" y="112049"/>
                  <a:pt x="39076" y="112049"/>
                </a:cubicBezTo>
                <a:cubicBezTo>
                  <a:pt x="39905" y="112049"/>
                  <a:pt x="40912" y="111931"/>
                  <a:pt x="42096" y="111694"/>
                </a:cubicBezTo>
                <a:cubicBezTo>
                  <a:pt x="43280" y="111457"/>
                  <a:pt x="44109" y="111162"/>
                  <a:pt x="44582" y="110806"/>
                </a:cubicBezTo>
                <a:cubicBezTo>
                  <a:pt x="45056" y="110451"/>
                  <a:pt x="45471" y="109978"/>
                  <a:pt x="45826" y="109386"/>
                </a:cubicBezTo>
                <a:cubicBezTo>
                  <a:pt x="45944" y="109149"/>
                  <a:pt x="46003" y="105953"/>
                  <a:pt x="46003" y="99797"/>
                </a:cubicBezTo>
                <a:lnTo>
                  <a:pt x="46003" y="90918"/>
                </a:lnTo>
                <a:lnTo>
                  <a:pt x="0" y="90918"/>
                </a:lnTo>
                <a:lnTo>
                  <a:pt x="0" y="82750"/>
                </a:lnTo>
                <a:lnTo>
                  <a:pt x="26820" y="41730"/>
                </a:lnTo>
                <a:cubicBezTo>
                  <a:pt x="44938" y="14265"/>
                  <a:pt x="54115" y="474"/>
                  <a:pt x="54351" y="355"/>
                </a:cubicBezTo>
                <a:cubicBezTo>
                  <a:pt x="54588" y="118"/>
                  <a:pt x="55832" y="0"/>
                  <a:pt x="58081" y="0"/>
                </a:cubicBezTo>
                <a:lnTo>
                  <a:pt x="61279" y="0"/>
                </a:lnTo>
                <a:lnTo>
                  <a:pt x="62344" y="1066"/>
                </a:lnTo>
                <a:lnTo>
                  <a:pt x="62344" y="82750"/>
                </a:lnTo>
                <a:lnTo>
                  <a:pt x="78685" y="82750"/>
                </a:lnTo>
                <a:lnTo>
                  <a:pt x="78685" y="90918"/>
                </a:lnTo>
                <a:lnTo>
                  <a:pt x="62344" y="90918"/>
                </a:lnTo>
                <a:lnTo>
                  <a:pt x="62344" y="99974"/>
                </a:lnTo>
                <a:cubicBezTo>
                  <a:pt x="62344" y="104828"/>
                  <a:pt x="62344" y="107669"/>
                  <a:pt x="62344" y="108498"/>
                </a:cubicBezTo>
                <a:cubicBezTo>
                  <a:pt x="62344" y="109327"/>
                  <a:pt x="62699" y="110037"/>
                  <a:pt x="63410" y="110629"/>
                </a:cubicBezTo>
                <a:cubicBezTo>
                  <a:pt x="64357" y="111457"/>
                  <a:pt x="67732" y="111931"/>
                  <a:pt x="73534" y="112049"/>
                </a:cubicBezTo>
                <a:lnTo>
                  <a:pt x="78685" y="112049"/>
                </a:lnTo>
                <a:lnTo>
                  <a:pt x="78685" y="120218"/>
                </a:lnTo>
                <a:lnTo>
                  <a:pt x="77087" y="120218"/>
                </a:lnTo>
                <a:close/>
                <a:moveTo>
                  <a:pt x="47069" y="82750"/>
                </a:moveTo>
                <a:lnTo>
                  <a:pt x="47069" y="23440"/>
                </a:lnTo>
                <a:lnTo>
                  <a:pt x="8170" y="82572"/>
                </a:lnTo>
                <a:lnTo>
                  <a:pt x="27531" y="82750"/>
                </a:lnTo>
                <a:lnTo>
                  <a:pt x="47069" y="827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71E41-5B47-40E6-BBC9-B0BAA2B8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57" y="3859536"/>
            <a:ext cx="78685" cy="120218"/>
          </a:xfrm>
          <a:custGeom xmlns:a="http://schemas.openxmlformats.org/drawingml/2006/main">
            <a:pathLst>
              <a:path w="78685" h="120218" fill="none">
                <a:moveTo>
                  <a:pt x="77087" y="120218"/>
                </a:moveTo>
                <a:cubicBezTo>
                  <a:pt x="74955" y="119863"/>
                  <a:pt x="67318" y="119685"/>
                  <a:pt x="54174" y="119685"/>
                </a:cubicBezTo>
                <a:cubicBezTo>
                  <a:pt x="40438" y="119685"/>
                  <a:pt x="32504" y="119863"/>
                  <a:pt x="30373" y="120218"/>
                </a:cubicBezTo>
                <a:lnTo>
                  <a:pt x="28774" y="120218"/>
                </a:lnTo>
                <a:lnTo>
                  <a:pt x="28774" y="112049"/>
                </a:lnTo>
                <a:lnTo>
                  <a:pt x="34280" y="112049"/>
                </a:lnTo>
                <a:cubicBezTo>
                  <a:pt x="36649" y="112049"/>
                  <a:pt x="38247" y="112049"/>
                  <a:pt x="39076" y="112049"/>
                </a:cubicBezTo>
                <a:cubicBezTo>
                  <a:pt x="39905" y="112049"/>
                  <a:pt x="40912" y="111931"/>
                  <a:pt x="42096" y="111694"/>
                </a:cubicBezTo>
                <a:cubicBezTo>
                  <a:pt x="43280" y="111457"/>
                  <a:pt x="44109" y="111161"/>
                  <a:pt x="44582" y="110806"/>
                </a:cubicBezTo>
                <a:cubicBezTo>
                  <a:pt x="45056" y="110451"/>
                  <a:pt x="45470" y="109978"/>
                  <a:pt x="45826" y="109386"/>
                </a:cubicBezTo>
                <a:cubicBezTo>
                  <a:pt x="45944" y="109149"/>
                  <a:pt x="46003" y="105953"/>
                  <a:pt x="46003" y="99797"/>
                </a:cubicBezTo>
                <a:lnTo>
                  <a:pt x="46003" y="90918"/>
                </a:lnTo>
                <a:lnTo>
                  <a:pt x="0" y="90918"/>
                </a:lnTo>
                <a:lnTo>
                  <a:pt x="0" y="82750"/>
                </a:lnTo>
                <a:lnTo>
                  <a:pt x="26820" y="41730"/>
                </a:lnTo>
                <a:cubicBezTo>
                  <a:pt x="44938" y="14265"/>
                  <a:pt x="54115" y="474"/>
                  <a:pt x="54351" y="355"/>
                </a:cubicBezTo>
                <a:cubicBezTo>
                  <a:pt x="54588" y="118"/>
                  <a:pt x="55832" y="0"/>
                  <a:pt x="58081" y="0"/>
                </a:cubicBezTo>
                <a:lnTo>
                  <a:pt x="61279" y="0"/>
                </a:lnTo>
                <a:lnTo>
                  <a:pt x="62344" y="1065"/>
                </a:lnTo>
                <a:lnTo>
                  <a:pt x="62344" y="82750"/>
                </a:lnTo>
                <a:lnTo>
                  <a:pt x="78685" y="82750"/>
                </a:lnTo>
                <a:lnTo>
                  <a:pt x="78685" y="90918"/>
                </a:lnTo>
                <a:lnTo>
                  <a:pt x="62344" y="90918"/>
                </a:lnTo>
                <a:lnTo>
                  <a:pt x="62344" y="99974"/>
                </a:lnTo>
                <a:cubicBezTo>
                  <a:pt x="62344" y="104828"/>
                  <a:pt x="62344" y="107669"/>
                  <a:pt x="62344" y="108498"/>
                </a:cubicBezTo>
                <a:cubicBezTo>
                  <a:pt x="62344" y="109326"/>
                  <a:pt x="62699" y="110037"/>
                  <a:pt x="63410" y="110629"/>
                </a:cubicBezTo>
                <a:cubicBezTo>
                  <a:pt x="64357" y="111457"/>
                  <a:pt x="67732" y="111931"/>
                  <a:pt x="73534" y="112049"/>
                </a:cubicBezTo>
                <a:lnTo>
                  <a:pt x="78685" y="112049"/>
                </a:lnTo>
                <a:lnTo>
                  <a:pt x="78685" y="120218"/>
                </a:lnTo>
                <a:lnTo>
                  <a:pt x="77087" y="120218"/>
                </a:lnTo>
                <a:close/>
                <a:moveTo>
                  <a:pt x="47069" y="82750"/>
                </a:moveTo>
                <a:lnTo>
                  <a:pt x="47069" y="23440"/>
                </a:lnTo>
                <a:lnTo>
                  <a:pt x="8170" y="82572"/>
                </a:lnTo>
                <a:lnTo>
                  <a:pt x="27531" y="82750"/>
                </a:lnTo>
                <a:lnTo>
                  <a:pt x="47069" y="827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8" cap="flat">
            <a:solidFill>
              <a:srgbClr val="000000">
                <a:alpha val="8260"/>
              </a:srgbClr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EB58B-0CAC-4D23-A42E-B3EEEC2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79" y="3487374"/>
            <a:ext cx="386" cy="190737"/>
          </a:xfrm>
          <a:custGeom xmlns:a="http://schemas.openxmlformats.org/drawingml/2006/main">
            <a:pathLst>
              <a:path w="386" h="190737" fill="none">
                <a:moveTo>
                  <a:pt x="0" y="190737"/>
                </a:moveTo>
                <a:lnTo>
                  <a:pt x="3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89571-C3CB-4FAA-9C03-BFA8DA4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43" y="3429467"/>
            <a:ext cx="77241" cy="77221"/>
          </a:xfrm>
          <a:custGeom xmlns:a="http://schemas.openxmlformats.org/drawingml/2006/main">
            <a:pathLst>
              <a:path w="77241" h="77221">
                <a:moveTo>
                  <a:pt x="38814" y="0"/>
                </a:moveTo>
                <a:lnTo>
                  <a:pt x="77241" y="77221"/>
                </a:lnTo>
                <a:lnTo>
                  <a:pt x="38620" y="57917"/>
                </a:lnTo>
                <a:lnTo>
                  <a:pt x="0" y="77028"/>
                </a:lnTo>
                <a:lnTo>
                  <a:pt x="388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BB148-ED97-4141-A483-6A60711B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45" y="3429458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813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028"/>
                </a:lnTo>
                <a:lnTo>
                  <a:pt x="3881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6E0F7-2F7B-497B-91DA-68E98BF5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7" y="4064217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71385-BE04-4E51-A803-037FB2BE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04" y="4199363"/>
            <a:ext cx="1378166" cy="579160"/>
          </a:xfrm>
          <a:custGeom xmlns:a="http://schemas.openxmlformats.org/drawingml/2006/main">
            <a:pathLst>
              <a:path w="1378166" h="579160">
                <a:moveTo>
                  <a:pt x="0" y="579160"/>
                </a:moveTo>
                <a:lnTo>
                  <a:pt x="386202" y="0"/>
                </a:lnTo>
                <a:lnTo>
                  <a:pt x="991964" y="0"/>
                </a:lnTo>
                <a:lnTo>
                  <a:pt x="1378166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20F67-03E4-473C-AE7F-22E154A8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06" y="4199354"/>
            <a:ext cx="1378168" cy="579159"/>
          </a:xfrm>
          <a:custGeom xmlns:a="http://schemas.openxmlformats.org/drawingml/2006/main">
            <a:pathLst>
              <a:path w="1378168" h="579159" fill="none">
                <a:moveTo>
                  <a:pt x="0" y="579159"/>
                </a:moveTo>
                <a:lnTo>
                  <a:pt x="386204" y="0"/>
                </a:lnTo>
                <a:lnTo>
                  <a:pt x="991964" y="0"/>
                </a:lnTo>
                <a:lnTo>
                  <a:pt x="1378168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/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0DE9C-07FA-4C69-B65D-16CD0855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892" y="4382764"/>
            <a:ext cx="272983" cy="192983"/>
          </a:xfrm>
          <a:custGeom xmlns:a="http://schemas.openxmlformats.org/drawingml/2006/main">
            <a:pathLst>
              <a:path w="272983" h="192983">
                <a:moveTo>
                  <a:pt x="105415" y="0"/>
                </a:moveTo>
                <a:cubicBezTo>
                  <a:pt x="107971" y="0"/>
                  <a:pt x="112534" y="91"/>
                  <a:pt x="119105" y="274"/>
                </a:cubicBezTo>
                <a:cubicBezTo>
                  <a:pt x="125677" y="456"/>
                  <a:pt x="131791" y="639"/>
                  <a:pt x="137450" y="821"/>
                </a:cubicBezTo>
                <a:cubicBezTo>
                  <a:pt x="146759" y="821"/>
                  <a:pt x="154517" y="730"/>
                  <a:pt x="160724" y="548"/>
                </a:cubicBezTo>
                <a:cubicBezTo>
                  <a:pt x="166929" y="365"/>
                  <a:pt x="170489" y="274"/>
                  <a:pt x="171401" y="274"/>
                </a:cubicBezTo>
                <a:cubicBezTo>
                  <a:pt x="174687" y="274"/>
                  <a:pt x="176330" y="1004"/>
                  <a:pt x="176330" y="2464"/>
                </a:cubicBezTo>
                <a:cubicBezTo>
                  <a:pt x="176330" y="3194"/>
                  <a:pt x="176057" y="4562"/>
                  <a:pt x="175508" y="6570"/>
                </a:cubicBezTo>
                <a:cubicBezTo>
                  <a:pt x="174596" y="9855"/>
                  <a:pt x="173774" y="11679"/>
                  <a:pt x="173045" y="12044"/>
                </a:cubicBezTo>
                <a:cubicBezTo>
                  <a:pt x="172314" y="12409"/>
                  <a:pt x="170306" y="12592"/>
                  <a:pt x="167021" y="12592"/>
                </a:cubicBezTo>
                <a:cubicBezTo>
                  <a:pt x="162458" y="12774"/>
                  <a:pt x="158807" y="13230"/>
                  <a:pt x="156068" y="13961"/>
                </a:cubicBezTo>
                <a:cubicBezTo>
                  <a:pt x="153330" y="14690"/>
                  <a:pt x="151414" y="15420"/>
                  <a:pt x="150318" y="16150"/>
                </a:cubicBezTo>
                <a:cubicBezTo>
                  <a:pt x="149223" y="16880"/>
                  <a:pt x="148949" y="17702"/>
                  <a:pt x="149498" y="18614"/>
                </a:cubicBezTo>
                <a:cubicBezTo>
                  <a:pt x="149498" y="20804"/>
                  <a:pt x="150957" y="42520"/>
                  <a:pt x="153878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7" y="148364"/>
                </a:lnTo>
                <a:cubicBezTo>
                  <a:pt x="159171" y="147816"/>
                  <a:pt x="159719" y="146904"/>
                  <a:pt x="160449" y="145627"/>
                </a:cubicBezTo>
                <a:cubicBezTo>
                  <a:pt x="161180" y="144349"/>
                  <a:pt x="162275" y="142616"/>
                  <a:pt x="163736" y="140426"/>
                </a:cubicBezTo>
                <a:cubicBezTo>
                  <a:pt x="165195" y="138236"/>
                  <a:pt x="166746" y="135498"/>
                  <a:pt x="168389" y="132214"/>
                </a:cubicBezTo>
                <a:cubicBezTo>
                  <a:pt x="170033" y="128929"/>
                  <a:pt x="172223" y="125188"/>
                  <a:pt x="174960" y="120991"/>
                </a:cubicBezTo>
                <a:cubicBezTo>
                  <a:pt x="177699" y="116793"/>
                  <a:pt x="180437" y="111866"/>
                  <a:pt x="183174" y="106209"/>
                </a:cubicBezTo>
                <a:cubicBezTo>
                  <a:pt x="185913" y="100552"/>
                  <a:pt x="189473" y="94438"/>
                  <a:pt x="193853" y="87869"/>
                </a:cubicBezTo>
                <a:cubicBezTo>
                  <a:pt x="212837" y="54291"/>
                  <a:pt x="223606" y="35129"/>
                  <a:pt x="226162" y="30385"/>
                </a:cubicBezTo>
                <a:cubicBezTo>
                  <a:pt x="228717" y="25640"/>
                  <a:pt x="230086" y="22720"/>
                  <a:pt x="230269" y="21625"/>
                </a:cubicBezTo>
                <a:cubicBezTo>
                  <a:pt x="230269" y="18888"/>
                  <a:pt x="228535" y="16698"/>
                  <a:pt x="225066" y="15055"/>
                </a:cubicBezTo>
                <a:cubicBezTo>
                  <a:pt x="221598" y="13413"/>
                  <a:pt x="217765" y="12592"/>
                  <a:pt x="213567" y="12592"/>
                </a:cubicBezTo>
                <a:cubicBezTo>
                  <a:pt x="211011" y="12592"/>
                  <a:pt x="209733" y="11679"/>
                  <a:pt x="209733" y="9855"/>
                </a:cubicBezTo>
                <a:cubicBezTo>
                  <a:pt x="209733" y="9307"/>
                  <a:pt x="209916" y="8121"/>
                  <a:pt x="210282" y="6296"/>
                </a:cubicBezTo>
                <a:cubicBezTo>
                  <a:pt x="211011" y="3376"/>
                  <a:pt x="211560" y="1642"/>
                  <a:pt x="211924" y="1095"/>
                </a:cubicBezTo>
                <a:cubicBezTo>
                  <a:pt x="212289" y="548"/>
                  <a:pt x="213567" y="274"/>
                  <a:pt x="215757" y="274"/>
                </a:cubicBezTo>
                <a:cubicBezTo>
                  <a:pt x="216306" y="274"/>
                  <a:pt x="217857" y="274"/>
                  <a:pt x="220413" y="274"/>
                </a:cubicBezTo>
                <a:cubicBezTo>
                  <a:pt x="222967" y="274"/>
                  <a:pt x="226527" y="274"/>
                  <a:pt x="231090" y="274"/>
                </a:cubicBezTo>
                <a:cubicBezTo>
                  <a:pt x="235654" y="274"/>
                  <a:pt x="240582" y="365"/>
                  <a:pt x="245875" y="548"/>
                </a:cubicBezTo>
                <a:cubicBezTo>
                  <a:pt x="257923" y="548"/>
                  <a:pt x="265681" y="365"/>
                  <a:pt x="269149" y="0"/>
                </a:cubicBezTo>
                <a:cubicBezTo>
                  <a:pt x="271705" y="0"/>
                  <a:pt x="272983" y="1004"/>
                  <a:pt x="272983" y="3011"/>
                </a:cubicBezTo>
                <a:cubicBezTo>
                  <a:pt x="272983" y="4106"/>
                  <a:pt x="272708" y="5657"/>
                  <a:pt x="272161" y="7665"/>
                </a:cubicBezTo>
                <a:cubicBezTo>
                  <a:pt x="271613" y="9672"/>
                  <a:pt x="270974" y="11041"/>
                  <a:pt x="270244" y="11771"/>
                </a:cubicBezTo>
                <a:cubicBezTo>
                  <a:pt x="269515" y="12501"/>
                  <a:pt x="268601" y="12774"/>
                  <a:pt x="267506" y="12592"/>
                </a:cubicBezTo>
                <a:cubicBezTo>
                  <a:pt x="263491" y="12592"/>
                  <a:pt x="259840" y="13139"/>
                  <a:pt x="256554" y="14234"/>
                </a:cubicBezTo>
                <a:cubicBezTo>
                  <a:pt x="253269" y="15329"/>
                  <a:pt x="250531" y="16607"/>
                  <a:pt x="248340" y="18067"/>
                </a:cubicBezTo>
                <a:cubicBezTo>
                  <a:pt x="246150" y="19526"/>
                  <a:pt x="244416" y="21078"/>
                  <a:pt x="243138" y="22720"/>
                </a:cubicBezTo>
                <a:cubicBezTo>
                  <a:pt x="241860" y="24362"/>
                  <a:pt x="240765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9" y="163784"/>
                  <a:pt x="146393" y="190884"/>
                  <a:pt x="146212" y="191066"/>
                </a:cubicBezTo>
                <a:cubicBezTo>
                  <a:pt x="145116" y="192344"/>
                  <a:pt x="142925" y="192983"/>
                  <a:pt x="139640" y="192983"/>
                </a:cubicBezTo>
                <a:cubicBezTo>
                  <a:pt x="136901" y="192983"/>
                  <a:pt x="135167" y="192526"/>
                  <a:pt x="134438" y="191614"/>
                </a:cubicBezTo>
                <a:cubicBezTo>
                  <a:pt x="133891" y="191066"/>
                  <a:pt x="132157" y="168620"/>
                  <a:pt x="129236" y="124275"/>
                </a:cubicBezTo>
                <a:cubicBezTo>
                  <a:pt x="126316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80" y="67247"/>
                  <a:pt x="105598" y="87595"/>
                  <a:pt x="86248" y="121538"/>
                </a:cubicBezTo>
                <a:cubicBezTo>
                  <a:pt x="59964" y="167525"/>
                  <a:pt x="46638" y="190701"/>
                  <a:pt x="46273" y="191066"/>
                </a:cubicBezTo>
                <a:cubicBezTo>
                  <a:pt x="45909" y="191431"/>
                  <a:pt x="45453" y="191796"/>
                  <a:pt x="44904" y="192161"/>
                </a:cubicBezTo>
                <a:cubicBezTo>
                  <a:pt x="43992" y="192709"/>
                  <a:pt x="42348" y="192983"/>
                  <a:pt x="39975" y="192983"/>
                </a:cubicBezTo>
                <a:cubicBezTo>
                  <a:pt x="36507" y="192983"/>
                  <a:pt x="34591" y="192344"/>
                  <a:pt x="34226" y="191066"/>
                </a:cubicBezTo>
                <a:cubicBezTo>
                  <a:pt x="34226" y="190519"/>
                  <a:pt x="32218" y="161412"/>
                  <a:pt x="28203" y="103745"/>
                </a:cubicBezTo>
                <a:cubicBezTo>
                  <a:pt x="24186" y="46079"/>
                  <a:pt x="22088" y="17063"/>
                  <a:pt x="21905" y="16698"/>
                </a:cubicBezTo>
                <a:cubicBezTo>
                  <a:pt x="21540" y="15055"/>
                  <a:pt x="20627" y="14052"/>
                  <a:pt x="19167" y="13687"/>
                </a:cubicBezTo>
                <a:cubicBezTo>
                  <a:pt x="17706" y="13322"/>
                  <a:pt x="14147" y="12957"/>
                  <a:pt x="8489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70" y="2190"/>
                  <a:pt x="3560" y="0"/>
                </a:cubicBezTo>
                <a:lnTo>
                  <a:pt x="6846" y="0"/>
                </a:lnTo>
                <a:cubicBezTo>
                  <a:pt x="14513" y="548"/>
                  <a:pt x="23639" y="821"/>
                  <a:pt x="34226" y="821"/>
                </a:cubicBezTo>
                <a:cubicBezTo>
                  <a:pt x="57043" y="821"/>
                  <a:pt x="69547" y="548"/>
                  <a:pt x="71737" y="0"/>
                </a:cubicBezTo>
                <a:lnTo>
                  <a:pt x="74475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6" y="4654"/>
                  <a:pt x="75570" y="7391"/>
                </a:cubicBezTo>
                <a:cubicBezTo>
                  <a:pt x="74658" y="10128"/>
                  <a:pt x="73836" y="11862"/>
                  <a:pt x="73105" y="12592"/>
                </a:cubicBezTo>
                <a:lnTo>
                  <a:pt x="67356" y="12592"/>
                </a:lnTo>
                <a:cubicBezTo>
                  <a:pt x="56221" y="13139"/>
                  <a:pt x="50289" y="14690"/>
                  <a:pt x="49560" y="17245"/>
                </a:cubicBezTo>
                <a:cubicBezTo>
                  <a:pt x="55035" y="101190"/>
                  <a:pt x="58138" y="145353"/>
                  <a:pt x="58869" y="149733"/>
                </a:cubicBezTo>
                <a:lnTo>
                  <a:pt x="123212" y="36407"/>
                </a:lnTo>
                <a:lnTo>
                  <a:pt x="122665" y="26279"/>
                </a:lnTo>
                <a:cubicBezTo>
                  <a:pt x="122117" y="18614"/>
                  <a:pt x="121204" y="14508"/>
                  <a:pt x="119926" y="13961"/>
                </a:cubicBezTo>
                <a:cubicBezTo>
                  <a:pt x="118831" y="13230"/>
                  <a:pt x="114998" y="12774"/>
                  <a:pt x="108427" y="12592"/>
                </a:cubicBezTo>
                <a:cubicBezTo>
                  <a:pt x="104959" y="12592"/>
                  <a:pt x="102676" y="12409"/>
                  <a:pt x="101581" y="12044"/>
                </a:cubicBezTo>
                <a:cubicBezTo>
                  <a:pt x="100486" y="11679"/>
                  <a:pt x="99939" y="10858"/>
                  <a:pt x="99939" y="9581"/>
                </a:cubicBezTo>
                <a:cubicBezTo>
                  <a:pt x="99939" y="9216"/>
                  <a:pt x="100121" y="8121"/>
                  <a:pt x="100486" y="6296"/>
                </a:cubicBezTo>
                <a:cubicBezTo>
                  <a:pt x="100669" y="5566"/>
                  <a:pt x="100852" y="4745"/>
                  <a:pt x="101035" y="3832"/>
                </a:cubicBezTo>
                <a:cubicBezTo>
                  <a:pt x="101216" y="2920"/>
                  <a:pt x="101308" y="2281"/>
                  <a:pt x="101308" y="1916"/>
                </a:cubicBezTo>
                <a:cubicBezTo>
                  <a:pt x="101308" y="1551"/>
                  <a:pt x="101581" y="1186"/>
                  <a:pt x="102130" y="821"/>
                </a:cubicBezTo>
                <a:cubicBezTo>
                  <a:pt x="102676" y="456"/>
                  <a:pt x="103042" y="274"/>
                  <a:pt x="103225" y="274"/>
                </a:cubicBezTo>
                <a:cubicBezTo>
                  <a:pt x="103408" y="274"/>
                  <a:pt x="104137" y="182"/>
                  <a:pt x="105415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6E3C7-BDF1-4969-B19B-466BCC7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893" y="4382764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7D474-B3D2-42BE-A735-6004C46B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726" y="4476475"/>
            <a:ext cx="88079" cy="136439"/>
          </a:xfrm>
          <a:custGeom xmlns:a="http://schemas.openxmlformats.org/drawingml/2006/main">
            <a:pathLst>
              <a:path w="88079" h="136439">
                <a:moveTo>
                  <a:pt x="14132" y="9096"/>
                </a:moveTo>
                <a:cubicBezTo>
                  <a:pt x="14132" y="7806"/>
                  <a:pt x="14389" y="6322"/>
                  <a:pt x="14906" y="4645"/>
                </a:cubicBezTo>
                <a:cubicBezTo>
                  <a:pt x="15422" y="2967"/>
                  <a:pt x="16197" y="2129"/>
                  <a:pt x="17229" y="2129"/>
                </a:cubicBezTo>
                <a:cubicBezTo>
                  <a:pt x="17359" y="2129"/>
                  <a:pt x="22003" y="1806"/>
                  <a:pt x="31166" y="1161"/>
                </a:cubicBezTo>
                <a:cubicBezTo>
                  <a:pt x="40329" y="516"/>
                  <a:pt x="45040" y="129"/>
                  <a:pt x="45298" y="0"/>
                </a:cubicBezTo>
                <a:cubicBezTo>
                  <a:pt x="46847" y="0"/>
                  <a:pt x="47620" y="516"/>
                  <a:pt x="47620" y="1548"/>
                </a:cubicBezTo>
                <a:cubicBezTo>
                  <a:pt x="47620" y="2451"/>
                  <a:pt x="44395" y="15934"/>
                  <a:pt x="37942" y="41996"/>
                </a:cubicBezTo>
                <a:cubicBezTo>
                  <a:pt x="31489" y="67542"/>
                  <a:pt x="28263" y="80766"/>
                  <a:pt x="28263" y="81670"/>
                </a:cubicBezTo>
                <a:cubicBezTo>
                  <a:pt x="30715" y="80379"/>
                  <a:pt x="32586" y="79154"/>
                  <a:pt x="33876" y="77993"/>
                </a:cubicBezTo>
                <a:cubicBezTo>
                  <a:pt x="36974" y="75670"/>
                  <a:pt x="41426" y="71606"/>
                  <a:pt x="47233" y="65800"/>
                </a:cubicBezTo>
                <a:cubicBezTo>
                  <a:pt x="53041" y="59994"/>
                  <a:pt x="57558" y="56059"/>
                  <a:pt x="60784" y="53995"/>
                </a:cubicBezTo>
                <a:cubicBezTo>
                  <a:pt x="65946" y="50511"/>
                  <a:pt x="70850" y="48770"/>
                  <a:pt x="75496" y="48770"/>
                </a:cubicBezTo>
                <a:cubicBezTo>
                  <a:pt x="79368" y="48770"/>
                  <a:pt x="82401" y="49995"/>
                  <a:pt x="84594" y="52447"/>
                </a:cubicBezTo>
                <a:cubicBezTo>
                  <a:pt x="86787" y="54898"/>
                  <a:pt x="87949" y="58382"/>
                  <a:pt x="88079" y="62897"/>
                </a:cubicBezTo>
                <a:cubicBezTo>
                  <a:pt x="88079" y="66123"/>
                  <a:pt x="87627" y="68832"/>
                  <a:pt x="86724" y="71026"/>
                </a:cubicBezTo>
                <a:cubicBezTo>
                  <a:pt x="85821" y="73219"/>
                  <a:pt x="84594" y="74832"/>
                  <a:pt x="83046" y="75864"/>
                </a:cubicBezTo>
                <a:cubicBezTo>
                  <a:pt x="81498" y="76896"/>
                  <a:pt x="80141" y="77606"/>
                  <a:pt x="78981" y="77993"/>
                </a:cubicBezTo>
                <a:cubicBezTo>
                  <a:pt x="77820" y="78380"/>
                  <a:pt x="76658" y="78573"/>
                  <a:pt x="75496" y="78573"/>
                </a:cubicBezTo>
                <a:cubicBezTo>
                  <a:pt x="72915" y="78573"/>
                  <a:pt x="70850" y="77864"/>
                  <a:pt x="69302" y="76444"/>
                </a:cubicBezTo>
                <a:cubicBezTo>
                  <a:pt x="67754" y="75025"/>
                  <a:pt x="66979" y="73154"/>
                  <a:pt x="66979" y="70832"/>
                </a:cubicBezTo>
                <a:cubicBezTo>
                  <a:pt x="66979" y="67606"/>
                  <a:pt x="68010" y="64962"/>
                  <a:pt x="70075" y="62897"/>
                </a:cubicBezTo>
                <a:cubicBezTo>
                  <a:pt x="72140" y="60833"/>
                  <a:pt x="74205" y="59478"/>
                  <a:pt x="76270" y="58833"/>
                </a:cubicBezTo>
                <a:lnTo>
                  <a:pt x="79368" y="58253"/>
                </a:lnTo>
                <a:cubicBezTo>
                  <a:pt x="77820" y="56704"/>
                  <a:pt x="76270" y="55930"/>
                  <a:pt x="74722" y="55930"/>
                </a:cubicBezTo>
                <a:lnTo>
                  <a:pt x="73948" y="55930"/>
                </a:lnTo>
                <a:cubicBezTo>
                  <a:pt x="69818" y="56317"/>
                  <a:pt x="65752" y="57930"/>
                  <a:pt x="61752" y="60768"/>
                </a:cubicBezTo>
                <a:cubicBezTo>
                  <a:pt x="57751" y="63607"/>
                  <a:pt x="53041" y="67735"/>
                  <a:pt x="47620" y="73154"/>
                </a:cubicBezTo>
                <a:cubicBezTo>
                  <a:pt x="42200" y="78573"/>
                  <a:pt x="37942" y="82508"/>
                  <a:pt x="34844" y="84960"/>
                </a:cubicBezTo>
                <a:cubicBezTo>
                  <a:pt x="35103" y="85089"/>
                  <a:pt x="36071" y="85282"/>
                  <a:pt x="37749" y="85540"/>
                </a:cubicBezTo>
                <a:cubicBezTo>
                  <a:pt x="39426" y="85798"/>
                  <a:pt x="40974" y="86185"/>
                  <a:pt x="42394" y="86701"/>
                </a:cubicBezTo>
                <a:cubicBezTo>
                  <a:pt x="43814" y="87218"/>
                  <a:pt x="45492" y="87734"/>
                  <a:pt x="47427" y="88250"/>
                </a:cubicBezTo>
                <a:cubicBezTo>
                  <a:pt x="49363" y="88766"/>
                  <a:pt x="51105" y="89669"/>
                  <a:pt x="52653" y="90959"/>
                </a:cubicBezTo>
                <a:cubicBezTo>
                  <a:pt x="54203" y="92249"/>
                  <a:pt x="55623" y="93410"/>
                  <a:pt x="56913" y="94443"/>
                </a:cubicBezTo>
                <a:cubicBezTo>
                  <a:pt x="58203" y="95475"/>
                  <a:pt x="59299" y="97152"/>
                  <a:pt x="60204" y="99474"/>
                </a:cubicBezTo>
                <a:cubicBezTo>
                  <a:pt x="61107" y="101797"/>
                  <a:pt x="61494" y="103926"/>
                  <a:pt x="61364" y="105861"/>
                </a:cubicBezTo>
                <a:cubicBezTo>
                  <a:pt x="61364" y="108054"/>
                  <a:pt x="61042" y="110699"/>
                  <a:pt x="60397" y="113796"/>
                </a:cubicBezTo>
                <a:cubicBezTo>
                  <a:pt x="59751" y="116892"/>
                  <a:pt x="59364" y="119472"/>
                  <a:pt x="59236" y="121537"/>
                </a:cubicBezTo>
                <a:cubicBezTo>
                  <a:pt x="59236" y="126698"/>
                  <a:pt x="60977" y="129278"/>
                  <a:pt x="64462" y="129278"/>
                </a:cubicBezTo>
                <a:cubicBezTo>
                  <a:pt x="70657" y="129278"/>
                  <a:pt x="75690" y="121601"/>
                  <a:pt x="79561" y="106248"/>
                </a:cubicBezTo>
                <a:cubicBezTo>
                  <a:pt x="79820" y="105216"/>
                  <a:pt x="81109" y="104700"/>
                  <a:pt x="83433" y="104700"/>
                </a:cubicBezTo>
                <a:lnTo>
                  <a:pt x="84208" y="104700"/>
                </a:lnTo>
                <a:cubicBezTo>
                  <a:pt x="86272" y="104700"/>
                  <a:pt x="87304" y="105280"/>
                  <a:pt x="87304" y="106442"/>
                </a:cubicBezTo>
                <a:cubicBezTo>
                  <a:pt x="87304" y="107087"/>
                  <a:pt x="87111" y="107990"/>
                  <a:pt x="86724" y="109151"/>
                </a:cubicBezTo>
                <a:cubicBezTo>
                  <a:pt x="81433" y="127343"/>
                  <a:pt x="73818" y="136439"/>
                  <a:pt x="63881" y="136439"/>
                </a:cubicBezTo>
                <a:cubicBezTo>
                  <a:pt x="58074" y="136439"/>
                  <a:pt x="53363" y="134761"/>
                  <a:pt x="49750" y="131407"/>
                </a:cubicBezTo>
                <a:cubicBezTo>
                  <a:pt x="46137" y="128052"/>
                  <a:pt x="44330" y="123214"/>
                  <a:pt x="44330" y="116892"/>
                </a:cubicBezTo>
                <a:cubicBezTo>
                  <a:pt x="44330" y="114570"/>
                  <a:pt x="44524" y="112570"/>
                  <a:pt x="44910" y="110893"/>
                </a:cubicBezTo>
                <a:cubicBezTo>
                  <a:pt x="45298" y="109215"/>
                  <a:pt x="45492" y="107667"/>
                  <a:pt x="45492" y="106248"/>
                </a:cubicBezTo>
                <a:cubicBezTo>
                  <a:pt x="45492" y="103409"/>
                  <a:pt x="44589" y="100958"/>
                  <a:pt x="42782" y="98894"/>
                </a:cubicBezTo>
                <a:cubicBezTo>
                  <a:pt x="40974" y="96829"/>
                  <a:pt x="38716" y="95346"/>
                  <a:pt x="36006" y="94443"/>
                </a:cubicBezTo>
                <a:cubicBezTo>
                  <a:pt x="33296" y="93540"/>
                  <a:pt x="31103" y="92830"/>
                  <a:pt x="29425" y="92314"/>
                </a:cubicBezTo>
                <a:cubicBezTo>
                  <a:pt x="27746" y="91798"/>
                  <a:pt x="26585" y="91604"/>
                  <a:pt x="25940" y="91733"/>
                </a:cubicBezTo>
                <a:lnTo>
                  <a:pt x="25553" y="91733"/>
                </a:lnTo>
                <a:cubicBezTo>
                  <a:pt x="24005" y="97152"/>
                  <a:pt x="22648" y="102377"/>
                  <a:pt x="21487" y="107409"/>
                </a:cubicBezTo>
                <a:cubicBezTo>
                  <a:pt x="20327" y="112441"/>
                  <a:pt x="19422" y="116182"/>
                  <a:pt x="18777" y="118634"/>
                </a:cubicBezTo>
                <a:cubicBezTo>
                  <a:pt x="18132" y="121085"/>
                  <a:pt x="17552" y="123472"/>
                  <a:pt x="17035" y="125795"/>
                </a:cubicBezTo>
                <a:cubicBezTo>
                  <a:pt x="16519" y="128117"/>
                  <a:pt x="16067" y="129665"/>
                  <a:pt x="15681" y="130439"/>
                </a:cubicBezTo>
                <a:cubicBezTo>
                  <a:pt x="15294" y="131213"/>
                  <a:pt x="14841" y="132052"/>
                  <a:pt x="14326" y="132955"/>
                </a:cubicBezTo>
                <a:cubicBezTo>
                  <a:pt x="13809" y="133858"/>
                  <a:pt x="13099" y="134439"/>
                  <a:pt x="12196" y="134697"/>
                </a:cubicBezTo>
                <a:cubicBezTo>
                  <a:pt x="10518" y="135858"/>
                  <a:pt x="8711" y="136439"/>
                  <a:pt x="6776" y="136439"/>
                </a:cubicBezTo>
                <a:cubicBezTo>
                  <a:pt x="4581" y="136439"/>
                  <a:pt x="2905" y="135794"/>
                  <a:pt x="1743" y="134503"/>
                </a:cubicBezTo>
                <a:cubicBezTo>
                  <a:pt x="582" y="133213"/>
                  <a:pt x="0" y="132116"/>
                  <a:pt x="0" y="131213"/>
                </a:cubicBezTo>
                <a:cubicBezTo>
                  <a:pt x="0" y="129923"/>
                  <a:pt x="2388" y="119601"/>
                  <a:pt x="7163" y="100249"/>
                </a:cubicBezTo>
                <a:cubicBezTo>
                  <a:pt x="11938" y="80896"/>
                  <a:pt x="16649" y="61865"/>
                  <a:pt x="21294" y="43157"/>
                </a:cubicBezTo>
                <a:lnTo>
                  <a:pt x="28456" y="15095"/>
                </a:lnTo>
                <a:cubicBezTo>
                  <a:pt x="28586" y="13418"/>
                  <a:pt x="28133" y="12386"/>
                  <a:pt x="27101" y="11999"/>
                </a:cubicBezTo>
                <a:cubicBezTo>
                  <a:pt x="26068" y="11612"/>
                  <a:pt x="23552" y="11289"/>
                  <a:pt x="19552" y="11031"/>
                </a:cubicBezTo>
                <a:lnTo>
                  <a:pt x="18584" y="11031"/>
                </a:lnTo>
                <a:cubicBezTo>
                  <a:pt x="17294" y="11031"/>
                  <a:pt x="16454" y="11031"/>
                  <a:pt x="16067" y="11031"/>
                </a:cubicBezTo>
                <a:cubicBezTo>
                  <a:pt x="15681" y="11031"/>
                  <a:pt x="15229" y="10838"/>
                  <a:pt x="14712" y="10451"/>
                </a:cubicBezTo>
                <a:cubicBezTo>
                  <a:pt x="14196" y="10064"/>
                  <a:pt x="14002" y="9612"/>
                  <a:pt x="14132" y="909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E6C7C-32A2-4E6E-B20D-DBF279C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727" y="4476475"/>
            <a:ext cx="88078" cy="136439"/>
          </a:xfrm>
          <a:custGeom xmlns:a="http://schemas.openxmlformats.org/drawingml/2006/main">
            <a:pathLst>
              <a:path w="88078" h="136439" fill="none">
                <a:moveTo>
                  <a:pt x="14131" y="9096"/>
                </a:moveTo>
                <a:cubicBezTo>
                  <a:pt x="14131" y="7806"/>
                  <a:pt x="14389" y="6322"/>
                  <a:pt x="14906" y="4645"/>
                </a:cubicBezTo>
                <a:cubicBezTo>
                  <a:pt x="15422" y="2967"/>
                  <a:pt x="16196" y="2129"/>
                  <a:pt x="17229" y="2129"/>
                </a:cubicBezTo>
                <a:cubicBezTo>
                  <a:pt x="17358" y="2129"/>
                  <a:pt x="22003" y="1806"/>
                  <a:pt x="31166" y="1161"/>
                </a:cubicBezTo>
                <a:cubicBezTo>
                  <a:pt x="40329" y="516"/>
                  <a:pt x="45039" y="129"/>
                  <a:pt x="45297" y="0"/>
                </a:cubicBezTo>
                <a:cubicBezTo>
                  <a:pt x="46846" y="0"/>
                  <a:pt x="47620" y="516"/>
                  <a:pt x="47620" y="1548"/>
                </a:cubicBezTo>
                <a:cubicBezTo>
                  <a:pt x="47620" y="2451"/>
                  <a:pt x="44394" y="15934"/>
                  <a:pt x="37941" y="41996"/>
                </a:cubicBezTo>
                <a:cubicBezTo>
                  <a:pt x="31489" y="67542"/>
                  <a:pt x="28262" y="80767"/>
                  <a:pt x="28262" y="81670"/>
                </a:cubicBezTo>
                <a:cubicBezTo>
                  <a:pt x="30714" y="80379"/>
                  <a:pt x="32586" y="79154"/>
                  <a:pt x="33876" y="77993"/>
                </a:cubicBezTo>
                <a:cubicBezTo>
                  <a:pt x="36974" y="75670"/>
                  <a:pt x="41426" y="71606"/>
                  <a:pt x="47233" y="65800"/>
                </a:cubicBezTo>
                <a:cubicBezTo>
                  <a:pt x="53041" y="59994"/>
                  <a:pt x="57557" y="56059"/>
                  <a:pt x="60784" y="53995"/>
                </a:cubicBezTo>
                <a:cubicBezTo>
                  <a:pt x="65946" y="50511"/>
                  <a:pt x="70850" y="48770"/>
                  <a:pt x="75496" y="48770"/>
                </a:cubicBezTo>
                <a:cubicBezTo>
                  <a:pt x="79367" y="48770"/>
                  <a:pt x="82400" y="49995"/>
                  <a:pt x="84594" y="52447"/>
                </a:cubicBezTo>
                <a:cubicBezTo>
                  <a:pt x="86788" y="54898"/>
                  <a:pt x="87949" y="58382"/>
                  <a:pt x="88078" y="62897"/>
                </a:cubicBezTo>
                <a:cubicBezTo>
                  <a:pt x="88078" y="66123"/>
                  <a:pt x="87627" y="68832"/>
                  <a:pt x="86723" y="71026"/>
                </a:cubicBezTo>
                <a:cubicBezTo>
                  <a:pt x="85820" y="73219"/>
                  <a:pt x="84594" y="74832"/>
                  <a:pt x="83045" y="75864"/>
                </a:cubicBezTo>
                <a:cubicBezTo>
                  <a:pt x="81497" y="76896"/>
                  <a:pt x="80142" y="77606"/>
                  <a:pt x="78980" y="77993"/>
                </a:cubicBezTo>
                <a:cubicBezTo>
                  <a:pt x="77819" y="78380"/>
                  <a:pt x="76657" y="78573"/>
                  <a:pt x="75496" y="78573"/>
                </a:cubicBezTo>
                <a:cubicBezTo>
                  <a:pt x="72915" y="78573"/>
                  <a:pt x="70850" y="77864"/>
                  <a:pt x="69301" y="76444"/>
                </a:cubicBezTo>
                <a:cubicBezTo>
                  <a:pt x="67753" y="75025"/>
                  <a:pt x="66978" y="73154"/>
                  <a:pt x="66978" y="70832"/>
                </a:cubicBezTo>
                <a:cubicBezTo>
                  <a:pt x="66978" y="67606"/>
                  <a:pt x="68011" y="64962"/>
                  <a:pt x="70075" y="62897"/>
                </a:cubicBezTo>
                <a:cubicBezTo>
                  <a:pt x="72140" y="60833"/>
                  <a:pt x="74205" y="59478"/>
                  <a:pt x="76270" y="58833"/>
                </a:cubicBezTo>
                <a:lnTo>
                  <a:pt x="79367" y="58253"/>
                </a:lnTo>
                <a:cubicBezTo>
                  <a:pt x="77819" y="56704"/>
                  <a:pt x="76270" y="55930"/>
                  <a:pt x="74721" y="55930"/>
                </a:cubicBezTo>
                <a:lnTo>
                  <a:pt x="73947" y="55930"/>
                </a:lnTo>
                <a:cubicBezTo>
                  <a:pt x="69817" y="56317"/>
                  <a:pt x="65752" y="57930"/>
                  <a:pt x="61752" y="60768"/>
                </a:cubicBezTo>
                <a:cubicBezTo>
                  <a:pt x="57751" y="63607"/>
                  <a:pt x="53041" y="67736"/>
                  <a:pt x="47620" y="73154"/>
                </a:cubicBezTo>
                <a:cubicBezTo>
                  <a:pt x="42200" y="78573"/>
                  <a:pt x="37941" y="82508"/>
                  <a:pt x="34844" y="84960"/>
                </a:cubicBezTo>
                <a:cubicBezTo>
                  <a:pt x="35102" y="85089"/>
                  <a:pt x="36070" y="85282"/>
                  <a:pt x="37748" y="85540"/>
                </a:cubicBezTo>
                <a:cubicBezTo>
                  <a:pt x="39426" y="85798"/>
                  <a:pt x="40974" y="86185"/>
                  <a:pt x="42394" y="86701"/>
                </a:cubicBezTo>
                <a:cubicBezTo>
                  <a:pt x="43813" y="87218"/>
                  <a:pt x="45491" y="87734"/>
                  <a:pt x="47427" y="88250"/>
                </a:cubicBezTo>
                <a:cubicBezTo>
                  <a:pt x="49363" y="88766"/>
                  <a:pt x="51105" y="89669"/>
                  <a:pt x="52653" y="90959"/>
                </a:cubicBezTo>
                <a:cubicBezTo>
                  <a:pt x="54202" y="92249"/>
                  <a:pt x="55622" y="93411"/>
                  <a:pt x="56912" y="94443"/>
                </a:cubicBezTo>
                <a:cubicBezTo>
                  <a:pt x="58203" y="95475"/>
                  <a:pt x="59300" y="97152"/>
                  <a:pt x="60203" y="99474"/>
                </a:cubicBezTo>
                <a:cubicBezTo>
                  <a:pt x="61106" y="101797"/>
                  <a:pt x="61493" y="103926"/>
                  <a:pt x="61364" y="105861"/>
                </a:cubicBezTo>
                <a:cubicBezTo>
                  <a:pt x="61364" y="108054"/>
                  <a:pt x="61042" y="110699"/>
                  <a:pt x="60397" y="113796"/>
                </a:cubicBezTo>
                <a:cubicBezTo>
                  <a:pt x="59751" y="116892"/>
                  <a:pt x="59364" y="119473"/>
                  <a:pt x="59235" y="121537"/>
                </a:cubicBezTo>
                <a:cubicBezTo>
                  <a:pt x="59235" y="126698"/>
                  <a:pt x="60977" y="129278"/>
                  <a:pt x="64462" y="129278"/>
                </a:cubicBezTo>
                <a:cubicBezTo>
                  <a:pt x="70656" y="129278"/>
                  <a:pt x="75689" y="121601"/>
                  <a:pt x="79561" y="106248"/>
                </a:cubicBezTo>
                <a:cubicBezTo>
                  <a:pt x="79819" y="105216"/>
                  <a:pt x="81109" y="104700"/>
                  <a:pt x="83432" y="104700"/>
                </a:cubicBezTo>
                <a:lnTo>
                  <a:pt x="84207" y="104700"/>
                </a:lnTo>
                <a:cubicBezTo>
                  <a:pt x="86272" y="104700"/>
                  <a:pt x="87304" y="105280"/>
                  <a:pt x="87304" y="106442"/>
                </a:cubicBezTo>
                <a:cubicBezTo>
                  <a:pt x="87304" y="107087"/>
                  <a:pt x="87110" y="107990"/>
                  <a:pt x="86723" y="109151"/>
                </a:cubicBezTo>
                <a:cubicBezTo>
                  <a:pt x="81432" y="127343"/>
                  <a:pt x="73818" y="136439"/>
                  <a:pt x="63881" y="136439"/>
                </a:cubicBezTo>
                <a:cubicBezTo>
                  <a:pt x="58074" y="136439"/>
                  <a:pt x="53363" y="134761"/>
                  <a:pt x="49750" y="131407"/>
                </a:cubicBezTo>
                <a:cubicBezTo>
                  <a:pt x="46136" y="128052"/>
                  <a:pt x="44330" y="123214"/>
                  <a:pt x="44330" y="116892"/>
                </a:cubicBezTo>
                <a:cubicBezTo>
                  <a:pt x="44330" y="114570"/>
                  <a:pt x="44523" y="112570"/>
                  <a:pt x="44910" y="110893"/>
                </a:cubicBezTo>
                <a:cubicBezTo>
                  <a:pt x="45297" y="109215"/>
                  <a:pt x="45491" y="107667"/>
                  <a:pt x="45491" y="106248"/>
                </a:cubicBezTo>
                <a:cubicBezTo>
                  <a:pt x="45491" y="103410"/>
                  <a:pt x="44588" y="100958"/>
                  <a:pt x="42781" y="98894"/>
                </a:cubicBezTo>
                <a:cubicBezTo>
                  <a:pt x="40974" y="96830"/>
                  <a:pt x="38716" y="95346"/>
                  <a:pt x="36006" y="94443"/>
                </a:cubicBezTo>
                <a:cubicBezTo>
                  <a:pt x="33296" y="93540"/>
                  <a:pt x="31102" y="92830"/>
                  <a:pt x="29424" y="92314"/>
                </a:cubicBezTo>
                <a:cubicBezTo>
                  <a:pt x="27746" y="91798"/>
                  <a:pt x="26585" y="91604"/>
                  <a:pt x="25940" y="91733"/>
                </a:cubicBezTo>
                <a:lnTo>
                  <a:pt x="25552" y="91733"/>
                </a:lnTo>
                <a:cubicBezTo>
                  <a:pt x="24004" y="97152"/>
                  <a:pt x="22649" y="102377"/>
                  <a:pt x="21487" y="107409"/>
                </a:cubicBezTo>
                <a:cubicBezTo>
                  <a:pt x="20326" y="112441"/>
                  <a:pt x="19422" y="116183"/>
                  <a:pt x="18777" y="118634"/>
                </a:cubicBezTo>
                <a:cubicBezTo>
                  <a:pt x="18132" y="121085"/>
                  <a:pt x="17551" y="123472"/>
                  <a:pt x="17035" y="125795"/>
                </a:cubicBezTo>
                <a:cubicBezTo>
                  <a:pt x="16519" y="128117"/>
                  <a:pt x="16067" y="129665"/>
                  <a:pt x="15680" y="130439"/>
                </a:cubicBezTo>
                <a:cubicBezTo>
                  <a:pt x="15293" y="131213"/>
                  <a:pt x="14841" y="132052"/>
                  <a:pt x="14325" y="132955"/>
                </a:cubicBezTo>
                <a:cubicBezTo>
                  <a:pt x="13809" y="133858"/>
                  <a:pt x="13099" y="134439"/>
                  <a:pt x="12195" y="134697"/>
                </a:cubicBezTo>
                <a:cubicBezTo>
                  <a:pt x="10518" y="135858"/>
                  <a:pt x="8711" y="136439"/>
                  <a:pt x="6775" y="136439"/>
                </a:cubicBezTo>
                <a:cubicBezTo>
                  <a:pt x="4581" y="136439"/>
                  <a:pt x="2904" y="135794"/>
                  <a:pt x="1742" y="134503"/>
                </a:cubicBezTo>
                <a:cubicBezTo>
                  <a:pt x="581" y="133213"/>
                  <a:pt x="0" y="132117"/>
                  <a:pt x="0" y="131213"/>
                </a:cubicBezTo>
                <a:cubicBezTo>
                  <a:pt x="0" y="129923"/>
                  <a:pt x="2387" y="119602"/>
                  <a:pt x="7162" y="100249"/>
                </a:cubicBezTo>
                <a:cubicBezTo>
                  <a:pt x="11937" y="80896"/>
                  <a:pt x="16648" y="61865"/>
                  <a:pt x="21294" y="43157"/>
                </a:cubicBezTo>
                <a:lnTo>
                  <a:pt x="28456" y="15095"/>
                </a:lnTo>
                <a:cubicBezTo>
                  <a:pt x="28585" y="13418"/>
                  <a:pt x="28133" y="12386"/>
                  <a:pt x="27101" y="11999"/>
                </a:cubicBezTo>
                <a:cubicBezTo>
                  <a:pt x="26069" y="11612"/>
                  <a:pt x="23552" y="11289"/>
                  <a:pt x="19551" y="11031"/>
                </a:cubicBezTo>
                <a:lnTo>
                  <a:pt x="18584" y="11031"/>
                </a:lnTo>
                <a:cubicBezTo>
                  <a:pt x="17293" y="11031"/>
                  <a:pt x="16454" y="11031"/>
                  <a:pt x="16067" y="11031"/>
                </a:cubicBezTo>
                <a:cubicBezTo>
                  <a:pt x="15680" y="11031"/>
                  <a:pt x="15228" y="10838"/>
                  <a:pt x="14712" y="10451"/>
                </a:cubicBezTo>
                <a:cubicBezTo>
                  <a:pt x="14196" y="10064"/>
                  <a:pt x="14002" y="9612"/>
                  <a:pt x="14131" y="9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80EA3-6DEE-458D-8E4A-8F058559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099" y="3678120"/>
            <a:ext cx="344570" cy="386107"/>
          </a:xfrm>
          <a:custGeom xmlns:a="http://schemas.openxmlformats.org/drawingml/2006/main">
            <a:pathLst>
              <a:path w="344570" h="386107">
                <a:moveTo>
                  <a:pt x="344570" y="193053"/>
                </a:moveTo>
                <a:cubicBezTo>
                  <a:pt x="344570" y="205729"/>
                  <a:pt x="343466" y="218283"/>
                  <a:pt x="341259" y="230716"/>
                </a:cubicBezTo>
                <a:cubicBezTo>
                  <a:pt x="339052" y="243148"/>
                  <a:pt x="335783" y="255219"/>
                  <a:pt x="331454" y="266931"/>
                </a:cubicBezTo>
                <a:cubicBezTo>
                  <a:pt x="327125" y="278642"/>
                  <a:pt x="321819" y="289767"/>
                  <a:pt x="315534" y="300307"/>
                </a:cubicBezTo>
                <a:cubicBezTo>
                  <a:pt x="309250" y="310847"/>
                  <a:pt x="302108" y="320599"/>
                  <a:pt x="294109" y="329562"/>
                </a:cubicBezTo>
                <a:cubicBezTo>
                  <a:pt x="286109" y="338526"/>
                  <a:pt x="277407" y="346529"/>
                  <a:pt x="268001" y="353570"/>
                </a:cubicBezTo>
                <a:cubicBezTo>
                  <a:pt x="258595" y="360613"/>
                  <a:pt x="248667" y="366560"/>
                  <a:pt x="238215" y="371411"/>
                </a:cubicBezTo>
                <a:cubicBezTo>
                  <a:pt x="227764" y="376262"/>
                  <a:pt x="216990" y="379923"/>
                  <a:pt x="205895" y="382396"/>
                </a:cubicBezTo>
                <a:cubicBezTo>
                  <a:pt x="194801" y="384869"/>
                  <a:pt x="183597" y="386105"/>
                  <a:pt x="172285" y="386107"/>
                </a:cubicBezTo>
                <a:cubicBezTo>
                  <a:pt x="160973" y="386105"/>
                  <a:pt x="149769" y="384869"/>
                  <a:pt x="138675" y="382396"/>
                </a:cubicBezTo>
                <a:cubicBezTo>
                  <a:pt x="127580" y="379923"/>
                  <a:pt x="116806" y="376262"/>
                  <a:pt x="106355" y="371411"/>
                </a:cubicBezTo>
                <a:cubicBezTo>
                  <a:pt x="95903" y="366560"/>
                  <a:pt x="85975" y="360614"/>
                  <a:pt x="76569" y="353571"/>
                </a:cubicBezTo>
                <a:cubicBezTo>
                  <a:pt x="67163" y="346529"/>
                  <a:pt x="58461" y="338526"/>
                  <a:pt x="50461" y="329562"/>
                </a:cubicBezTo>
                <a:cubicBezTo>
                  <a:pt x="42462" y="320599"/>
                  <a:pt x="35320" y="310847"/>
                  <a:pt x="29035" y="300306"/>
                </a:cubicBezTo>
                <a:cubicBezTo>
                  <a:pt x="22751" y="289766"/>
                  <a:pt x="17445" y="278641"/>
                  <a:pt x="13116" y="266929"/>
                </a:cubicBezTo>
                <a:cubicBezTo>
                  <a:pt x="8787" y="255218"/>
                  <a:pt x="5518" y="243147"/>
                  <a:pt x="3311" y="230714"/>
                </a:cubicBezTo>
                <a:cubicBezTo>
                  <a:pt x="1104" y="218282"/>
                  <a:pt x="0" y="205729"/>
                  <a:pt x="2" y="193053"/>
                </a:cubicBezTo>
                <a:cubicBezTo>
                  <a:pt x="0" y="180377"/>
                  <a:pt x="1104" y="167822"/>
                  <a:pt x="3311" y="155390"/>
                </a:cubicBezTo>
                <a:cubicBezTo>
                  <a:pt x="5518" y="142958"/>
                  <a:pt x="8785" y="130885"/>
                  <a:pt x="13114" y="119174"/>
                </a:cubicBezTo>
                <a:cubicBezTo>
                  <a:pt x="17443" y="107463"/>
                  <a:pt x="22750" y="96338"/>
                  <a:pt x="29035" y="85798"/>
                </a:cubicBezTo>
                <a:cubicBezTo>
                  <a:pt x="35320" y="75259"/>
                  <a:pt x="42462" y="65508"/>
                  <a:pt x="50461" y="56544"/>
                </a:cubicBezTo>
                <a:cubicBezTo>
                  <a:pt x="58461" y="47581"/>
                  <a:pt x="67163" y="39577"/>
                  <a:pt x="76569" y="32535"/>
                </a:cubicBezTo>
                <a:cubicBezTo>
                  <a:pt x="85975" y="25491"/>
                  <a:pt x="95903" y="19544"/>
                  <a:pt x="106355" y="14694"/>
                </a:cubicBezTo>
                <a:cubicBezTo>
                  <a:pt x="116806" y="9845"/>
                  <a:pt x="127580" y="6182"/>
                  <a:pt x="138675" y="3710"/>
                </a:cubicBezTo>
                <a:cubicBezTo>
                  <a:pt x="149769" y="1236"/>
                  <a:pt x="160973" y="0"/>
                  <a:pt x="172285" y="0"/>
                </a:cubicBezTo>
                <a:cubicBezTo>
                  <a:pt x="183597" y="0"/>
                  <a:pt x="194801" y="1236"/>
                  <a:pt x="205895" y="3710"/>
                </a:cubicBezTo>
                <a:cubicBezTo>
                  <a:pt x="216990" y="6182"/>
                  <a:pt x="227763" y="9844"/>
                  <a:pt x="238215" y="14694"/>
                </a:cubicBezTo>
                <a:cubicBezTo>
                  <a:pt x="248665" y="19544"/>
                  <a:pt x="258594" y="25490"/>
                  <a:pt x="267999" y="32533"/>
                </a:cubicBezTo>
                <a:cubicBezTo>
                  <a:pt x="277407" y="39577"/>
                  <a:pt x="286109" y="47581"/>
                  <a:pt x="294109" y="56544"/>
                </a:cubicBezTo>
                <a:cubicBezTo>
                  <a:pt x="302108" y="65508"/>
                  <a:pt x="309250" y="75259"/>
                  <a:pt x="315534" y="85798"/>
                </a:cubicBezTo>
                <a:cubicBezTo>
                  <a:pt x="321817" y="96338"/>
                  <a:pt x="327125" y="107463"/>
                  <a:pt x="331454" y="119174"/>
                </a:cubicBezTo>
                <a:cubicBezTo>
                  <a:pt x="335783" y="130885"/>
                  <a:pt x="339052" y="142957"/>
                  <a:pt x="341259" y="155389"/>
                </a:cubicBezTo>
                <a:cubicBezTo>
                  <a:pt x="343466" y="167822"/>
                  <a:pt x="344570" y="180377"/>
                  <a:pt x="344570" y="193053"/>
                </a:cubicBezTo>
                <a:close/>
              </a:path>
            </a:pathLst>
          </a:custGeom>
          <a:solidFill xmlns:a="http://schemas.openxmlformats.org/drawingml/2006/main">
            <a:srgbClr val="8DA0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B3B73-2047-4E2F-AAAB-DAC86BD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002" y="3765008"/>
            <a:ext cx="178372" cy="182598"/>
          </a:xfrm>
          <a:custGeom xmlns:a="http://schemas.openxmlformats.org/drawingml/2006/main">
            <a:pathLst>
              <a:path w="178372" h="182598">
                <a:moveTo>
                  <a:pt x="0" y="113778"/>
                </a:moveTo>
                <a:cubicBezTo>
                  <a:pt x="0" y="94522"/>
                  <a:pt x="5612" y="76020"/>
                  <a:pt x="16833" y="58271"/>
                </a:cubicBezTo>
                <a:cubicBezTo>
                  <a:pt x="28055" y="40522"/>
                  <a:pt x="42206" y="26456"/>
                  <a:pt x="59290" y="16075"/>
                </a:cubicBezTo>
                <a:cubicBezTo>
                  <a:pt x="76374" y="5693"/>
                  <a:pt x="93458" y="419"/>
                  <a:pt x="110542" y="251"/>
                </a:cubicBezTo>
                <a:cubicBezTo>
                  <a:pt x="125615" y="251"/>
                  <a:pt x="137590" y="4521"/>
                  <a:pt x="146466" y="13061"/>
                </a:cubicBezTo>
                <a:cubicBezTo>
                  <a:pt x="147973" y="14735"/>
                  <a:pt x="149230" y="16158"/>
                  <a:pt x="150235" y="17330"/>
                </a:cubicBezTo>
                <a:cubicBezTo>
                  <a:pt x="151241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9" y="20596"/>
                  <a:pt x="155260" y="18419"/>
                  <a:pt x="159280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8" y="9209"/>
                  <a:pt x="165728" y="7870"/>
                  <a:pt x="167068" y="6530"/>
                </a:cubicBezTo>
                <a:cubicBezTo>
                  <a:pt x="168407" y="5191"/>
                  <a:pt x="169244" y="4270"/>
                  <a:pt x="169580" y="3767"/>
                </a:cubicBezTo>
                <a:lnTo>
                  <a:pt x="173348" y="0"/>
                </a:lnTo>
                <a:lnTo>
                  <a:pt x="174856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3" y="59443"/>
                  <a:pt x="161288" y="71164"/>
                  <a:pt x="161288" y="71331"/>
                </a:cubicBezTo>
                <a:cubicBezTo>
                  <a:pt x="160955" y="72168"/>
                  <a:pt x="160535" y="72671"/>
                  <a:pt x="160033" y="72838"/>
                </a:cubicBezTo>
                <a:cubicBezTo>
                  <a:pt x="159530" y="73005"/>
                  <a:pt x="158023" y="73173"/>
                  <a:pt x="155511" y="73341"/>
                </a:cubicBezTo>
                <a:lnTo>
                  <a:pt x="151491" y="73341"/>
                </a:lnTo>
                <a:cubicBezTo>
                  <a:pt x="150487" y="72336"/>
                  <a:pt x="149984" y="71582"/>
                  <a:pt x="149984" y="71080"/>
                </a:cubicBezTo>
                <a:cubicBezTo>
                  <a:pt x="149984" y="70913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8" y="64298"/>
                </a:cubicBezTo>
                <a:cubicBezTo>
                  <a:pt x="150905" y="61954"/>
                  <a:pt x="150988" y="59275"/>
                  <a:pt x="150988" y="56261"/>
                </a:cubicBezTo>
                <a:cubicBezTo>
                  <a:pt x="150988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6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10"/>
                  <a:pt x="97813" y="13898"/>
                  <a:pt x="92452" y="15572"/>
                </a:cubicBezTo>
                <a:cubicBezTo>
                  <a:pt x="87093" y="17247"/>
                  <a:pt x="81984" y="19591"/>
                  <a:pt x="77128" y="22605"/>
                </a:cubicBezTo>
                <a:cubicBezTo>
                  <a:pt x="72270" y="25619"/>
                  <a:pt x="66994" y="29638"/>
                  <a:pt x="61301" y="34661"/>
                </a:cubicBezTo>
                <a:cubicBezTo>
                  <a:pt x="55606" y="39684"/>
                  <a:pt x="50748" y="45629"/>
                  <a:pt x="46729" y="52494"/>
                </a:cubicBezTo>
                <a:cubicBezTo>
                  <a:pt x="42709" y="59359"/>
                  <a:pt x="38773" y="67898"/>
                  <a:pt x="34921" y="78113"/>
                </a:cubicBezTo>
                <a:cubicBezTo>
                  <a:pt x="31070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2"/>
                  <a:pt x="27802" y="136718"/>
                  <a:pt x="30148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7" y="160579"/>
                  <a:pt x="47064" y="163425"/>
                  <a:pt x="51753" y="165769"/>
                </a:cubicBezTo>
                <a:cubicBezTo>
                  <a:pt x="56443" y="168114"/>
                  <a:pt x="60798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8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8" y="144504"/>
                  <a:pt x="120339" y="136634"/>
                </a:cubicBezTo>
                <a:cubicBezTo>
                  <a:pt x="122349" y="128764"/>
                  <a:pt x="123354" y="124327"/>
                  <a:pt x="123354" y="123322"/>
                </a:cubicBezTo>
                <a:cubicBezTo>
                  <a:pt x="123354" y="121983"/>
                  <a:pt x="122265" y="121146"/>
                  <a:pt x="120088" y="120811"/>
                </a:cubicBezTo>
                <a:cubicBezTo>
                  <a:pt x="117910" y="120476"/>
                  <a:pt x="112886" y="120225"/>
                  <a:pt x="105013" y="120057"/>
                </a:cubicBezTo>
                <a:lnTo>
                  <a:pt x="95719" y="120057"/>
                </a:lnTo>
                <a:cubicBezTo>
                  <a:pt x="94713" y="119053"/>
                  <a:pt x="94212" y="118383"/>
                  <a:pt x="94212" y="118048"/>
                </a:cubicBezTo>
                <a:cubicBezTo>
                  <a:pt x="94212" y="117713"/>
                  <a:pt x="94379" y="116122"/>
                  <a:pt x="94713" y="113276"/>
                </a:cubicBezTo>
                <a:cubicBezTo>
                  <a:pt x="95384" y="111099"/>
                  <a:pt x="96221" y="109508"/>
                  <a:pt x="97225" y="108504"/>
                </a:cubicBezTo>
                <a:lnTo>
                  <a:pt x="101497" y="108504"/>
                </a:lnTo>
                <a:cubicBezTo>
                  <a:pt x="108196" y="108839"/>
                  <a:pt x="119920" y="109006"/>
                  <a:pt x="136669" y="109006"/>
                </a:cubicBezTo>
                <a:cubicBezTo>
                  <a:pt x="143368" y="109006"/>
                  <a:pt x="148812" y="109006"/>
                  <a:pt x="152999" y="109006"/>
                </a:cubicBezTo>
                <a:cubicBezTo>
                  <a:pt x="157186" y="109006"/>
                  <a:pt x="160201" y="108922"/>
                  <a:pt x="162042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3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2" y="120057"/>
                  <a:pt x="161791" y="120057"/>
                </a:cubicBezTo>
                <a:cubicBezTo>
                  <a:pt x="158441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1" y="135881"/>
                </a:cubicBezTo>
                <a:cubicBezTo>
                  <a:pt x="143954" y="141406"/>
                  <a:pt x="142699" y="146095"/>
                  <a:pt x="141693" y="149946"/>
                </a:cubicBezTo>
                <a:cubicBezTo>
                  <a:pt x="137506" y="167025"/>
                  <a:pt x="135161" y="175816"/>
                  <a:pt x="134658" y="176318"/>
                </a:cubicBezTo>
                <a:cubicBezTo>
                  <a:pt x="134325" y="176653"/>
                  <a:pt x="133905" y="176821"/>
                  <a:pt x="133403" y="176821"/>
                </a:cubicBezTo>
                <a:cubicBezTo>
                  <a:pt x="131728" y="176821"/>
                  <a:pt x="129384" y="175146"/>
                  <a:pt x="126369" y="171797"/>
                </a:cubicBezTo>
                <a:cubicBezTo>
                  <a:pt x="123354" y="168449"/>
                  <a:pt x="121428" y="165853"/>
                  <a:pt x="120590" y="164011"/>
                </a:cubicBezTo>
                <a:cubicBezTo>
                  <a:pt x="120590" y="163844"/>
                  <a:pt x="120422" y="163844"/>
                  <a:pt x="120088" y="164011"/>
                </a:cubicBezTo>
                <a:cubicBezTo>
                  <a:pt x="119753" y="164179"/>
                  <a:pt x="119250" y="164597"/>
                  <a:pt x="118581" y="165267"/>
                </a:cubicBezTo>
                <a:cubicBezTo>
                  <a:pt x="106187" y="176821"/>
                  <a:pt x="89438" y="182598"/>
                  <a:pt x="68335" y="182598"/>
                </a:cubicBezTo>
                <a:cubicBezTo>
                  <a:pt x="48069" y="182598"/>
                  <a:pt x="31656" y="176151"/>
                  <a:pt x="19094" y="163258"/>
                </a:cubicBezTo>
                <a:cubicBezTo>
                  <a:pt x="6531" y="150365"/>
                  <a:pt x="168" y="133871"/>
                  <a:pt x="0" y="1137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235EF-E2B1-49DA-948C-8C641A7B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003" y="3765008"/>
            <a:ext cx="178372" cy="182598"/>
          </a:xfrm>
          <a:custGeom xmlns:a="http://schemas.openxmlformats.org/drawingml/2006/main">
            <a:pathLst>
              <a:path w="178372" h="182598" fill="none">
                <a:moveTo>
                  <a:pt x="0" y="113778"/>
                </a:moveTo>
                <a:cubicBezTo>
                  <a:pt x="0" y="94522"/>
                  <a:pt x="5611" y="76020"/>
                  <a:pt x="16832" y="58270"/>
                </a:cubicBezTo>
                <a:cubicBezTo>
                  <a:pt x="28054" y="40521"/>
                  <a:pt x="42206" y="26456"/>
                  <a:pt x="59290" y="16075"/>
                </a:cubicBezTo>
                <a:cubicBezTo>
                  <a:pt x="76374" y="5693"/>
                  <a:pt x="93457" y="419"/>
                  <a:pt x="110541" y="251"/>
                </a:cubicBezTo>
                <a:cubicBezTo>
                  <a:pt x="125614" y="251"/>
                  <a:pt x="137590" y="4521"/>
                  <a:pt x="146466" y="13061"/>
                </a:cubicBezTo>
                <a:cubicBezTo>
                  <a:pt x="147974" y="14735"/>
                  <a:pt x="149230" y="16158"/>
                  <a:pt x="150235" y="17330"/>
                </a:cubicBezTo>
                <a:cubicBezTo>
                  <a:pt x="151240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8" y="20596"/>
                  <a:pt x="155259" y="18419"/>
                  <a:pt x="159279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7" y="9209"/>
                  <a:pt x="165727" y="7870"/>
                  <a:pt x="167067" y="6530"/>
                </a:cubicBezTo>
                <a:cubicBezTo>
                  <a:pt x="168407" y="5191"/>
                  <a:pt x="169245" y="4270"/>
                  <a:pt x="169579" y="3767"/>
                </a:cubicBezTo>
                <a:lnTo>
                  <a:pt x="173348" y="0"/>
                </a:lnTo>
                <a:lnTo>
                  <a:pt x="174855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4" y="59443"/>
                  <a:pt x="161289" y="71164"/>
                  <a:pt x="161289" y="71331"/>
                </a:cubicBezTo>
                <a:cubicBezTo>
                  <a:pt x="160954" y="72168"/>
                  <a:pt x="160535" y="72671"/>
                  <a:pt x="160033" y="72838"/>
                </a:cubicBezTo>
                <a:cubicBezTo>
                  <a:pt x="159530" y="73006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6" y="72336"/>
                  <a:pt x="149984" y="71582"/>
                  <a:pt x="149984" y="71080"/>
                </a:cubicBezTo>
                <a:cubicBezTo>
                  <a:pt x="149984" y="70912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7" y="64298"/>
                </a:cubicBezTo>
                <a:cubicBezTo>
                  <a:pt x="150905" y="61954"/>
                  <a:pt x="150989" y="59275"/>
                  <a:pt x="150989" y="56261"/>
                </a:cubicBezTo>
                <a:cubicBezTo>
                  <a:pt x="150989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5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09"/>
                  <a:pt x="97812" y="13898"/>
                  <a:pt x="92452" y="15572"/>
                </a:cubicBezTo>
                <a:cubicBezTo>
                  <a:pt x="87093" y="17247"/>
                  <a:pt x="81984" y="19591"/>
                  <a:pt x="77127" y="22605"/>
                </a:cubicBezTo>
                <a:cubicBezTo>
                  <a:pt x="72270" y="25619"/>
                  <a:pt x="66994" y="29638"/>
                  <a:pt x="61300" y="34661"/>
                </a:cubicBezTo>
                <a:cubicBezTo>
                  <a:pt x="55605" y="39684"/>
                  <a:pt x="50748" y="45628"/>
                  <a:pt x="46729" y="52494"/>
                </a:cubicBezTo>
                <a:cubicBezTo>
                  <a:pt x="42709" y="59359"/>
                  <a:pt x="38773" y="67898"/>
                  <a:pt x="34921" y="78113"/>
                </a:cubicBezTo>
                <a:cubicBezTo>
                  <a:pt x="31069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2"/>
                  <a:pt x="27803" y="136718"/>
                  <a:pt x="30147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4" y="163425"/>
                  <a:pt x="51753" y="165769"/>
                </a:cubicBezTo>
                <a:cubicBezTo>
                  <a:pt x="56443" y="168114"/>
                  <a:pt x="60797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7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9" y="144504"/>
                  <a:pt x="120339" y="136634"/>
                </a:cubicBezTo>
                <a:cubicBezTo>
                  <a:pt x="122348" y="128764"/>
                  <a:pt x="123353" y="124327"/>
                  <a:pt x="123353" y="123322"/>
                </a:cubicBezTo>
                <a:cubicBezTo>
                  <a:pt x="123353" y="121983"/>
                  <a:pt x="122265" y="121146"/>
                  <a:pt x="120087" y="120811"/>
                </a:cubicBezTo>
                <a:cubicBezTo>
                  <a:pt x="117910" y="120476"/>
                  <a:pt x="112885" y="120225"/>
                  <a:pt x="105014" y="120057"/>
                </a:cubicBezTo>
                <a:lnTo>
                  <a:pt x="95718" y="120057"/>
                </a:lnTo>
                <a:cubicBezTo>
                  <a:pt x="94713" y="119053"/>
                  <a:pt x="94211" y="118383"/>
                  <a:pt x="94211" y="118048"/>
                </a:cubicBezTo>
                <a:cubicBezTo>
                  <a:pt x="94211" y="117713"/>
                  <a:pt x="94378" y="116122"/>
                  <a:pt x="94713" y="113276"/>
                </a:cubicBezTo>
                <a:cubicBezTo>
                  <a:pt x="95383" y="111099"/>
                  <a:pt x="96221" y="109508"/>
                  <a:pt x="97226" y="108504"/>
                </a:cubicBezTo>
                <a:lnTo>
                  <a:pt x="101496" y="108504"/>
                </a:lnTo>
                <a:cubicBezTo>
                  <a:pt x="108196" y="108839"/>
                  <a:pt x="119920" y="109006"/>
                  <a:pt x="136668" y="109006"/>
                </a:cubicBezTo>
                <a:cubicBezTo>
                  <a:pt x="143368" y="109006"/>
                  <a:pt x="148811" y="109006"/>
                  <a:pt x="152998" y="109006"/>
                </a:cubicBezTo>
                <a:cubicBezTo>
                  <a:pt x="157186" y="109006"/>
                  <a:pt x="160200" y="108922"/>
                  <a:pt x="162043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1" y="120057"/>
                  <a:pt x="161791" y="120057"/>
                </a:cubicBezTo>
                <a:cubicBezTo>
                  <a:pt x="158442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2" y="135881"/>
                </a:cubicBezTo>
                <a:cubicBezTo>
                  <a:pt x="143954" y="141406"/>
                  <a:pt x="142698" y="146095"/>
                  <a:pt x="141693" y="149946"/>
                </a:cubicBezTo>
                <a:cubicBezTo>
                  <a:pt x="137506" y="167025"/>
                  <a:pt x="135161" y="175816"/>
                  <a:pt x="134659" y="176318"/>
                </a:cubicBezTo>
                <a:cubicBezTo>
                  <a:pt x="134324" y="176653"/>
                  <a:pt x="133905" y="176821"/>
                  <a:pt x="133403" y="176821"/>
                </a:cubicBezTo>
                <a:cubicBezTo>
                  <a:pt x="131728" y="176821"/>
                  <a:pt x="129383" y="175146"/>
                  <a:pt x="126368" y="171797"/>
                </a:cubicBezTo>
                <a:cubicBezTo>
                  <a:pt x="123353" y="168449"/>
                  <a:pt x="121427" y="165853"/>
                  <a:pt x="120590" y="164011"/>
                </a:cubicBezTo>
                <a:cubicBezTo>
                  <a:pt x="120590" y="163844"/>
                  <a:pt x="120422" y="163844"/>
                  <a:pt x="120087" y="164011"/>
                </a:cubicBezTo>
                <a:cubicBezTo>
                  <a:pt x="119752" y="164179"/>
                  <a:pt x="119250" y="164597"/>
                  <a:pt x="118580" y="165267"/>
                </a:cubicBezTo>
                <a:cubicBezTo>
                  <a:pt x="106186" y="176821"/>
                  <a:pt x="89437" y="182598"/>
                  <a:pt x="68334" y="182598"/>
                </a:cubicBezTo>
                <a:cubicBezTo>
                  <a:pt x="48068" y="182598"/>
                  <a:pt x="31655" y="176151"/>
                  <a:pt x="19093" y="163258"/>
                </a:cubicBezTo>
                <a:cubicBezTo>
                  <a:pt x="6532" y="150365"/>
                  <a:pt x="167" y="133871"/>
                  <a:pt x="0" y="1137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1" cap="flat">
            <a:solidFill>
              <a:srgbClr val="000000">
                <a:alpha val="11680"/>
              </a:srgbClr>
            </a:solidFill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604DE-E4D6-40CB-9B96-FA5B567A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658" y="3861668"/>
            <a:ext cx="73713" cy="121994"/>
          </a:xfrm>
          <a:custGeom xmlns:a="http://schemas.openxmlformats.org/drawingml/2006/main">
            <a:pathLst>
              <a:path w="73713" h="121994">
                <a:moveTo>
                  <a:pt x="15097" y="35870"/>
                </a:moveTo>
                <a:cubicBezTo>
                  <a:pt x="11900" y="35870"/>
                  <a:pt x="9413" y="34864"/>
                  <a:pt x="7637" y="32851"/>
                </a:cubicBezTo>
                <a:cubicBezTo>
                  <a:pt x="5861" y="30839"/>
                  <a:pt x="4914" y="28234"/>
                  <a:pt x="4796" y="25038"/>
                </a:cubicBezTo>
                <a:cubicBezTo>
                  <a:pt x="4796" y="18527"/>
                  <a:pt x="7637" y="12726"/>
                  <a:pt x="13321" y="7636"/>
                </a:cubicBezTo>
                <a:cubicBezTo>
                  <a:pt x="19005" y="2545"/>
                  <a:pt x="25873" y="0"/>
                  <a:pt x="33926" y="0"/>
                </a:cubicBezTo>
                <a:cubicBezTo>
                  <a:pt x="38069" y="0"/>
                  <a:pt x="40675" y="59"/>
                  <a:pt x="41740" y="178"/>
                </a:cubicBezTo>
                <a:cubicBezTo>
                  <a:pt x="50504" y="1598"/>
                  <a:pt x="57194" y="4735"/>
                  <a:pt x="61811" y="9589"/>
                </a:cubicBezTo>
                <a:cubicBezTo>
                  <a:pt x="66429" y="14443"/>
                  <a:pt x="68797" y="19711"/>
                  <a:pt x="68917" y="25393"/>
                </a:cubicBezTo>
                <a:cubicBezTo>
                  <a:pt x="68917" y="31549"/>
                  <a:pt x="66903" y="37527"/>
                  <a:pt x="62878" y="43328"/>
                </a:cubicBezTo>
                <a:cubicBezTo>
                  <a:pt x="58851" y="49129"/>
                  <a:pt x="53286" y="53331"/>
                  <a:pt x="46181" y="55936"/>
                </a:cubicBezTo>
                <a:lnTo>
                  <a:pt x="45647" y="56291"/>
                </a:lnTo>
                <a:cubicBezTo>
                  <a:pt x="45647" y="56409"/>
                  <a:pt x="46181" y="56587"/>
                  <a:pt x="47247" y="56824"/>
                </a:cubicBezTo>
                <a:cubicBezTo>
                  <a:pt x="48312" y="57060"/>
                  <a:pt x="50029" y="57593"/>
                  <a:pt x="52398" y="58422"/>
                </a:cubicBezTo>
                <a:cubicBezTo>
                  <a:pt x="54766" y="59251"/>
                  <a:pt x="57015" y="60494"/>
                  <a:pt x="59147" y="62151"/>
                </a:cubicBezTo>
                <a:cubicBezTo>
                  <a:pt x="68856" y="68425"/>
                  <a:pt x="73713" y="76712"/>
                  <a:pt x="73713" y="87011"/>
                </a:cubicBezTo>
                <a:cubicBezTo>
                  <a:pt x="73713" y="96364"/>
                  <a:pt x="70041" y="104532"/>
                  <a:pt x="62699" y="111517"/>
                </a:cubicBezTo>
                <a:cubicBezTo>
                  <a:pt x="55358" y="118501"/>
                  <a:pt x="46063" y="121994"/>
                  <a:pt x="34813" y="121994"/>
                </a:cubicBezTo>
                <a:cubicBezTo>
                  <a:pt x="25340" y="121994"/>
                  <a:pt x="17170" y="119448"/>
                  <a:pt x="10302" y="114358"/>
                </a:cubicBezTo>
                <a:cubicBezTo>
                  <a:pt x="3433" y="109267"/>
                  <a:pt x="0" y="102815"/>
                  <a:pt x="0" y="95002"/>
                </a:cubicBezTo>
                <a:cubicBezTo>
                  <a:pt x="0" y="91688"/>
                  <a:pt x="1066" y="89024"/>
                  <a:pt x="3198" y="87011"/>
                </a:cubicBezTo>
                <a:cubicBezTo>
                  <a:pt x="5329" y="84999"/>
                  <a:pt x="7994" y="83933"/>
                  <a:pt x="11190" y="83815"/>
                </a:cubicBezTo>
                <a:cubicBezTo>
                  <a:pt x="14505" y="83815"/>
                  <a:pt x="17229" y="84880"/>
                  <a:pt x="19360" y="87011"/>
                </a:cubicBezTo>
                <a:cubicBezTo>
                  <a:pt x="21491" y="89142"/>
                  <a:pt x="22558" y="91806"/>
                  <a:pt x="22558" y="95002"/>
                </a:cubicBezTo>
                <a:cubicBezTo>
                  <a:pt x="22558" y="96304"/>
                  <a:pt x="22380" y="97488"/>
                  <a:pt x="22025" y="98554"/>
                </a:cubicBezTo>
                <a:cubicBezTo>
                  <a:pt x="21670" y="99619"/>
                  <a:pt x="21256" y="100566"/>
                  <a:pt x="20782" y="101395"/>
                </a:cubicBezTo>
                <a:cubicBezTo>
                  <a:pt x="20307" y="102224"/>
                  <a:pt x="19656" y="102934"/>
                  <a:pt x="18827" y="103526"/>
                </a:cubicBezTo>
                <a:cubicBezTo>
                  <a:pt x="17999" y="104118"/>
                  <a:pt x="17288" y="104591"/>
                  <a:pt x="16696" y="104946"/>
                </a:cubicBezTo>
                <a:cubicBezTo>
                  <a:pt x="16103" y="105302"/>
                  <a:pt x="15511" y="105538"/>
                  <a:pt x="14919" y="105657"/>
                </a:cubicBezTo>
                <a:cubicBezTo>
                  <a:pt x="14329" y="105775"/>
                  <a:pt x="13854" y="105953"/>
                  <a:pt x="13499" y="106189"/>
                </a:cubicBezTo>
                <a:lnTo>
                  <a:pt x="12788" y="106367"/>
                </a:lnTo>
                <a:cubicBezTo>
                  <a:pt x="18827" y="111694"/>
                  <a:pt x="26169" y="114358"/>
                  <a:pt x="34813" y="114358"/>
                </a:cubicBezTo>
                <a:cubicBezTo>
                  <a:pt x="41326" y="114358"/>
                  <a:pt x="46240" y="111221"/>
                  <a:pt x="49555" y="104946"/>
                </a:cubicBezTo>
                <a:cubicBezTo>
                  <a:pt x="51569" y="101040"/>
                  <a:pt x="52575" y="95061"/>
                  <a:pt x="52575" y="87011"/>
                </a:cubicBezTo>
                <a:lnTo>
                  <a:pt x="52575" y="83460"/>
                </a:lnTo>
                <a:cubicBezTo>
                  <a:pt x="52575" y="72214"/>
                  <a:pt x="48786" y="64696"/>
                  <a:pt x="41208" y="60908"/>
                </a:cubicBezTo>
                <a:cubicBezTo>
                  <a:pt x="39432" y="60198"/>
                  <a:pt x="35820" y="59783"/>
                  <a:pt x="30373" y="59665"/>
                </a:cubicBezTo>
                <a:lnTo>
                  <a:pt x="22913" y="59487"/>
                </a:lnTo>
                <a:lnTo>
                  <a:pt x="22380" y="59132"/>
                </a:lnTo>
                <a:cubicBezTo>
                  <a:pt x="22142" y="58777"/>
                  <a:pt x="22025" y="57830"/>
                  <a:pt x="22025" y="56291"/>
                </a:cubicBezTo>
                <a:cubicBezTo>
                  <a:pt x="22025" y="54160"/>
                  <a:pt x="22499" y="53095"/>
                  <a:pt x="23446" y="53095"/>
                </a:cubicBezTo>
                <a:cubicBezTo>
                  <a:pt x="26762" y="53095"/>
                  <a:pt x="30195" y="52799"/>
                  <a:pt x="33748" y="52207"/>
                </a:cubicBezTo>
                <a:cubicBezTo>
                  <a:pt x="37773" y="51615"/>
                  <a:pt x="41444" y="49129"/>
                  <a:pt x="44759" y="44749"/>
                </a:cubicBezTo>
                <a:cubicBezTo>
                  <a:pt x="48075" y="40368"/>
                  <a:pt x="49733" y="33739"/>
                  <a:pt x="49733" y="24860"/>
                </a:cubicBezTo>
                <a:lnTo>
                  <a:pt x="49733" y="23440"/>
                </a:lnTo>
                <a:cubicBezTo>
                  <a:pt x="49733" y="16692"/>
                  <a:pt x="47661" y="12016"/>
                  <a:pt x="43516" y="9411"/>
                </a:cubicBezTo>
                <a:cubicBezTo>
                  <a:pt x="40912" y="7754"/>
                  <a:pt x="38128" y="6925"/>
                  <a:pt x="35169" y="6925"/>
                </a:cubicBezTo>
                <a:cubicBezTo>
                  <a:pt x="31379" y="6925"/>
                  <a:pt x="27887" y="7577"/>
                  <a:pt x="24689" y="8879"/>
                </a:cubicBezTo>
                <a:cubicBezTo>
                  <a:pt x="21491" y="10181"/>
                  <a:pt x="19242" y="11542"/>
                  <a:pt x="17940" y="12963"/>
                </a:cubicBezTo>
                <a:cubicBezTo>
                  <a:pt x="16637" y="14383"/>
                  <a:pt x="15986" y="15094"/>
                  <a:pt x="15986" y="15094"/>
                </a:cubicBezTo>
                <a:lnTo>
                  <a:pt x="16519" y="15094"/>
                </a:lnTo>
                <a:cubicBezTo>
                  <a:pt x="16874" y="15212"/>
                  <a:pt x="17348" y="15331"/>
                  <a:pt x="17940" y="15449"/>
                </a:cubicBezTo>
                <a:cubicBezTo>
                  <a:pt x="18531" y="15567"/>
                  <a:pt x="19123" y="15863"/>
                  <a:pt x="19715" y="16337"/>
                </a:cubicBezTo>
                <a:cubicBezTo>
                  <a:pt x="20307" y="16810"/>
                  <a:pt x="21019" y="17225"/>
                  <a:pt x="21846" y="17580"/>
                </a:cubicBezTo>
                <a:cubicBezTo>
                  <a:pt x="22676" y="17935"/>
                  <a:pt x="23268" y="18586"/>
                  <a:pt x="23623" y="19533"/>
                </a:cubicBezTo>
                <a:cubicBezTo>
                  <a:pt x="23979" y="20480"/>
                  <a:pt x="24452" y="21368"/>
                  <a:pt x="25044" y="22197"/>
                </a:cubicBezTo>
                <a:cubicBezTo>
                  <a:pt x="25636" y="23026"/>
                  <a:pt x="25814" y="24209"/>
                  <a:pt x="25577" y="25748"/>
                </a:cubicBezTo>
                <a:cubicBezTo>
                  <a:pt x="25577" y="28353"/>
                  <a:pt x="24748" y="30661"/>
                  <a:pt x="23091" y="32674"/>
                </a:cubicBezTo>
                <a:cubicBezTo>
                  <a:pt x="21433" y="34686"/>
                  <a:pt x="18768" y="35752"/>
                  <a:pt x="15097" y="35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4FE12-74A9-4BA9-BC11-EE130F9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657" y="3861668"/>
            <a:ext cx="73712" cy="121993"/>
          </a:xfrm>
          <a:custGeom xmlns:a="http://schemas.openxmlformats.org/drawingml/2006/main">
            <a:pathLst>
              <a:path w="73712" h="121993" fill="none">
                <a:moveTo>
                  <a:pt x="15098" y="35870"/>
                </a:moveTo>
                <a:cubicBezTo>
                  <a:pt x="11900" y="35870"/>
                  <a:pt x="9414" y="34864"/>
                  <a:pt x="7638" y="32851"/>
                </a:cubicBezTo>
                <a:cubicBezTo>
                  <a:pt x="5861" y="30839"/>
                  <a:pt x="4914" y="28234"/>
                  <a:pt x="4796" y="25038"/>
                </a:cubicBezTo>
                <a:cubicBezTo>
                  <a:pt x="4796" y="18527"/>
                  <a:pt x="7638" y="12726"/>
                  <a:pt x="13321" y="7636"/>
                </a:cubicBezTo>
                <a:cubicBezTo>
                  <a:pt x="19005" y="2545"/>
                  <a:pt x="25873" y="0"/>
                  <a:pt x="33925" y="0"/>
                </a:cubicBezTo>
                <a:cubicBezTo>
                  <a:pt x="38070" y="0"/>
                  <a:pt x="40675" y="59"/>
                  <a:pt x="41740" y="178"/>
                </a:cubicBezTo>
                <a:cubicBezTo>
                  <a:pt x="50503" y="1598"/>
                  <a:pt x="57193" y="4735"/>
                  <a:pt x="61811" y="9589"/>
                </a:cubicBezTo>
                <a:cubicBezTo>
                  <a:pt x="66429" y="14443"/>
                  <a:pt x="68798" y="19711"/>
                  <a:pt x="68916" y="25393"/>
                </a:cubicBezTo>
                <a:cubicBezTo>
                  <a:pt x="68916" y="31549"/>
                  <a:pt x="66903" y="37527"/>
                  <a:pt x="62877" y="43328"/>
                </a:cubicBezTo>
                <a:cubicBezTo>
                  <a:pt x="58851" y="49129"/>
                  <a:pt x="53286" y="53331"/>
                  <a:pt x="46181" y="55936"/>
                </a:cubicBezTo>
                <a:lnTo>
                  <a:pt x="45648" y="56291"/>
                </a:lnTo>
                <a:cubicBezTo>
                  <a:pt x="45648" y="56409"/>
                  <a:pt x="46181" y="56587"/>
                  <a:pt x="47247" y="56824"/>
                </a:cubicBezTo>
                <a:cubicBezTo>
                  <a:pt x="48312" y="57060"/>
                  <a:pt x="50029" y="57593"/>
                  <a:pt x="52398" y="58422"/>
                </a:cubicBezTo>
                <a:cubicBezTo>
                  <a:pt x="54766" y="59251"/>
                  <a:pt x="57016" y="60494"/>
                  <a:pt x="59147" y="62151"/>
                </a:cubicBezTo>
                <a:cubicBezTo>
                  <a:pt x="68857" y="68425"/>
                  <a:pt x="73712" y="76712"/>
                  <a:pt x="73712" y="87011"/>
                </a:cubicBezTo>
                <a:cubicBezTo>
                  <a:pt x="73712" y="96364"/>
                  <a:pt x="70041" y="104532"/>
                  <a:pt x="62699" y="111517"/>
                </a:cubicBezTo>
                <a:cubicBezTo>
                  <a:pt x="55358" y="118501"/>
                  <a:pt x="46062" y="121993"/>
                  <a:pt x="34813" y="121993"/>
                </a:cubicBezTo>
                <a:cubicBezTo>
                  <a:pt x="25340" y="121993"/>
                  <a:pt x="17170" y="119448"/>
                  <a:pt x="10302" y="114358"/>
                </a:cubicBezTo>
                <a:cubicBezTo>
                  <a:pt x="3434" y="109267"/>
                  <a:pt x="0" y="102815"/>
                  <a:pt x="0" y="95002"/>
                </a:cubicBezTo>
                <a:cubicBezTo>
                  <a:pt x="0" y="91687"/>
                  <a:pt x="1066" y="89024"/>
                  <a:pt x="3197" y="87011"/>
                </a:cubicBezTo>
                <a:cubicBezTo>
                  <a:pt x="5329" y="84999"/>
                  <a:pt x="7993" y="83933"/>
                  <a:pt x="11190" y="83815"/>
                </a:cubicBezTo>
                <a:cubicBezTo>
                  <a:pt x="14506" y="83815"/>
                  <a:pt x="17229" y="84880"/>
                  <a:pt x="19360" y="87011"/>
                </a:cubicBezTo>
                <a:cubicBezTo>
                  <a:pt x="21492" y="89142"/>
                  <a:pt x="22558" y="91806"/>
                  <a:pt x="22558" y="95002"/>
                </a:cubicBezTo>
                <a:cubicBezTo>
                  <a:pt x="22558" y="96304"/>
                  <a:pt x="22380" y="97488"/>
                  <a:pt x="22025" y="98554"/>
                </a:cubicBezTo>
                <a:cubicBezTo>
                  <a:pt x="21669" y="99619"/>
                  <a:pt x="21255" y="100566"/>
                  <a:pt x="20781" y="101395"/>
                </a:cubicBezTo>
                <a:cubicBezTo>
                  <a:pt x="20308" y="102224"/>
                  <a:pt x="19656" y="102934"/>
                  <a:pt x="18828" y="103526"/>
                </a:cubicBezTo>
                <a:cubicBezTo>
                  <a:pt x="17999" y="104118"/>
                  <a:pt x="17288" y="104591"/>
                  <a:pt x="16696" y="104946"/>
                </a:cubicBezTo>
                <a:cubicBezTo>
                  <a:pt x="16104" y="105301"/>
                  <a:pt x="15512" y="105538"/>
                  <a:pt x="14920" y="105657"/>
                </a:cubicBezTo>
                <a:cubicBezTo>
                  <a:pt x="14328" y="105775"/>
                  <a:pt x="13854" y="105953"/>
                  <a:pt x="13499" y="106189"/>
                </a:cubicBezTo>
                <a:lnTo>
                  <a:pt x="12789" y="106367"/>
                </a:lnTo>
                <a:cubicBezTo>
                  <a:pt x="18828" y="111694"/>
                  <a:pt x="26169" y="114358"/>
                  <a:pt x="34813" y="114358"/>
                </a:cubicBezTo>
                <a:cubicBezTo>
                  <a:pt x="41326" y="114358"/>
                  <a:pt x="46240" y="111221"/>
                  <a:pt x="49556" y="104946"/>
                </a:cubicBezTo>
                <a:cubicBezTo>
                  <a:pt x="51569" y="101040"/>
                  <a:pt x="52575" y="95061"/>
                  <a:pt x="52575" y="87011"/>
                </a:cubicBezTo>
                <a:lnTo>
                  <a:pt x="52575" y="83460"/>
                </a:lnTo>
                <a:cubicBezTo>
                  <a:pt x="52575" y="72213"/>
                  <a:pt x="48786" y="64696"/>
                  <a:pt x="41208" y="60908"/>
                </a:cubicBezTo>
                <a:cubicBezTo>
                  <a:pt x="39431" y="60198"/>
                  <a:pt x="35820" y="59783"/>
                  <a:pt x="30373" y="59665"/>
                </a:cubicBezTo>
                <a:lnTo>
                  <a:pt x="22913" y="59487"/>
                </a:lnTo>
                <a:lnTo>
                  <a:pt x="22380" y="59132"/>
                </a:lnTo>
                <a:cubicBezTo>
                  <a:pt x="22143" y="58777"/>
                  <a:pt x="22025" y="57830"/>
                  <a:pt x="22025" y="56291"/>
                </a:cubicBezTo>
                <a:cubicBezTo>
                  <a:pt x="22025" y="54160"/>
                  <a:pt x="22498" y="53095"/>
                  <a:pt x="23446" y="53095"/>
                </a:cubicBezTo>
                <a:cubicBezTo>
                  <a:pt x="26761" y="53095"/>
                  <a:pt x="30195" y="52799"/>
                  <a:pt x="33748" y="52207"/>
                </a:cubicBezTo>
                <a:cubicBezTo>
                  <a:pt x="37774" y="51615"/>
                  <a:pt x="41444" y="49129"/>
                  <a:pt x="44760" y="44749"/>
                </a:cubicBezTo>
                <a:cubicBezTo>
                  <a:pt x="48076" y="40369"/>
                  <a:pt x="49733" y="33739"/>
                  <a:pt x="49733" y="24860"/>
                </a:cubicBezTo>
                <a:lnTo>
                  <a:pt x="49733" y="23440"/>
                </a:lnTo>
                <a:cubicBezTo>
                  <a:pt x="49733" y="16692"/>
                  <a:pt x="47661" y="12016"/>
                  <a:pt x="43517" y="9411"/>
                </a:cubicBezTo>
                <a:cubicBezTo>
                  <a:pt x="40912" y="7754"/>
                  <a:pt x="38129" y="6925"/>
                  <a:pt x="35169" y="6925"/>
                </a:cubicBezTo>
                <a:cubicBezTo>
                  <a:pt x="31379" y="6925"/>
                  <a:pt x="27886" y="7577"/>
                  <a:pt x="24689" y="8879"/>
                </a:cubicBezTo>
                <a:cubicBezTo>
                  <a:pt x="21492" y="10181"/>
                  <a:pt x="19242" y="11542"/>
                  <a:pt x="17940" y="12963"/>
                </a:cubicBezTo>
                <a:cubicBezTo>
                  <a:pt x="16637" y="14384"/>
                  <a:pt x="15986" y="15094"/>
                  <a:pt x="15986" y="15094"/>
                </a:cubicBezTo>
                <a:lnTo>
                  <a:pt x="16519" y="15094"/>
                </a:lnTo>
                <a:cubicBezTo>
                  <a:pt x="16874" y="15212"/>
                  <a:pt x="17347" y="15331"/>
                  <a:pt x="17940" y="15449"/>
                </a:cubicBezTo>
                <a:cubicBezTo>
                  <a:pt x="18532" y="15567"/>
                  <a:pt x="19124" y="15863"/>
                  <a:pt x="19716" y="16337"/>
                </a:cubicBezTo>
                <a:cubicBezTo>
                  <a:pt x="20308" y="16810"/>
                  <a:pt x="21018" y="17225"/>
                  <a:pt x="21847" y="17580"/>
                </a:cubicBezTo>
                <a:cubicBezTo>
                  <a:pt x="22676" y="17935"/>
                  <a:pt x="23268" y="18586"/>
                  <a:pt x="23623" y="19533"/>
                </a:cubicBezTo>
                <a:cubicBezTo>
                  <a:pt x="23979" y="20480"/>
                  <a:pt x="24452" y="21368"/>
                  <a:pt x="25044" y="22197"/>
                </a:cubicBezTo>
                <a:cubicBezTo>
                  <a:pt x="25636" y="23025"/>
                  <a:pt x="25814" y="24209"/>
                  <a:pt x="25577" y="25748"/>
                </a:cubicBezTo>
                <a:cubicBezTo>
                  <a:pt x="25577" y="28353"/>
                  <a:pt x="24748" y="30661"/>
                  <a:pt x="23090" y="32674"/>
                </a:cubicBezTo>
                <a:cubicBezTo>
                  <a:pt x="21433" y="34686"/>
                  <a:pt x="18768" y="35752"/>
                  <a:pt x="15098" y="358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" cap="flat">
            <a:solidFill>
              <a:srgbClr val="000000">
                <a:alpha val="8260"/>
              </a:srgbClr>
            </a:solidFill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0DCFF-DE84-4674-8F17-36BC73F5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7" y="3487374"/>
            <a:ext cx="10" cy="190737"/>
          </a:xfrm>
          <a:custGeom xmlns:a="http://schemas.openxmlformats.org/drawingml/2006/main">
            <a:pathLst>
              <a:path w="1" h="190737" fill="none">
                <a:moveTo>
                  <a:pt x="0" y="190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31759-B2D5-472F-83FE-2B0816CE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63" y="3429467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7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9165F-7D95-47C8-9352-80482679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66" y="3429458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CA262-D306-41CF-A943-3A5FADFC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801" y="4064217"/>
            <a:ext cx="10" cy="135137"/>
          </a:xfrm>
          <a:custGeom xmlns:a="http://schemas.openxmlformats.org/drawingml/2006/main">
            <a:pathLst>
              <a:path w="1" h="135137" fill="none">
                <a:moveTo>
                  <a:pt x="0" y="1351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ED1F8-9CE8-4EA7-84E3-FA21DBEE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618" y="4199363"/>
            <a:ext cx="1378360" cy="579160"/>
          </a:xfrm>
          <a:custGeom xmlns:a="http://schemas.openxmlformats.org/drawingml/2006/main">
            <a:pathLst>
              <a:path w="1378360" h="579160">
                <a:moveTo>
                  <a:pt x="0" y="579160"/>
                </a:moveTo>
                <a:lnTo>
                  <a:pt x="386204" y="0"/>
                </a:lnTo>
                <a:lnTo>
                  <a:pt x="992156" y="0"/>
                </a:lnTo>
                <a:lnTo>
                  <a:pt x="1378360" y="579160"/>
                </a:lnTo>
                <a:lnTo>
                  <a:pt x="0" y="57916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CE9A1-D660-4AF9-80E3-0A74EDE8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621" y="4199354"/>
            <a:ext cx="1378361" cy="579159"/>
          </a:xfrm>
          <a:custGeom xmlns:a="http://schemas.openxmlformats.org/drawingml/2006/main">
            <a:pathLst>
              <a:path w="1378361" h="579159" fill="none">
                <a:moveTo>
                  <a:pt x="0" y="579159"/>
                </a:moveTo>
                <a:lnTo>
                  <a:pt x="386204" y="0"/>
                </a:lnTo>
                <a:lnTo>
                  <a:pt x="992157" y="0"/>
                </a:lnTo>
                <a:lnTo>
                  <a:pt x="1378361" y="579159"/>
                </a:lnTo>
                <a:lnTo>
                  <a:pt x="0" y="5791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/>
            </a:solidFill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57553-8D35-4EE3-9140-4C2E6901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038" y="4382764"/>
            <a:ext cx="272983" cy="192983"/>
          </a:xfrm>
          <a:custGeom xmlns:a="http://schemas.openxmlformats.org/drawingml/2006/main">
            <a:pathLst>
              <a:path w="272983" h="192983">
                <a:moveTo>
                  <a:pt x="105415" y="0"/>
                </a:moveTo>
                <a:cubicBezTo>
                  <a:pt x="107971" y="0"/>
                  <a:pt x="112534" y="91"/>
                  <a:pt x="119105" y="274"/>
                </a:cubicBezTo>
                <a:cubicBezTo>
                  <a:pt x="125675" y="456"/>
                  <a:pt x="131791" y="639"/>
                  <a:pt x="137450" y="821"/>
                </a:cubicBezTo>
                <a:cubicBezTo>
                  <a:pt x="146759" y="821"/>
                  <a:pt x="154517" y="730"/>
                  <a:pt x="160722" y="548"/>
                </a:cubicBezTo>
                <a:cubicBezTo>
                  <a:pt x="166929" y="365"/>
                  <a:pt x="170489" y="274"/>
                  <a:pt x="171401" y="274"/>
                </a:cubicBezTo>
                <a:cubicBezTo>
                  <a:pt x="174687" y="274"/>
                  <a:pt x="176330" y="1004"/>
                  <a:pt x="176330" y="2464"/>
                </a:cubicBezTo>
                <a:cubicBezTo>
                  <a:pt x="176330" y="3194"/>
                  <a:pt x="176055" y="4562"/>
                  <a:pt x="175508" y="6570"/>
                </a:cubicBezTo>
                <a:cubicBezTo>
                  <a:pt x="174596" y="9855"/>
                  <a:pt x="173774" y="11679"/>
                  <a:pt x="173043" y="12044"/>
                </a:cubicBezTo>
                <a:cubicBezTo>
                  <a:pt x="172314" y="12409"/>
                  <a:pt x="170306" y="12592"/>
                  <a:pt x="167021" y="12592"/>
                </a:cubicBezTo>
                <a:cubicBezTo>
                  <a:pt x="162456" y="12774"/>
                  <a:pt x="158807" y="13230"/>
                  <a:pt x="156068" y="13961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2"/>
                  <a:pt x="149498" y="18614"/>
                </a:cubicBezTo>
                <a:cubicBezTo>
                  <a:pt x="149498" y="20804"/>
                  <a:pt x="150957" y="42520"/>
                  <a:pt x="153878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7" y="148364"/>
                </a:lnTo>
                <a:cubicBezTo>
                  <a:pt x="159171" y="147816"/>
                  <a:pt x="159719" y="146904"/>
                  <a:pt x="160449" y="145627"/>
                </a:cubicBezTo>
                <a:cubicBezTo>
                  <a:pt x="161180" y="144349"/>
                  <a:pt x="162275" y="142616"/>
                  <a:pt x="163734" y="140426"/>
                </a:cubicBezTo>
                <a:cubicBezTo>
                  <a:pt x="165195" y="138236"/>
                  <a:pt x="166746" y="135498"/>
                  <a:pt x="168389" y="132214"/>
                </a:cubicBezTo>
                <a:cubicBezTo>
                  <a:pt x="170031" y="128929"/>
                  <a:pt x="172223" y="125188"/>
                  <a:pt x="174960" y="120991"/>
                </a:cubicBezTo>
                <a:cubicBezTo>
                  <a:pt x="177699" y="116793"/>
                  <a:pt x="180437" y="111866"/>
                  <a:pt x="183174" y="106209"/>
                </a:cubicBezTo>
                <a:cubicBezTo>
                  <a:pt x="185913" y="100552"/>
                  <a:pt x="189471" y="94438"/>
                  <a:pt x="193853" y="87869"/>
                </a:cubicBezTo>
                <a:cubicBezTo>
                  <a:pt x="212836" y="54291"/>
                  <a:pt x="223606" y="35129"/>
                  <a:pt x="226162" y="30385"/>
                </a:cubicBezTo>
                <a:cubicBezTo>
                  <a:pt x="228717" y="25640"/>
                  <a:pt x="230086" y="22720"/>
                  <a:pt x="230269" y="21625"/>
                </a:cubicBezTo>
                <a:cubicBezTo>
                  <a:pt x="230269" y="18888"/>
                  <a:pt x="228535" y="16698"/>
                  <a:pt x="225066" y="15055"/>
                </a:cubicBezTo>
                <a:cubicBezTo>
                  <a:pt x="221598" y="13413"/>
                  <a:pt x="217765" y="12592"/>
                  <a:pt x="213567" y="12592"/>
                </a:cubicBezTo>
                <a:cubicBezTo>
                  <a:pt x="211011" y="12592"/>
                  <a:pt x="209733" y="11679"/>
                  <a:pt x="209733" y="9855"/>
                </a:cubicBezTo>
                <a:cubicBezTo>
                  <a:pt x="209733" y="9307"/>
                  <a:pt x="209916" y="8121"/>
                  <a:pt x="210282" y="6296"/>
                </a:cubicBezTo>
                <a:cubicBezTo>
                  <a:pt x="211011" y="3376"/>
                  <a:pt x="211560" y="1642"/>
                  <a:pt x="211924" y="1095"/>
                </a:cubicBezTo>
                <a:cubicBezTo>
                  <a:pt x="212289" y="548"/>
                  <a:pt x="213567" y="274"/>
                  <a:pt x="215757" y="274"/>
                </a:cubicBezTo>
                <a:cubicBezTo>
                  <a:pt x="216304" y="274"/>
                  <a:pt x="217857" y="274"/>
                  <a:pt x="220411" y="274"/>
                </a:cubicBezTo>
                <a:cubicBezTo>
                  <a:pt x="222967" y="274"/>
                  <a:pt x="226527" y="274"/>
                  <a:pt x="231090" y="274"/>
                </a:cubicBezTo>
                <a:cubicBezTo>
                  <a:pt x="235654" y="274"/>
                  <a:pt x="240582" y="365"/>
                  <a:pt x="245875" y="548"/>
                </a:cubicBezTo>
                <a:cubicBezTo>
                  <a:pt x="257923" y="548"/>
                  <a:pt x="265681" y="365"/>
                  <a:pt x="269149" y="0"/>
                </a:cubicBezTo>
                <a:cubicBezTo>
                  <a:pt x="271705" y="0"/>
                  <a:pt x="272983" y="1004"/>
                  <a:pt x="272983" y="3011"/>
                </a:cubicBezTo>
                <a:cubicBezTo>
                  <a:pt x="272983" y="4106"/>
                  <a:pt x="272708" y="5657"/>
                  <a:pt x="272161" y="7665"/>
                </a:cubicBezTo>
                <a:cubicBezTo>
                  <a:pt x="271613" y="9672"/>
                  <a:pt x="270974" y="11041"/>
                  <a:pt x="270244" y="11771"/>
                </a:cubicBezTo>
                <a:cubicBezTo>
                  <a:pt x="269513" y="12501"/>
                  <a:pt x="268601" y="12774"/>
                  <a:pt x="267506" y="12592"/>
                </a:cubicBezTo>
                <a:cubicBezTo>
                  <a:pt x="263491" y="12592"/>
                  <a:pt x="259840" y="13139"/>
                  <a:pt x="256554" y="14234"/>
                </a:cubicBezTo>
                <a:cubicBezTo>
                  <a:pt x="253268" y="15329"/>
                  <a:pt x="250531" y="16607"/>
                  <a:pt x="248340" y="18067"/>
                </a:cubicBezTo>
                <a:cubicBezTo>
                  <a:pt x="246149" y="19526"/>
                  <a:pt x="244415" y="21078"/>
                  <a:pt x="243138" y="22720"/>
                </a:cubicBezTo>
                <a:cubicBezTo>
                  <a:pt x="241860" y="24362"/>
                  <a:pt x="240765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9" y="163784"/>
                  <a:pt x="146393" y="190884"/>
                  <a:pt x="146211" y="191066"/>
                </a:cubicBezTo>
                <a:cubicBezTo>
                  <a:pt x="145116" y="192344"/>
                  <a:pt x="142925" y="192983"/>
                  <a:pt x="139640" y="192983"/>
                </a:cubicBezTo>
                <a:cubicBezTo>
                  <a:pt x="136901" y="192983"/>
                  <a:pt x="135167" y="192526"/>
                  <a:pt x="134438" y="191614"/>
                </a:cubicBezTo>
                <a:cubicBezTo>
                  <a:pt x="133889" y="191066"/>
                  <a:pt x="132155" y="168620"/>
                  <a:pt x="129236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80" y="67247"/>
                  <a:pt x="105598" y="87595"/>
                  <a:pt x="86248" y="121538"/>
                </a:cubicBezTo>
                <a:cubicBezTo>
                  <a:pt x="59964" y="167525"/>
                  <a:pt x="46638" y="190701"/>
                  <a:pt x="46273" y="191066"/>
                </a:cubicBezTo>
                <a:cubicBezTo>
                  <a:pt x="45909" y="191431"/>
                  <a:pt x="45451" y="191796"/>
                  <a:pt x="44904" y="192161"/>
                </a:cubicBezTo>
                <a:cubicBezTo>
                  <a:pt x="43992" y="192709"/>
                  <a:pt x="42348" y="192983"/>
                  <a:pt x="39975" y="192983"/>
                </a:cubicBezTo>
                <a:cubicBezTo>
                  <a:pt x="36507" y="192983"/>
                  <a:pt x="34591" y="192344"/>
                  <a:pt x="34226" y="191066"/>
                </a:cubicBezTo>
                <a:cubicBezTo>
                  <a:pt x="34226" y="190519"/>
                  <a:pt x="32218" y="161412"/>
                  <a:pt x="28203" y="103745"/>
                </a:cubicBezTo>
                <a:cubicBezTo>
                  <a:pt x="24186" y="46079"/>
                  <a:pt x="22087" y="17063"/>
                  <a:pt x="21905" y="16698"/>
                </a:cubicBezTo>
                <a:cubicBezTo>
                  <a:pt x="21540" y="15055"/>
                  <a:pt x="20627" y="14052"/>
                  <a:pt x="19167" y="13687"/>
                </a:cubicBezTo>
                <a:cubicBezTo>
                  <a:pt x="17706" y="13322"/>
                  <a:pt x="14147" y="12957"/>
                  <a:pt x="8489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70" y="2190"/>
                  <a:pt x="3560" y="0"/>
                </a:cubicBezTo>
                <a:lnTo>
                  <a:pt x="6846" y="0"/>
                </a:lnTo>
                <a:cubicBezTo>
                  <a:pt x="14511" y="548"/>
                  <a:pt x="23639" y="821"/>
                  <a:pt x="34226" y="821"/>
                </a:cubicBezTo>
                <a:cubicBezTo>
                  <a:pt x="57043" y="821"/>
                  <a:pt x="69547" y="548"/>
                  <a:pt x="71737" y="0"/>
                </a:cubicBezTo>
                <a:lnTo>
                  <a:pt x="74475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4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6" y="12592"/>
                </a:lnTo>
                <a:cubicBezTo>
                  <a:pt x="56221" y="13139"/>
                  <a:pt x="50289" y="14690"/>
                  <a:pt x="49558" y="17245"/>
                </a:cubicBezTo>
                <a:cubicBezTo>
                  <a:pt x="55035" y="101190"/>
                  <a:pt x="58138" y="145353"/>
                  <a:pt x="58867" y="149733"/>
                </a:cubicBezTo>
                <a:lnTo>
                  <a:pt x="123212" y="36407"/>
                </a:lnTo>
                <a:lnTo>
                  <a:pt x="122663" y="26279"/>
                </a:lnTo>
                <a:cubicBezTo>
                  <a:pt x="122117" y="18614"/>
                  <a:pt x="121204" y="14508"/>
                  <a:pt x="119926" y="13961"/>
                </a:cubicBezTo>
                <a:cubicBezTo>
                  <a:pt x="118831" y="13230"/>
                  <a:pt x="114998" y="12774"/>
                  <a:pt x="108427" y="12592"/>
                </a:cubicBezTo>
                <a:cubicBezTo>
                  <a:pt x="104959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9" y="5566"/>
                  <a:pt x="100852" y="4745"/>
                  <a:pt x="101033" y="3832"/>
                </a:cubicBezTo>
                <a:cubicBezTo>
                  <a:pt x="101216" y="2920"/>
                  <a:pt x="101308" y="2281"/>
                  <a:pt x="101308" y="1916"/>
                </a:cubicBezTo>
                <a:cubicBezTo>
                  <a:pt x="101308" y="1551"/>
                  <a:pt x="101581" y="1186"/>
                  <a:pt x="102130" y="821"/>
                </a:cubicBezTo>
                <a:cubicBezTo>
                  <a:pt x="102676" y="456"/>
                  <a:pt x="103042" y="274"/>
                  <a:pt x="103225" y="274"/>
                </a:cubicBezTo>
                <a:cubicBezTo>
                  <a:pt x="103406" y="274"/>
                  <a:pt x="104137" y="182"/>
                  <a:pt x="105415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A0B95-471C-4062-A4D5-4E508C8A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039" y="4382764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57F13-2C6C-44FD-9880-C9A98F29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45" y="4525051"/>
            <a:ext cx="86336" cy="87863"/>
          </a:xfrm>
          <a:custGeom xmlns:a="http://schemas.openxmlformats.org/drawingml/2006/main">
            <a:pathLst>
              <a:path w="86336" h="87863">
                <a:moveTo>
                  <a:pt x="29423" y="12192"/>
                </a:moveTo>
                <a:cubicBezTo>
                  <a:pt x="29423" y="8967"/>
                  <a:pt x="28198" y="7354"/>
                  <a:pt x="25745" y="7354"/>
                </a:cubicBezTo>
                <a:cubicBezTo>
                  <a:pt x="22648" y="7354"/>
                  <a:pt x="19422" y="9225"/>
                  <a:pt x="16067" y="12967"/>
                </a:cubicBezTo>
                <a:cubicBezTo>
                  <a:pt x="12711" y="16708"/>
                  <a:pt x="9936" y="22450"/>
                  <a:pt x="7743" y="30191"/>
                </a:cubicBezTo>
                <a:cubicBezTo>
                  <a:pt x="7614" y="30320"/>
                  <a:pt x="7485" y="30513"/>
                  <a:pt x="7356" y="30771"/>
                </a:cubicBezTo>
                <a:cubicBezTo>
                  <a:pt x="7226" y="31029"/>
                  <a:pt x="7163" y="31223"/>
                  <a:pt x="7163" y="31352"/>
                </a:cubicBezTo>
                <a:cubicBezTo>
                  <a:pt x="7163" y="31481"/>
                  <a:pt x="7033" y="31610"/>
                  <a:pt x="6775" y="31739"/>
                </a:cubicBezTo>
                <a:cubicBezTo>
                  <a:pt x="6516" y="31868"/>
                  <a:pt x="6323" y="31932"/>
                  <a:pt x="6195" y="31932"/>
                </a:cubicBezTo>
                <a:cubicBezTo>
                  <a:pt x="6065" y="31932"/>
                  <a:pt x="5806" y="31932"/>
                  <a:pt x="5420" y="31932"/>
                </a:cubicBezTo>
                <a:cubicBezTo>
                  <a:pt x="5033" y="31932"/>
                  <a:pt x="4516" y="31932"/>
                  <a:pt x="3871" y="31932"/>
                </a:cubicBezTo>
                <a:lnTo>
                  <a:pt x="1162" y="31932"/>
                </a:lnTo>
                <a:cubicBezTo>
                  <a:pt x="387" y="31158"/>
                  <a:pt x="0" y="30578"/>
                  <a:pt x="0" y="30191"/>
                </a:cubicBezTo>
                <a:cubicBezTo>
                  <a:pt x="0" y="29288"/>
                  <a:pt x="517" y="27417"/>
                  <a:pt x="1548" y="24578"/>
                </a:cubicBezTo>
                <a:cubicBezTo>
                  <a:pt x="2581" y="21740"/>
                  <a:pt x="4130" y="18385"/>
                  <a:pt x="6195" y="14515"/>
                </a:cubicBezTo>
                <a:cubicBezTo>
                  <a:pt x="8259" y="10644"/>
                  <a:pt x="11098" y="7354"/>
                  <a:pt x="14712" y="4645"/>
                </a:cubicBezTo>
                <a:cubicBezTo>
                  <a:pt x="18325" y="1935"/>
                  <a:pt x="22390" y="516"/>
                  <a:pt x="26907" y="387"/>
                </a:cubicBezTo>
                <a:cubicBezTo>
                  <a:pt x="32328" y="387"/>
                  <a:pt x="36521" y="1935"/>
                  <a:pt x="39489" y="5032"/>
                </a:cubicBezTo>
                <a:cubicBezTo>
                  <a:pt x="42457" y="8128"/>
                  <a:pt x="44007" y="11741"/>
                  <a:pt x="44135" y="15869"/>
                </a:cubicBezTo>
                <a:cubicBezTo>
                  <a:pt x="44135" y="18063"/>
                  <a:pt x="43942" y="19740"/>
                  <a:pt x="43555" y="20901"/>
                </a:cubicBezTo>
                <a:cubicBezTo>
                  <a:pt x="43555" y="21675"/>
                  <a:pt x="42587" y="24514"/>
                  <a:pt x="40651" y="29417"/>
                </a:cubicBezTo>
                <a:cubicBezTo>
                  <a:pt x="38716" y="34319"/>
                  <a:pt x="36716" y="40061"/>
                  <a:pt x="34651" y="46641"/>
                </a:cubicBezTo>
                <a:cubicBezTo>
                  <a:pt x="32586" y="53221"/>
                  <a:pt x="31425" y="58962"/>
                  <a:pt x="31166" y="63865"/>
                </a:cubicBezTo>
                <a:cubicBezTo>
                  <a:pt x="31166" y="67348"/>
                  <a:pt x="31488" y="70187"/>
                  <a:pt x="32134" y="72380"/>
                </a:cubicBezTo>
                <a:cubicBezTo>
                  <a:pt x="33811" y="77928"/>
                  <a:pt x="37876" y="80702"/>
                  <a:pt x="44329" y="80702"/>
                </a:cubicBezTo>
                <a:cubicBezTo>
                  <a:pt x="49103" y="80702"/>
                  <a:pt x="53556" y="78509"/>
                  <a:pt x="57686" y="74122"/>
                </a:cubicBezTo>
                <a:cubicBezTo>
                  <a:pt x="61816" y="69735"/>
                  <a:pt x="65042" y="64639"/>
                  <a:pt x="67365" y="58833"/>
                </a:cubicBezTo>
                <a:cubicBezTo>
                  <a:pt x="69689" y="53027"/>
                  <a:pt x="71559" y="47673"/>
                  <a:pt x="72978" y="42770"/>
                </a:cubicBezTo>
                <a:cubicBezTo>
                  <a:pt x="74398" y="37867"/>
                  <a:pt x="75108" y="34319"/>
                  <a:pt x="75108" y="32126"/>
                </a:cubicBezTo>
                <a:cubicBezTo>
                  <a:pt x="75108" y="29159"/>
                  <a:pt x="74592" y="26578"/>
                  <a:pt x="73560" y="24385"/>
                </a:cubicBezTo>
                <a:cubicBezTo>
                  <a:pt x="72527" y="22192"/>
                  <a:pt x="71365" y="20514"/>
                  <a:pt x="70075" y="19353"/>
                </a:cubicBezTo>
                <a:cubicBezTo>
                  <a:pt x="68785" y="18192"/>
                  <a:pt x="67624" y="17031"/>
                  <a:pt x="66591" y="15869"/>
                </a:cubicBezTo>
                <a:cubicBezTo>
                  <a:pt x="65559" y="14708"/>
                  <a:pt x="65042" y="13289"/>
                  <a:pt x="65042" y="11612"/>
                </a:cubicBezTo>
                <a:cubicBezTo>
                  <a:pt x="65042" y="8773"/>
                  <a:pt x="66269" y="6129"/>
                  <a:pt x="68720" y="3677"/>
                </a:cubicBezTo>
                <a:cubicBezTo>
                  <a:pt x="71172" y="1226"/>
                  <a:pt x="73818" y="0"/>
                  <a:pt x="76657" y="0"/>
                </a:cubicBezTo>
                <a:cubicBezTo>
                  <a:pt x="79110" y="0"/>
                  <a:pt x="81303" y="1161"/>
                  <a:pt x="83238" y="3484"/>
                </a:cubicBezTo>
                <a:cubicBezTo>
                  <a:pt x="85174" y="5806"/>
                  <a:pt x="86207" y="9548"/>
                  <a:pt x="86336" y="14708"/>
                </a:cubicBezTo>
                <a:cubicBezTo>
                  <a:pt x="86336" y="18192"/>
                  <a:pt x="85561" y="23546"/>
                  <a:pt x="84013" y="30771"/>
                </a:cubicBezTo>
                <a:cubicBezTo>
                  <a:pt x="82464" y="37996"/>
                  <a:pt x="80076" y="46060"/>
                  <a:pt x="76850" y="54963"/>
                </a:cubicBezTo>
                <a:cubicBezTo>
                  <a:pt x="73623" y="63865"/>
                  <a:pt x="69042" y="71542"/>
                  <a:pt x="63106" y="77993"/>
                </a:cubicBezTo>
                <a:cubicBezTo>
                  <a:pt x="57170" y="84444"/>
                  <a:pt x="50330" y="87734"/>
                  <a:pt x="42587" y="87863"/>
                </a:cubicBezTo>
                <a:cubicBezTo>
                  <a:pt x="34328" y="87863"/>
                  <a:pt x="27746" y="85734"/>
                  <a:pt x="22842" y="81476"/>
                </a:cubicBezTo>
                <a:cubicBezTo>
                  <a:pt x="18067" y="77348"/>
                  <a:pt x="15679" y="71219"/>
                  <a:pt x="15679" y="63091"/>
                </a:cubicBezTo>
                <a:cubicBezTo>
                  <a:pt x="15679" y="59091"/>
                  <a:pt x="16196" y="54963"/>
                  <a:pt x="17229" y="50705"/>
                </a:cubicBezTo>
                <a:cubicBezTo>
                  <a:pt x="18260" y="46447"/>
                  <a:pt x="20907" y="38900"/>
                  <a:pt x="25165" y="28062"/>
                </a:cubicBezTo>
                <a:cubicBezTo>
                  <a:pt x="28005" y="19805"/>
                  <a:pt x="29423" y="14515"/>
                  <a:pt x="29423" y="1219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6657B-264C-4BBE-9A3C-D49CF02D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45" y="4525051"/>
            <a:ext cx="86336" cy="87863"/>
          </a:xfrm>
          <a:custGeom xmlns:a="http://schemas.openxmlformats.org/drawingml/2006/main">
            <a:pathLst>
              <a:path w="86336" h="87863" fill="none">
                <a:moveTo>
                  <a:pt x="29424" y="12192"/>
                </a:moveTo>
                <a:cubicBezTo>
                  <a:pt x="29424" y="8967"/>
                  <a:pt x="28198" y="7354"/>
                  <a:pt x="25746" y="7354"/>
                </a:cubicBezTo>
                <a:cubicBezTo>
                  <a:pt x="22649" y="7354"/>
                  <a:pt x="19422" y="9225"/>
                  <a:pt x="16067" y="12967"/>
                </a:cubicBezTo>
                <a:cubicBezTo>
                  <a:pt x="12712" y="16708"/>
                  <a:pt x="9937" y="22449"/>
                  <a:pt x="7743" y="30191"/>
                </a:cubicBezTo>
                <a:cubicBezTo>
                  <a:pt x="7614" y="30320"/>
                  <a:pt x="7485" y="30513"/>
                  <a:pt x="7356" y="30771"/>
                </a:cubicBezTo>
                <a:cubicBezTo>
                  <a:pt x="7227" y="31029"/>
                  <a:pt x="7162" y="31223"/>
                  <a:pt x="7162" y="31352"/>
                </a:cubicBezTo>
                <a:cubicBezTo>
                  <a:pt x="7162" y="31481"/>
                  <a:pt x="7033" y="31610"/>
                  <a:pt x="6775" y="31739"/>
                </a:cubicBezTo>
                <a:cubicBezTo>
                  <a:pt x="6517" y="31868"/>
                  <a:pt x="6324" y="31932"/>
                  <a:pt x="6195" y="31932"/>
                </a:cubicBezTo>
                <a:cubicBezTo>
                  <a:pt x="6065" y="31932"/>
                  <a:pt x="5807" y="31932"/>
                  <a:pt x="5420" y="31932"/>
                </a:cubicBezTo>
                <a:cubicBezTo>
                  <a:pt x="5033" y="31932"/>
                  <a:pt x="4517" y="31932"/>
                  <a:pt x="3872" y="31932"/>
                </a:cubicBezTo>
                <a:lnTo>
                  <a:pt x="1161" y="31932"/>
                </a:lnTo>
                <a:cubicBezTo>
                  <a:pt x="387" y="31158"/>
                  <a:pt x="0" y="30578"/>
                  <a:pt x="0" y="30191"/>
                </a:cubicBezTo>
                <a:cubicBezTo>
                  <a:pt x="0" y="29288"/>
                  <a:pt x="516" y="27417"/>
                  <a:pt x="1549" y="24578"/>
                </a:cubicBezTo>
                <a:cubicBezTo>
                  <a:pt x="2581" y="21740"/>
                  <a:pt x="4130" y="18385"/>
                  <a:pt x="6195" y="14515"/>
                </a:cubicBezTo>
                <a:cubicBezTo>
                  <a:pt x="8259" y="10644"/>
                  <a:pt x="11099" y="7354"/>
                  <a:pt x="14712" y="4645"/>
                </a:cubicBezTo>
                <a:cubicBezTo>
                  <a:pt x="18325" y="1935"/>
                  <a:pt x="22391" y="516"/>
                  <a:pt x="26907" y="387"/>
                </a:cubicBezTo>
                <a:cubicBezTo>
                  <a:pt x="32328" y="387"/>
                  <a:pt x="36522" y="1935"/>
                  <a:pt x="39490" y="5032"/>
                </a:cubicBezTo>
                <a:cubicBezTo>
                  <a:pt x="42458" y="8128"/>
                  <a:pt x="44007" y="11741"/>
                  <a:pt x="44136" y="15869"/>
                </a:cubicBezTo>
                <a:cubicBezTo>
                  <a:pt x="44136" y="18063"/>
                  <a:pt x="43942" y="19740"/>
                  <a:pt x="43555" y="20901"/>
                </a:cubicBezTo>
                <a:cubicBezTo>
                  <a:pt x="43555" y="21675"/>
                  <a:pt x="42587" y="24514"/>
                  <a:pt x="40652" y="29417"/>
                </a:cubicBezTo>
                <a:cubicBezTo>
                  <a:pt x="38716" y="34319"/>
                  <a:pt x="36715" y="40061"/>
                  <a:pt x="34651" y="46641"/>
                </a:cubicBezTo>
                <a:cubicBezTo>
                  <a:pt x="32586" y="53221"/>
                  <a:pt x="31424" y="58962"/>
                  <a:pt x="31166" y="63865"/>
                </a:cubicBezTo>
                <a:cubicBezTo>
                  <a:pt x="31166" y="67348"/>
                  <a:pt x="31489" y="70187"/>
                  <a:pt x="32134" y="72380"/>
                </a:cubicBezTo>
                <a:cubicBezTo>
                  <a:pt x="33812" y="77928"/>
                  <a:pt x="37877" y="80702"/>
                  <a:pt x="44330" y="80702"/>
                </a:cubicBezTo>
                <a:cubicBezTo>
                  <a:pt x="49104" y="80702"/>
                  <a:pt x="53557" y="78509"/>
                  <a:pt x="57686" y="74122"/>
                </a:cubicBezTo>
                <a:cubicBezTo>
                  <a:pt x="61816" y="69735"/>
                  <a:pt x="65042" y="64639"/>
                  <a:pt x="67365" y="58833"/>
                </a:cubicBezTo>
                <a:cubicBezTo>
                  <a:pt x="69688" y="53027"/>
                  <a:pt x="71560" y="47673"/>
                  <a:pt x="72979" y="42770"/>
                </a:cubicBezTo>
                <a:cubicBezTo>
                  <a:pt x="74399" y="37867"/>
                  <a:pt x="75109" y="34319"/>
                  <a:pt x="75109" y="32126"/>
                </a:cubicBezTo>
                <a:cubicBezTo>
                  <a:pt x="75109" y="29159"/>
                  <a:pt x="74592" y="26578"/>
                  <a:pt x="73560" y="24385"/>
                </a:cubicBezTo>
                <a:cubicBezTo>
                  <a:pt x="72527" y="22191"/>
                  <a:pt x="71366" y="20514"/>
                  <a:pt x="70075" y="19353"/>
                </a:cubicBezTo>
                <a:cubicBezTo>
                  <a:pt x="68785" y="18192"/>
                  <a:pt x="67623" y="17031"/>
                  <a:pt x="66591" y="15869"/>
                </a:cubicBezTo>
                <a:cubicBezTo>
                  <a:pt x="65559" y="14708"/>
                  <a:pt x="65042" y="13289"/>
                  <a:pt x="65042" y="11612"/>
                </a:cubicBezTo>
                <a:cubicBezTo>
                  <a:pt x="65042" y="8773"/>
                  <a:pt x="66268" y="6128"/>
                  <a:pt x="68720" y="3677"/>
                </a:cubicBezTo>
                <a:cubicBezTo>
                  <a:pt x="71172" y="1226"/>
                  <a:pt x="73818" y="0"/>
                  <a:pt x="76657" y="0"/>
                </a:cubicBezTo>
                <a:cubicBezTo>
                  <a:pt x="79109" y="0"/>
                  <a:pt x="81303" y="1161"/>
                  <a:pt x="83239" y="3484"/>
                </a:cubicBezTo>
                <a:cubicBezTo>
                  <a:pt x="85175" y="5806"/>
                  <a:pt x="86207" y="9547"/>
                  <a:pt x="86336" y="14708"/>
                </a:cubicBezTo>
                <a:cubicBezTo>
                  <a:pt x="86336" y="18192"/>
                  <a:pt x="85562" y="23546"/>
                  <a:pt x="84013" y="30771"/>
                </a:cubicBezTo>
                <a:cubicBezTo>
                  <a:pt x="82465" y="37996"/>
                  <a:pt x="80077" y="46060"/>
                  <a:pt x="76851" y="54963"/>
                </a:cubicBezTo>
                <a:cubicBezTo>
                  <a:pt x="73624" y="63865"/>
                  <a:pt x="69043" y="71542"/>
                  <a:pt x="63107" y="77993"/>
                </a:cubicBezTo>
                <a:cubicBezTo>
                  <a:pt x="57170" y="84444"/>
                  <a:pt x="50330" y="87734"/>
                  <a:pt x="42587" y="87863"/>
                </a:cubicBezTo>
                <a:cubicBezTo>
                  <a:pt x="34328" y="87863"/>
                  <a:pt x="27746" y="85734"/>
                  <a:pt x="22842" y="81476"/>
                </a:cubicBezTo>
                <a:cubicBezTo>
                  <a:pt x="18067" y="77348"/>
                  <a:pt x="15680" y="71219"/>
                  <a:pt x="15680" y="63091"/>
                </a:cubicBezTo>
                <a:cubicBezTo>
                  <a:pt x="15680" y="59091"/>
                  <a:pt x="16196" y="54963"/>
                  <a:pt x="17229" y="50705"/>
                </a:cubicBezTo>
                <a:cubicBezTo>
                  <a:pt x="18261" y="46447"/>
                  <a:pt x="20906" y="38900"/>
                  <a:pt x="25165" y="28062"/>
                </a:cubicBezTo>
                <a:cubicBezTo>
                  <a:pt x="28004" y="19805"/>
                  <a:pt x="29424" y="14515"/>
                  <a:pt x="29424" y="121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D3350-6981-4044-90C6-70C7E0F7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514" y="3678120"/>
            <a:ext cx="344570" cy="386107"/>
          </a:xfrm>
          <a:custGeom xmlns:a="http://schemas.openxmlformats.org/drawingml/2006/main">
            <a:pathLst>
              <a:path w="344570" h="386107">
                <a:moveTo>
                  <a:pt x="344570" y="193053"/>
                </a:moveTo>
                <a:cubicBezTo>
                  <a:pt x="344568" y="205729"/>
                  <a:pt x="343464" y="218283"/>
                  <a:pt x="341257" y="230716"/>
                </a:cubicBezTo>
                <a:cubicBezTo>
                  <a:pt x="339051" y="243148"/>
                  <a:pt x="335783" y="255219"/>
                  <a:pt x="331454" y="266931"/>
                </a:cubicBezTo>
                <a:cubicBezTo>
                  <a:pt x="327127" y="278642"/>
                  <a:pt x="321820" y="289767"/>
                  <a:pt x="315534" y="300307"/>
                </a:cubicBezTo>
                <a:cubicBezTo>
                  <a:pt x="309248" y="310847"/>
                  <a:pt x="302107" y="320599"/>
                  <a:pt x="294107" y="329562"/>
                </a:cubicBezTo>
                <a:cubicBezTo>
                  <a:pt x="286109" y="338526"/>
                  <a:pt x="277405" y="346529"/>
                  <a:pt x="267999" y="353570"/>
                </a:cubicBezTo>
                <a:cubicBezTo>
                  <a:pt x="258592" y="360613"/>
                  <a:pt x="248665" y="366560"/>
                  <a:pt x="238214" y="371411"/>
                </a:cubicBezTo>
                <a:cubicBezTo>
                  <a:pt x="227764" y="376262"/>
                  <a:pt x="216990" y="379923"/>
                  <a:pt x="205895" y="382396"/>
                </a:cubicBezTo>
                <a:cubicBezTo>
                  <a:pt x="194799" y="384869"/>
                  <a:pt x="183596" y="386105"/>
                  <a:pt x="172285" y="386107"/>
                </a:cubicBezTo>
                <a:cubicBezTo>
                  <a:pt x="160971" y="386105"/>
                  <a:pt x="149768" y="384869"/>
                  <a:pt x="138673" y="382396"/>
                </a:cubicBezTo>
                <a:cubicBezTo>
                  <a:pt x="127577" y="379923"/>
                  <a:pt x="116804" y="376262"/>
                  <a:pt x="106353" y="371411"/>
                </a:cubicBezTo>
                <a:cubicBezTo>
                  <a:pt x="95902" y="366560"/>
                  <a:pt x="85973" y="360614"/>
                  <a:pt x="76567" y="353571"/>
                </a:cubicBezTo>
                <a:cubicBezTo>
                  <a:pt x="67161" y="346529"/>
                  <a:pt x="58459" y="338526"/>
                  <a:pt x="50460" y="329562"/>
                </a:cubicBezTo>
                <a:cubicBezTo>
                  <a:pt x="42462" y="320599"/>
                  <a:pt x="35319" y="310847"/>
                  <a:pt x="29033" y="300306"/>
                </a:cubicBezTo>
                <a:cubicBezTo>
                  <a:pt x="22750" y="289766"/>
                  <a:pt x="17443" y="278641"/>
                  <a:pt x="13114" y="266929"/>
                </a:cubicBezTo>
                <a:cubicBezTo>
                  <a:pt x="8785" y="255218"/>
                  <a:pt x="5518" y="243147"/>
                  <a:pt x="3311" y="230714"/>
                </a:cubicBezTo>
                <a:cubicBezTo>
                  <a:pt x="1103" y="218282"/>
                  <a:pt x="0" y="205729"/>
                  <a:pt x="2" y="193053"/>
                </a:cubicBezTo>
                <a:cubicBezTo>
                  <a:pt x="0" y="180377"/>
                  <a:pt x="1103" y="167822"/>
                  <a:pt x="3311" y="155390"/>
                </a:cubicBezTo>
                <a:cubicBezTo>
                  <a:pt x="5518" y="142958"/>
                  <a:pt x="8785" y="130885"/>
                  <a:pt x="13114" y="119174"/>
                </a:cubicBezTo>
                <a:cubicBezTo>
                  <a:pt x="17443" y="107463"/>
                  <a:pt x="22750" y="96338"/>
                  <a:pt x="29033" y="85798"/>
                </a:cubicBezTo>
                <a:cubicBezTo>
                  <a:pt x="35319" y="75259"/>
                  <a:pt x="42462" y="65508"/>
                  <a:pt x="50460" y="56544"/>
                </a:cubicBezTo>
                <a:cubicBezTo>
                  <a:pt x="58459" y="47581"/>
                  <a:pt x="67161" y="39577"/>
                  <a:pt x="76567" y="32535"/>
                </a:cubicBezTo>
                <a:cubicBezTo>
                  <a:pt x="85973" y="25491"/>
                  <a:pt x="95902" y="19544"/>
                  <a:pt x="106353" y="14694"/>
                </a:cubicBezTo>
                <a:cubicBezTo>
                  <a:pt x="116804" y="9845"/>
                  <a:pt x="127577" y="6182"/>
                  <a:pt x="138673" y="3710"/>
                </a:cubicBezTo>
                <a:cubicBezTo>
                  <a:pt x="149768" y="1236"/>
                  <a:pt x="160971" y="0"/>
                  <a:pt x="172285" y="0"/>
                </a:cubicBezTo>
                <a:cubicBezTo>
                  <a:pt x="183596" y="0"/>
                  <a:pt x="194799" y="1236"/>
                  <a:pt x="205895" y="3710"/>
                </a:cubicBezTo>
                <a:cubicBezTo>
                  <a:pt x="216990" y="6182"/>
                  <a:pt x="227764" y="9844"/>
                  <a:pt x="238214" y="14694"/>
                </a:cubicBezTo>
                <a:cubicBezTo>
                  <a:pt x="248665" y="19544"/>
                  <a:pt x="258592" y="25490"/>
                  <a:pt x="267999" y="32533"/>
                </a:cubicBezTo>
                <a:cubicBezTo>
                  <a:pt x="277405" y="39577"/>
                  <a:pt x="286109" y="47581"/>
                  <a:pt x="294107" y="56544"/>
                </a:cubicBezTo>
                <a:cubicBezTo>
                  <a:pt x="302107" y="65508"/>
                  <a:pt x="309248" y="75259"/>
                  <a:pt x="315534" y="85798"/>
                </a:cubicBezTo>
                <a:cubicBezTo>
                  <a:pt x="321819" y="96338"/>
                  <a:pt x="327125" y="107463"/>
                  <a:pt x="331454" y="119174"/>
                </a:cubicBezTo>
                <a:cubicBezTo>
                  <a:pt x="335783" y="130885"/>
                  <a:pt x="339051" y="142957"/>
                  <a:pt x="341257" y="155389"/>
                </a:cubicBezTo>
                <a:cubicBezTo>
                  <a:pt x="343464" y="167822"/>
                  <a:pt x="344568" y="180377"/>
                  <a:pt x="344570" y="193053"/>
                </a:cubicBezTo>
                <a:close/>
              </a:path>
            </a:pathLst>
          </a:custGeom>
          <a:solidFill xmlns:a="http://schemas.openxmlformats.org/drawingml/2006/main">
            <a:srgbClr val="55A868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6CBA4-496A-40D5-9961-C354613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17" y="3765006"/>
            <a:ext cx="178372" cy="182597"/>
          </a:xfrm>
          <a:custGeom xmlns:a="http://schemas.openxmlformats.org/drawingml/2006/main">
            <a:pathLst>
              <a:path w="178372" h="182597">
                <a:moveTo>
                  <a:pt x="0" y="113778"/>
                </a:moveTo>
                <a:cubicBezTo>
                  <a:pt x="0" y="94522"/>
                  <a:pt x="5610" y="76020"/>
                  <a:pt x="16832" y="58271"/>
                </a:cubicBezTo>
                <a:cubicBezTo>
                  <a:pt x="28053" y="40521"/>
                  <a:pt x="42206" y="26456"/>
                  <a:pt x="59290" y="16075"/>
                </a:cubicBezTo>
                <a:cubicBezTo>
                  <a:pt x="76374" y="5693"/>
                  <a:pt x="93456" y="419"/>
                  <a:pt x="110540" y="251"/>
                </a:cubicBezTo>
                <a:cubicBezTo>
                  <a:pt x="125615" y="251"/>
                  <a:pt x="137590" y="4521"/>
                  <a:pt x="146466" y="13061"/>
                </a:cubicBezTo>
                <a:cubicBezTo>
                  <a:pt x="147973" y="14735"/>
                  <a:pt x="149230" y="16158"/>
                  <a:pt x="150235" y="17330"/>
                </a:cubicBezTo>
                <a:cubicBezTo>
                  <a:pt x="151239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9" y="20596"/>
                  <a:pt x="155260" y="18419"/>
                  <a:pt x="159280" y="14065"/>
                </a:cubicBezTo>
                <a:cubicBezTo>
                  <a:pt x="160452" y="13061"/>
                  <a:pt x="161707" y="11889"/>
                  <a:pt x="163048" y="10549"/>
                </a:cubicBezTo>
                <a:cubicBezTo>
                  <a:pt x="164388" y="9209"/>
                  <a:pt x="165728" y="7870"/>
                  <a:pt x="167068" y="6530"/>
                </a:cubicBezTo>
                <a:cubicBezTo>
                  <a:pt x="168407" y="5191"/>
                  <a:pt x="169244" y="4270"/>
                  <a:pt x="169580" y="3767"/>
                </a:cubicBezTo>
                <a:lnTo>
                  <a:pt x="173348" y="0"/>
                </a:lnTo>
                <a:lnTo>
                  <a:pt x="174856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3" y="59443"/>
                  <a:pt x="161288" y="71164"/>
                  <a:pt x="161288" y="71331"/>
                </a:cubicBezTo>
                <a:cubicBezTo>
                  <a:pt x="160953" y="72168"/>
                  <a:pt x="160535" y="72671"/>
                  <a:pt x="160033" y="72838"/>
                </a:cubicBezTo>
                <a:cubicBezTo>
                  <a:pt x="159530" y="73005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5" y="72336"/>
                  <a:pt x="149984" y="71582"/>
                  <a:pt x="149984" y="71080"/>
                </a:cubicBezTo>
                <a:cubicBezTo>
                  <a:pt x="149984" y="70913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8" y="64298"/>
                </a:cubicBezTo>
                <a:cubicBezTo>
                  <a:pt x="150905" y="61954"/>
                  <a:pt x="150988" y="59275"/>
                  <a:pt x="150988" y="56261"/>
                </a:cubicBezTo>
                <a:cubicBezTo>
                  <a:pt x="150988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6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10"/>
                  <a:pt x="97811" y="13898"/>
                  <a:pt x="92452" y="15572"/>
                </a:cubicBezTo>
                <a:cubicBezTo>
                  <a:pt x="87093" y="17247"/>
                  <a:pt x="81984" y="19591"/>
                  <a:pt x="77128" y="22605"/>
                </a:cubicBezTo>
                <a:cubicBezTo>
                  <a:pt x="72270" y="25619"/>
                  <a:pt x="66994" y="29638"/>
                  <a:pt x="61299" y="34661"/>
                </a:cubicBezTo>
                <a:cubicBezTo>
                  <a:pt x="55605" y="39684"/>
                  <a:pt x="50748" y="45629"/>
                  <a:pt x="46729" y="52494"/>
                </a:cubicBezTo>
                <a:cubicBezTo>
                  <a:pt x="42709" y="59359"/>
                  <a:pt x="38773" y="67898"/>
                  <a:pt x="34921" y="78112"/>
                </a:cubicBezTo>
                <a:cubicBezTo>
                  <a:pt x="31068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1"/>
                  <a:pt x="27802" y="136718"/>
                  <a:pt x="30148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3" y="163425"/>
                  <a:pt x="51753" y="165769"/>
                </a:cubicBezTo>
                <a:cubicBezTo>
                  <a:pt x="56443" y="168114"/>
                  <a:pt x="60798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6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8" y="144504"/>
                  <a:pt x="120339" y="136634"/>
                </a:cubicBezTo>
                <a:cubicBezTo>
                  <a:pt x="122348" y="128764"/>
                  <a:pt x="123354" y="124327"/>
                  <a:pt x="123354" y="123322"/>
                </a:cubicBezTo>
                <a:cubicBezTo>
                  <a:pt x="123354" y="121983"/>
                  <a:pt x="122265" y="121146"/>
                  <a:pt x="120088" y="120811"/>
                </a:cubicBezTo>
                <a:cubicBezTo>
                  <a:pt x="117910" y="120476"/>
                  <a:pt x="112886" y="120225"/>
                  <a:pt x="105013" y="120057"/>
                </a:cubicBezTo>
                <a:lnTo>
                  <a:pt x="95718" y="120057"/>
                </a:lnTo>
                <a:cubicBezTo>
                  <a:pt x="94713" y="119053"/>
                  <a:pt x="94210" y="118383"/>
                  <a:pt x="94210" y="118048"/>
                </a:cubicBezTo>
                <a:cubicBezTo>
                  <a:pt x="94210" y="117713"/>
                  <a:pt x="94378" y="116122"/>
                  <a:pt x="94713" y="113276"/>
                </a:cubicBezTo>
                <a:cubicBezTo>
                  <a:pt x="95384" y="111099"/>
                  <a:pt x="96221" y="109508"/>
                  <a:pt x="97225" y="108504"/>
                </a:cubicBezTo>
                <a:lnTo>
                  <a:pt x="101497" y="108504"/>
                </a:lnTo>
                <a:cubicBezTo>
                  <a:pt x="108196" y="108839"/>
                  <a:pt x="119920" y="109006"/>
                  <a:pt x="136669" y="109006"/>
                </a:cubicBezTo>
                <a:cubicBezTo>
                  <a:pt x="143368" y="109006"/>
                  <a:pt x="148812" y="109006"/>
                  <a:pt x="152999" y="109006"/>
                </a:cubicBezTo>
                <a:cubicBezTo>
                  <a:pt x="157186" y="109006"/>
                  <a:pt x="160201" y="108922"/>
                  <a:pt x="162042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0" y="120057"/>
                  <a:pt x="161791" y="120057"/>
                </a:cubicBezTo>
                <a:cubicBezTo>
                  <a:pt x="158441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1" y="135881"/>
                </a:cubicBezTo>
                <a:cubicBezTo>
                  <a:pt x="143954" y="141406"/>
                  <a:pt x="142697" y="146095"/>
                  <a:pt x="141693" y="149946"/>
                </a:cubicBezTo>
                <a:cubicBezTo>
                  <a:pt x="137506" y="167025"/>
                  <a:pt x="135161" y="175816"/>
                  <a:pt x="134658" y="176318"/>
                </a:cubicBezTo>
                <a:cubicBezTo>
                  <a:pt x="134323" y="176653"/>
                  <a:pt x="133905" y="176821"/>
                  <a:pt x="133403" y="176821"/>
                </a:cubicBezTo>
                <a:cubicBezTo>
                  <a:pt x="131728" y="176821"/>
                  <a:pt x="129382" y="175146"/>
                  <a:pt x="126369" y="171797"/>
                </a:cubicBezTo>
                <a:cubicBezTo>
                  <a:pt x="123354" y="168449"/>
                  <a:pt x="121428" y="165853"/>
                  <a:pt x="120590" y="164011"/>
                </a:cubicBezTo>
                <a:cubicBezTo>
                  <a:pt x="120590" y="163844"/>
                  <a:pt x="120422" y="163844"/>
                  <a:pt x="120088" y="164011"/>
                </a:cubicBezTo>
                <a:cubicBezTo>
                  <a:pt x="119753" y="164179"/>
                  <a:pt x="119250" y="164597"/>
                  <a:pt x="118581" y="165267"/>
                </a:cubicBezTo>
                <a:cubicBezTo>
                  <a:pt x="106185" y="176821"/>
                  <a:pt x="89437" y="182597"/>
                  <a:pt x="68334" y="182597"/>
                </a:cubicBezTo>
                <a:cubicBezTo>
                  <a:pt x="48069" y="182597"/>
                  <a:pt x="31654" y="176151"/>
                  <a:pt x="19093" y="163258"/>
                </a:cubicBezTo>
                <a:cubicBezTo>
                  <a:pt x="6531" y="150365"/>
                  <a:pt x="168" y="133871"/>
                  <a:pt x="0" y="1137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ED26D-A3A1-4F4F-8E98-D4366A66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16" y="3765006"/>
            <a:ext cx="178372" cy="182598"/>
          </a:xfrm>
          <a:custGeom xmlns:a="http://schemas.openxmlformats.org/drawingml/2006/main">
            <a:pathLst>
              <a:path w="178372" h="182598" fill="none">
                <a:moveTo>
                  <a:pt x="0" y="113778"/>
                </a:moveTo>
                <a:cubicBezTo>
                  <a:pt x="0" y="94522"/>
                  <a:pt x="5611" y="76020"/>
                  <a:pt x="16832" y="58270"/>
                </a:cubicBezTo>
                <a:cubicBezTo>
                  <a:pt x="28054" y="40521"/>
                  <a:pt x="42206" y="26456"/>
                  <a:pt x="59290" y="16075"/>
                </a:cubicBezTo>
                <a:cubicBezTo>
                  <a:pt x="76374" y="5693"/>
                  <a:pt x="93457" y="419"/>
                  <a:pt x="110541" y="251"/>
                </a:cubicBezTo>
                <a:cubicBezTo>
                  <a:pt x="125614" y="251"/>
                  <a:pt x="137590" y="4521"/>
                  <a:pt x="146466" y="13061"/>
                </a:cubicBezTo>
                <a:cubicBezTo>
                  <a:pt x="147974" y="14735"/>
                  <a:pt x="149230" y="16158"/>
                  <a:pt x="150235" y="17330"/>
                </a:cubicBezTo>
                <a:cubicBezTo>
                  <a:pt x="151240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8" y="20596"/>
                  <a:pt x="155259" y="18419"/>
                  <a:pt x="159279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7" y="9209"/>
                  <a:pt x="165727" y="7870"/>
                  <a:pt x="167067" y="6530"/>
                </a:cubicBezTo>
                <a:cubicBezTo>
                  <a:pt x="168407" y="5191"/>
                  <a:pt x="169245" y="4270"/>
                  <a:pt x="169579" y="3767"/>
                </a:cubicBezTo>
                <a:lnTo>
                  <a:pt x="173348" y="0"/>
                </a:lnTo>
                <a:lnTo>
                  <a:pt x="174855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4" y="59443"/>
                  <a:pt x="161289" y="71164"/>
                  <a:pt x="161289" y="71331"/>
                </a:cubicBezTo>
                <a:cubicBezTo>
                  <a:pt x="160954" y="72168"/>
                  <a:pt x="160535" y="72671"/>
                  <a:pt x="160033" y="72838"/>
                </a:cubicBezTo>
                <a:cubicBezTo>
                  <a:pt x="159530" y="73006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6" y="72336"/>
                  <a:pt x="149984" y="71582"/>
                  <a:pt x="149984" y="71080"/>
                </a:cubicBezTo>
                <a:cubicBezTo>
                  <a:pt x="149984" y="70912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7" y="64298"/>
                </a:cubicBezTo>
                <a:cubicBezTo>
                  <a:pt x="150905" y="61954"/>
                  <a:pt x="150989" y="59275"/>
                  <a:pt x="150989" y="56261"/>
                </a:cubicBezTo>
                <a:cubicBezTo>
                  <a:pt x="150989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5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09"/>
                  <a:pt x="97812" y="13898"/>
                  <a:pt x="92452" y="15572"/>
                </a:cubicBezTo>
                <a:cubicBezTo>
                  <a:pt x="87093" y="17247"/>
                  <a:pt x="81984" y="19591"/>
                  <a:pt x="77127" y="22605"/>
                </a:cubicBezTo>
                <a:cubicBezTo>
                  <a:pt x="72270" y="25619"/>
                  <a:pt x="66994" y="29638"/>
                  <a:pt x="61300" y="34661"/>
                </a:cubicBezTo>
                <a:cubicBezTo>
                  <a:pt x="55605" y="39684"/>
                  <a:pt x="50748" y="45628"/>
                  <a:pt x="46729" y="52494"/>
                </a:cubicBezTo>
                <a:cubicBezTo>
                  <a:pt x="42709" y="59359"/>
                  <a:pt x="38773" y="67898"/>
                  <a:pt x="34921" y="78113"/>
                </a:cubicBezTo>
                <a:cubicBezTo>
                  <a:pt x="31069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2"/>
                  <a:pt x="27803" y="136718"/>
                  <a:pt x="30147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4" y="163425"/>
                  <a:pt x="51753" y="165769"/>
                </a:cubicBezTo>
                <a:cubicBezTo>
                  <a:pt x="56443" y="168114"/>
                  <a:pt x="60797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7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9" y="144504"/>
                  <a:pt x="120339" y="136634"/>
                </a:cubicBezTo>
                <a:cubicBezTo>
                  <a:pt x="122348" y="128764"/>
                  <a:pt x="123353" y="124327"/>
                  <a:pt x="123353" y="123322"/>
                </a:cubicBezTo>
                <a:cubicBezTo>
                  <a:pt x="123353" y="121983"/>
                  <a:pt x="122265" y="121146"/>
                  <a:pt x="120087" y="120811"/>
                </a:cubicBezTo>
                <a:cubicBezTo>
                  <a:pt x="117910" y="120476"/>
                  <a:pt x="112885" y="120225"/>
                  <a:pt x="105014" y="120057"/>
                </a:cubicBezTo>
                <a:lnTo>
                  <a:pt x="95718" y="120057"/>
                </a:lnTo>
                <a:cubicBezTo>
                  <a:pt x="94713" y="119053"/>
                  <a:pt x="94211" y="118383"/>
                  <a:pt x="94211" y="118048"/>
                </a:cubicBezTo>
                <a:cubicBezTo>
                  <a:pt x="94211" y="117713"/>
                  <a:pt x="94378" y="116122"/>
                  <a:pt x="94713" y="113276"/>
                </a:cubicBezTo>
                <a:cubicBezTo>
                  <a:pt x="95383" y="111099"/>
                  <a:pt x="96221" y="109508"/>
                  <a:pt x="97226" y="108504"/>
                </a:cubicBezTo>
                <a:lnTo>
                  <a:pt x="101496" y="108504"/>
                </a:lnTo>
                <a:cubicBezTo>
                  <a:pt x="108196" y="108839"/>
                  <a:pt x="119920" y="109006"/>
                  <a:pt x="136668" y="109006"/>
                </a:cubicBezTo>
                <a:cubicBezTo>
                  <a:pt x="143368" y="109006"/>
                  <a:pt x="148811" y="109006"/>
                  <a:pt x="152998" y="109006"/>
                </a:cubicBezTo>
                <a:cubicBezTo>
                  <a:pt x="157186" y="109006"/>
                  <a:pt x="160200" y="108922"/>
                  <a:pt x="162043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1" y="120057"/>
                  <a:pt x="161791" y="120057"/>
                </a:cubicBezTo>
                <a:cubicBezTo>
                  <a:pt x="158442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2" y="135881"/>
                </a:cubicBezTo>
                <a:cubicBezTo>
                  <a:pt x="143954" y="141406"/>
                  <a:pt x="142698" y="146095"/>
                  <a:pt x="141693" y="149946"/>
                </a:cubicBezTo>
                <a:cubicBezTo>
                  <a:pt x="137506" y="167025"/>
                  <a:pt x="135161" y="175816"/>
                  <a:pt x="134659" y="176318"/>
                </a:cubicBezTo>
                <a:cubicBezTo>
                  <a:pt x="134324" y="176653"/>
                  <a:pt x="133905" y="176821"/>
                  <a:pt x="133403" y="176821"/>
                </a:cubicBezTo>
                <a:cubicBezTo>
                  <a:pt x="131728" y="176821"/>
                  <a:pt x="129383" y="175146"/>
                  <a:pt x="126368" y="171797"/>
                </a:cubicBezTo>
                <a:cubicBezTo>
                  <a:pt x="123353" y="168449"/>
                  <a:pt x="121427" y="165853"/>
                  <a:pt x="120590" y="164011"/>
                </a:cubicBezTo>
                <a:cubicBezTo>
                  <a:pt x="120590" y="163844"/>
                  <a:pt x="120422" y="163844"/>
                  <a:pt x="120087" y="164011"/>
                </a:cubicBezTo>
                <a:cubicBezTo>
                  <a:pt x="119752" y="164179"/>
                  <a:pt x="119250" y="164597"/>
                  <a:pt x="118580" y="165267"/>
                </a:cubicBezTo>
                <a:cubicBezTo>
                  <a:pt x="106186" y="176821"/>
                  <a:pt x="89437" y="182598"/>
                  <a:pt x="68334" y="182598"/>
                </a:cubicBezTo>
                <a:cubicBezTo>
                  <a:pt x="48068" y="182598"/>
                  <a:pt x="31655" y="176151"/>
                  <a:pt x="19093" y="163258"/>
                </a:cubicBezTo>
                <a:cubicBezTo>
                  <a:pt x="6532" y="150365"/>
                  <a:pt x="167" y="133871"/>
                  <a:pt x="0" y="1137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1" cap="flat">
            <a:solidFill>
              <a:srgbClr val="000000">
                <a:alpha val="11680"/>
              </a:srgbClr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62AFB-EB86-48D0-97F2-D07EF01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893" y="3861489"/>
            <a:ext cx="70870" cy="118264"/>
          </a:xfrm>
          <a:custGeom xmlns:a="http://schemas.openxmlformats.org/drawingml/2006/main">
            <a:pathLst>
              <a:path w="70870" h="118264">
                <a:moveTo>
                  <a:pt x="10478" y="42085"/>
                </a:moveTo>
                <a:cubicBezTo>
                  <a:pt x="7282" y="42085"/>
                  <a:pt x="4735" y="41020"/>
                  <a:pt x="2841" y="38889"/>
                </a:cubicBezTo>
                <a:cubicBezTo>
                  <a:pt x="947" y="36758"/>
                  <a:pt x="0" y="34153"/>
                  <a:pt x="0" y="31075"/>
                </a:cubicBezTo>
                <a:cubicBezTo>
                  <a:pt x="0" y="22670"/>
                  <a:pt x="3137" y="15390"/>
                  <a:pt x="9413" y="9234"/>
                </a:cubicBezTo>
                <a:cubicBezTo>
                  <a:pt x="15690" y="3078"/>
                  <a:pt x="23505" y="0"/>
                  <a:pt x="32859" y="0"/>
                </a:cubicBezTo>
                <a:cubicBezTo>
                  <a:pt x="43634" y="0"/>
                  <a:pt x="52633" y="3315"/>
                  <a:pt x="59857" y="9944"/>
                </a:cubicBezTo>
                <a:cubicBezTo>
                  <a:pt x="67080" y="16574"/>
                  <a:pt x="70750" y="25156"/>
                  <a:pt x="70870" y="35692"/>
                </a:cubicBezTo>
                <a:cubicBezTo>
                  <a:pt x="70870" y="40783"/>
                  <a:pt x="69686" y="45637"/>
                  <a:pt x="67317" y="50254"/>
                </a:cubicBezTo>
                <a:cubicBezTo>
                  <a:pt x="64949" y="54870"/>
                  <a:pt x="62107" y="58895"/>
                  <a:pt x="58792" y="62328"/>
                </a:cubicBezTo>
                <a:cubicBezTo>
                  <a:pt x="55476" y="65762"/>
                  <a:pt x="50739" y="70142"/>
                  <a:pt x="44582" y="75469"/>
                </a:cubicBezTo>
                <a:cubicBezTo>
                  <a:pt x="40318" y="79139"/>
                  <a:pt x="34399" y="84585"/>
                  <a:pt x="26820" y="91806"/>
                </a:cubicBezTo>
                <a:lnTo>
                  <a:pt x="16341" y="101750"/>
                </a:lnTo>
                <a:lnTo>
                  <a:pt x="29840" y="101928"/>
                </a:lnTo>
                <a:cubicBezTo>
                  <a:pt x="48430" y="101928"/>
                  <a:pt x="58318" y="101632"/>
                  <a:pt x="59502" y="101040"/>
                </a:cubicBezTo>
                <a:cubicBezTo>
                  <a:pt x="60331" y="100803"/>
                  <a:pt x="61752" y="95535"/>
                  <a:pt x="63764" y="85236"/>
                </a:cubicBezTo>
                <a:lnTo>
                  <a:pt x="63764" y="84703"/>
                </a:lnTo>
                <a:lnTo>
                  <a:pt x="70870" y="84703"/>
                </a:lnTo>
                <a:lnTo>
                  <a:pt x="70870" y="85236"/>
                </a:lnTo>
                <a:cubicBezTo>
                  <a:pt x="70750" y="85591"/>
                  <a:pt x="69982" y="90977"/>
                  <a:pt x="68560" y="101395"/>
                </a:cubicBezTo>
                <a:cubicBezTo>
                  <a:pt x="67139" y="111813"/>
                  <a:pt x="66251" y="117258"/>
                  <a:pt x="65896" y="117732"/>
                </a:cubicBezTo>
                <a:lnTo>
                  <a:pt x="65896" y="118264"/>
                </a:lnTo>
                <a:lnTo>
                  <a:pt x="0" y="118264"/>
                </a:lnTo>
                <a:lnTo>
                  <a:pt x="0" y="114891"/>
                </a:lnTo>
                <a:lnTo>
                  <a:pt x="0" y="112760"/>
                </a:lnTo>
                <a:cubicBezTo>
                  <a:pt x="0" y="111931"/>
                  <a:pt x="355" y="111043"/>
                  <a:pt x="1065" y="110096"/>
                </a:cubicBezTo>
                <a:cubicBezTo>
                  <a:pt x="1776" y="109149"/>
                  <a:pt x="3551" y="107077"/>
                  <a:pt x="6394" y="103881"/>
                </a:cubicBezTo>
                <a:cubicBezTo>
                  <a:pt x="9827" y="100093"/>
                  <a:pt x="12788" y="96778"/>
                  <a:pt x="15274" y="93937"/>
                </a:cubicBezTo>
                <a:cubicBezTo>
                  <a:pt x="16341" y="92753"/>
                  <a:pt x="18354" y="90563"/>
                  <a:pt x="21313" y="87366"/>
                </a:cubicBezTo>
                <a:cubicBezTo>
                  <a:pt x="24274" y="84170"/>
                  <a:pt x="26287" y="81980"/>
                  <a:pt x="27352" y="80796"/>
                </a:cubicBezTo>
                <a:cubicBezTo>
                  <a:pt x="28419" y="79612"/>
                  <a:pt x="30136" y="77659"/>
                  <a:pt x="32503" y="74936"/>
                </a:cubicBezTo>
                <a:cubicBezTo>
                  <a:pt x="34871" y="72214"/>
                  <a:pt x="36530" y="70201"/>
                  <a:pt x="37477" y="68899"/>
                </a:cubicBezTo>
                <a:cubicBezTo>
                  <a:pt x="38424" y="67597"/>
                  <a:pt x="39787" y="65821"/>
                  <a:pt x="41563" y="63571"/>
                </a:cubicBezTo>
                <a:cubicBezTo>
                  <a:pt x="43338" y="61322"/>
                  <a:pt x="44582" y="59428"/>
                  <a:pt x="45292" y="57889"/>
                </a:cubicBezTo>
                <a:cubicBezTo>
                  <a:pt x="46002" y="56350"/>
                  <a:pt x="46891" y="54634"/>
                  <a:pt x="47957" y="52740"/>
                </a:cubicBezTo>
                <a:cubicBezTo>
                  <a:pt x="49022" y="50845"/>
                  <a:pt x="49792" y="48951"/>
                  <a:pt x="50265" y="47057"/>
                </a:cubicBezTo>
                <a:cubicBezTo>
                  <a:pt x="50739" y="45163"/>
                  <a:pt x="51153" y="43387"/>
                  <a:pt x="51510" y="41730"/>
                </a:cubicBezTo>
                <a:cubicBezTo>
                  <a:pt x="51865" y="40073"/>
                  <a:pt x="52041" y="38119"/>
                  <a:pt x="52041" y="35870"/>
                </a:cubicBezTo>
                <a:cubicBezTo>
                  <a:pt x="52041" y="28412"/>
                  <a:pt x="50029" y="21960"/>
                  <a:pt x="46002" y="16514"/>
                </a:cubicBezTo>
                <a:cubicBezTo>
                  <a:pt x="41977" y="11069"/>
                  <a:pt x="36234" y="8346"/>
                  <a:pt x="28774" y="8346"/>
                </a:cubicBezTo>
                <a:cubicBezTo>
                  <a:pt x="24866" y="8346"/>
                  <a:pt x="21433" y="9352"/>
                  <a:pt x="18472" y="11365"/>
                </a:cubicBezTo>
                <a:cubicBezTo>
                  <a:pt x="15511" y="13377"/>
                  <a:pt x="13439" y="15331"/>
                  <a:pt x="12255" y="17225"/>
                </a:cubicBezTo>
                <a:cubicBezTo>
                  <a:pt x="11070" y="19119"/>
                  <a:pt x="10478" y="20243"/>
                  <a:pt x="10478" y="20599"/>
                </a:cubicBezTo>
                <a:cubicBezTo>
                  <a:pt x="10478" y="20717"/>
                  <a:pt x="10774" y="20776"/>
                  <a:pt x="11367" y="20776"/>
                </a:cubicBezTo>
                <a:cubicBezTo>
                  <a:pt x="13498" y="20776"/>
                  <a:pt x="15690" y="21605"/>
                  <a:pt x="17939" y="23262"/>
                </a:cubicBezTo>
                <a:cubicBezTo>
                  <a:pt x="20189" y="24920"/>
                  <a:pt x="21313" y="27642"/>
                  <a:pt x="21313" y="31431"/>
                </a:cubicBezTo>
                <a:cubicBezTo>
                  <a:pt x="21313" y="34390"/>
                  <a:pt x="20366" y="36876"/>
                  <a:pt x="18472" y="38889"/>
                </a:cubicBezTo>
                <a:cubicBezTo>
                  <a:pt x="16578" y="40901"/>
                  <a:pt x="13913" y="41967"/>
                  <a:pt x="10478" y="42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D16E6-999E-4410-88A2-B8FCDC3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892" y="3861489"/>
            <a:ext cx="70870" cy="118264"/>
          </a:xfrm>
          <a:custGeom xmlns:a="http://schemas.openxmlformats.org/drawingml/2006/main">
            <a:pathLst>
              <a:path w="70870" h="118264" fill="none">
                <a:moveTo>
                  <a:pt x="10480" y="42085"/>
                </a:moveTo>
                <a:cubicBezTo>
                  <a:pt x="7282" y="42085"/>
                  <a:pt x="4737" y="41020"/>
                  <a:pt x="2842" y="38889"/>
                </a:cubicBezTo>
                <a:cubicBezTo>
                  <a:pt x="947" y="36758"/>
                  <a:pt x="0" y="34153"/>
                  <a:pt x="0" y="31075"/>
                </a:cubicBezTo>
                <a:cubicBezTo>
                  <a:pt x="0" y="22670"/>
                  <a:pt x="3138" y="15390"/>
                  <a:pt x="9414" y="9234"/>
                </a:cubicBezTo>
                <a:cubicBezTo>
                  <a:pt x="15690" y="3078"/>
                  <a:pt x="23505" y="0"/>
                  <a:pt x="32859" y="0"/>
                </a:cubicBezTo>
                <a:cubicBezTo>
                  <a:pt x="43635" y="0"/>
                  <a:pt x="52634" y="3315"/>
                  <a:pt x="59858" y="9944"/>
                </a:cubicBezTo>
                <a:cubicBezTo>
                  <a:pt x="67081" y="16574"/>
                  <a:pt x="70752" y="25156"/>
                  <a:pt x="70870" y="35692"/>
                </a:cubicBezTo>
                <a:cubicBezTo>
                  <a:pt x="70870" y="40783"/>
                  <a:pt x="69686" y="45637"/>
                  <a:pt x="67318" y="50253"/>
                </a:cubicBezTo>
                <a:cubicBezTo>
                  <a:pt x="64949" y="54870"/>
                  <a:pt x="62107" y="58895"/>
                  <a:pt x="58792" y="62329"/>
                </a:cubicBezTo>
                <a:cubicBezTo>
                  <a:pt x="55476" y="65762"/>
                  <a:pt x="50740" y="70142"/>
                  <a:pt x="44582" y="75469"/>
                </a:cubicBezTo>
                <a:cubicBezTo>
                  <a:pt x="40319" y="79139"/>
                  <a:pt x="34399" y="84584"/>
                  <a:pt x="26820" y="91806"/>
                </a:cubicBezTo>
                <a:lnTo>
                  <a:pt x="16341" y="101750"/>
                </a:lnTo>
                <a:lnTo>
                  <a:pt x="29840" y="101928"/>
                </a:lnTo>
                <a:cubicBezTo>
                  <a:pt x="48431" y="101928"/>
                  <a:pt x="58318" y="101632"/>
                  <a:pt x="59502" y="101040"/>
                </a:cubicBezTo>
                <a:cubicBezTo>
                  <a:pt x="60331" y="100803"/>
                  <a:pt x="61752" y="95535"/>
                  <a:pt x="63765" y="85236"/>
                </a:cubicBezTo>
                <a:lnTo>
                  <a:pt x="63765" y="84703"/>
                </a:lnTo>
                <a:lnTo>
                  <a:pt x="70870" y="84703"/>
                </a:lnTo>
                <a:lnTo>
                  <a:pt x="70870" y="85236"/>
                </a:lnTo>
                <a:cubicBezTo>
                  <a:pt x="70752" y="85591"/>
                  <a:pt x="69982" y="90977"/>
                  <a:pt x="68561" y="101395"/>
                </a:cubicBezTo>
                <a:cubicBezTo>
                  <a:pt x="67140" y="111813"/>
                  <a:pt x="66252" y="117258"/>
                  <a:pt x="65897" y="117732"/>
                </a:cubicBezTo>
                <a:lnTo>
                  <a:pt x="65897" y="118264"/>
                </a:lnTo>
                <a:lnTo>
                  <a:pt x="0" y="118264"/>
                </a:lnTo>
                <a:lnTo>
                  <a:pt x="0" y="114890"/>
                </a:lnTo>
                <a:lnTo>
                  <a:pt x="0" y="112760"/>
                </a:lnTo>
                <a:cubicBezTo>
                  <a:pt x="0" y="111931"/>
                  <a:pt x="355" y="111043"/>
                  <a:pt x="1066" y="110096"/>
                </a:cubicBezTo>
                <a:cubicBezTo>
                  <a:pt x="1776" y="109149"/>
                  <a:pt x="3552" y="107077"/>
                  <a:pt x="6394" y="103881"/>
                </a:cubicBezTo>
                <a:cubicBezTo>
                  <a:pt x="9828" y="100093"/>
                  <a:pt x="12789" y="96778"/>
                  <a:pt x="15275" y="93937"/>
                </a:cubicBezTo>
                <a:cubicBezTo>
                  <a:pt x="16341" y="92753"/>
                  <a:pt x="18354" y="90563"/>
                  <a:pt x="21314" y="87366"/>
                </a:cubicBezTo>
                <a:cubicBezTo>
                  <a:pt x="24275" y="84170"/>
                  <a:pt x="26288" y="81980"/>
                  <a:pt x="27353" y="80796"/>
                </a:cubicBezTo>
                <a:cubicBezTo>
                  <a:pt x="28419" y="79612"/>
                  <a:pt x="30136" y="77659"/>
                  <a:pt x="32504" y="74936"/>
                </a:cubicBezTo>
                <a:cubicBezTo>
                  <a:pt x="34872" y="72213"/>
                  <a:pt x="36530" y="70201"/>
                  <a:pt x="37478" y="68899"/>
                </a:cubicBezTo>
                <a:cubicBezTo>
                  <a:pt x="38425" y="67597"/>
                  <a:pt x="39787" y="65821"/>
                  <a:pt x="41563" y="63572"/>
                </a:cubicBezTo>
                <a:cubicBezTo>
                  <a:pt x="43339" y="61322"/>
                  <a:pt x="44582" y="59428"/>
                  <a:pt x="45293" y="57889"/>
                </a:cubicBezTo>
                <a:cubicBezTo>
                  <a:pt x="46003" y="56350"/>
                  <a:pt x="46891" y="54634"/>
                  <a:pt x="47957" y="52740"/>
                </a:cubicBezTo>
                <a:cubicBezTo>
                  <a:pt x="49023" y="50845"/>
                  <a:pt x="49792" y="48951"/>
                  <a:pt x="50266" y="47057"/>
                </a:cubicBezTo>
                <a:cubicBezTo>
                  <a:pt x="50740" y="45163"/>
                  <a:pt x="51154" y="43387"/>
                  <a:pt x="51509" y="41730"/>
                </a:cubicBezTo>
                <a:cubicBezTo>
                  <a:pt x="51865" y="40073"/>
                  <a:pt x="52042" y="38119"/>
                  <a:pt x="52042" y="35870"/>
                </a:cubicBezTo>
                <a:cubicBezTo>
                  <a:pt x="52042" y="28412"/>
                  <a:pt x="50029" y="21960"/>
                  <a:pt x="46003" y="16514"/>
                </a:cubicBezTo>
                <a:cubicBezTo>
                  <a:pt x="41977" y="11069"/>
                  <a:pt x="36234" y="8346"/>
                  <a:pt x="28774" y="8346"/>
                </a:cubicBezTo>
                <a:cubicBezTo>
                  <a:pt x="24867" y="8346"/>
                  <a:pt x="21433" y="9352"/>
                  <a:pt x="18472" y="11365"/>
                </a:cubicBezTo>
                <a:cubicBezTo>
                  <a:pt x="15512" y="13377"/>
                  <a:pt x="13440" y="15331"/>
                  <a:pt x="12256" y="17225"/>
                </a:cubicBezTo>
                <a:cubicBezTo>
                  <a:pt x="11072" y="19119"/>
                  <a:pt x="10480" y="20243"/>
                  <a:pt x="10480" y="20599"/>
                </a:cubicBezTo>
                <a:cubicBezTo>
                  <a:pt x="10480" y="20717"/>
                  <a:pt x="10776" y="20776"/>
                  <a:pt x="11368" y="20776"/>
                </a:cubicBezTo>
                <a:cubicBezTo>
                  <a:pt x="13499" y="20776"/>
                  <a:pt x="15690" y="21605"/>
                  <a:pt x="17940" y="23262"/>
                </a:cubicBezTo>
                <a:cubicBezTo>
                  <a:pt x="20189" y="24920"/>
                  <a:pt x="21314" y="27642"/>
                  <a:pt x="21314" y="31431"/>
                </a:cubicBezTo>
                <a:cubicBezTo>
                  <a:pt x="21314" y="34390"/>
                  <a:pt x="20367" y="36876"/>
                  <a:pt x="18472" y="38889"/>
                </a:cubicBezTo>
                <a:cubicBezTo>
                  <a:pt x="16578" y="40901"/>
                  <a:pt x="13913" y="41967"/>
                  <a:pt x="10480" y="420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" cap="flat">
            <a:solidFill>
              <a:srgbClr val="000000">
                <a:alpha val="8260"/>
              </a:srgbClr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EE176-9A0F-416C-B1B6-52F0BC26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801" y="3487374"/>
            <a:ext cx="10" cy="190737"/>
          </a:xfrm>
          <a:custGeom xmlns:a="http://schemas.openxmlformats.org/drawingml/2006/main">
            <a:pathLst>
              <a:path w="1" h="190737" fill="none">
                <a:moveTo>
                  <a:pt x="0" y="190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DC629-FAB3-4E36-BF00-C918FB11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178" y="3429467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7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1C637-2948-4E38-985C-CA258F7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181" y="3429458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46EDD-3CB3-478F-93F0-C4F3E2DC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73" y="2075778"/>
            <a:ext cx="861428" cy="386107"/>
          </a:xfrm>
          <a:custGeom xmlns:a="http://schemas.openxmlformats.org/drawingml/2006/main">
            <a:pathLst>
              <a:path w="861428" h="386107">
                <a:moveTo>
                  <a:pt x="57932" y="0"/>
                </a:moveTo>
                <a:lnTo>
                  <a:pt x="803497" y="0"/>
                </a:lnTo>
                <a:cubicBezTo>
                  <a:pt x="811178" y="0"/>
                  <a:pt x="818567" y="1470"/>
                  <a:pt x="825665" y="4408"/>
                </a:cubicBezTo>
                <a:cubicBezTo>
                  <a:pt x="832761" y="7347"/>
                  <a:pt x="839027" y="11533"/>
                  <a:pt x="844459" y="16963"/>
                </a:cubicBezTo>
                <a:cubicBezTo>
                  <a:pt x="849891" y="22393"/>
                  <a:pt x="854076" y="28657"/>
                  <a:pt x="857016" y="35751"/>
                </a:cubicBezTo>
                <a:cubicBezTo>
                  <a:pt x="859957" y="42847"/>
                  <a:pt x="861428" y="50235"/>
                  <a:pt x="861428" y="57916"/>
                </a:cubicBezTo>
                <a:lnTo>
                  <a:pt x="861428" y="328190"/>
                </a:lnTo>
                <a:cubicBezTo>
                  <a:pt x="861428" y="335869"/>
                  <a:pt x="859957" y="343256"/>
                  <a:pt x="857017" y="350351"/>
                </a:cubicBezTo>
                <a:cubicBezTo>
                  <a:pt x="854076" y="357447"/>
                  <a:pt x="849891" y="363711"/>
                  <a:pt x="844459" y="369143"/>
                </a:cubicBezTo>
                <a:cubicBezTo>
                  <a:pt x="839027" y="374573"/>
                  <a:pt x="832763" y="378757"/>
                  <a:pt x="825665" y="381697"/>
                </a:cubicBezTo>
                <a:cubicBezTo>
                  <a:pt x="818567" y="384636"/>
                  <a:pt x="811178" y="386106"/>
                  <a:pt x="803497" y="386107"/>
                </a:cubicBezTo>
                <a:lnTo>
                  <a:pt x="57932" y="386107"/>
                </a:lnTo>
                <a:cubicBezTo>
                  <a:pt x="50248" y="386106"/>
                  <a:pt x="42859" y="384636"/>
                  <a:pt x="35761" y="381697"/>
                </a:cubicBezTo>
                <a:cubicBezTo>
                  <a:pt x="28663" y="378757"/>
                  <a:pt x="22399" y="374573"/>
                  <a:pt x="16967" y="369143"/>
                </a:cubicBezTo>
                <a:cubicBezTo>
                  <a:pt x="11534" y="363711"/>
                  <a:pt x="7349" y="357447"/>
                  <a:pt x="4409" y="350351"/>
                </a:cubicBezTo>
                <a:cubicBezTo>
                  <a:pt x="1470" y="343256"/>
                  <a:pt x="0" y="335869"/>
                  <a:pt x="2" y="328190"/>
                </a:cubicBezTo>
                <a:lnTo>
                  <a:pt x="2" y="57916"/>
                </a:lnTo>
                <a:cubicBezTo>
                  <a:pt x="0" y="50235"/>
                  <a:pt x="1470" y="42847"/>
                  <a:pt x="4409" y="35751"/>
                </a:cubicBezTo>
                <a:cubicBezTo>
                  <a:pt x="7349" y="28657"/>
                  <a:pt x="11534" y="22393"/>
                  <a:pt x="16967" y="16963"/>
                </a:cubicBezTo>
                <a:cubicBezTo>
                  <a:pt x="22399" y="11533"/>
                  <a:pt x="28663" y="7347"/>
                  <a:pt x="35761" y="4408"/>
                </a:cubicBezTo>
                <a:cubicBezTo>
                  <a:pt x="42859" y="1470"/>
                  <a:pt x="50248" y="0"/>
                  <a:pt x="57932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1FCBB-AFB9-41F8-93E6-6D4329BB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77" y="2075769"/>
            <a:ext cx="861427" cy="386106"/>
          </a:xfrm>
          <a:custGeom xmlns:a="http://schemas.openxmlformats.org/drawingml/2006/main">
            <a:pathLst>
              <a:path w="861427" h="386106" fill="none">
                <a:moveTo>
                  <a:pt x="57931" y="0"/>
                </a:moveTo>
                <a:lnTo>
                  <a:pt x="803497" y="0"/>
                </a:lnTo>
                <a:cubicBezTo>
                  <a:pt x="811178" y="0"/>
                  <a:pt x="818566" y="1469"/>
                  <a:pt x="825665" y="4407"/>
                </a:cubicBezTo>
                <a:cubicBezTo>
                  <a:pt x="832761" y="7348"/>
                  <a:pt x="839025" y="11533"/>
                  <a:pt x="844457" y="16964"/>
                </a:cubicBezTo>
                <a:cubicBezTo>
                  <a:pt x="849889" y="22394"/>
                  <a:pt x="854076" y="28657"/>
                  <a:pt x="857015" y="35752"/>
                </a:cubicBezTo>
                <a:cubicBezTo>
                  <a:pt x="859956" y="42846"/>
                  <a:pt x="861425" y="50234"/>
                  <a:pt x="861427" y="57916"/>
                </a:cubicBezTo>
                <a:lnTo>
                  <a:pt x="861427" y="328190"/>
                </a:lnTo>
                <a:cubicBezTo>
                  <a:pt x="861425" y="335870"/>
                  <a:pt x="859956" y="343256"/>
                  <a:pt x="857017" y="350351"/>
                </a:cubicBezTo>
                <a:cubicBezTo>
                  <a:pt x="854076" y="357446"/>
                  <a:pt x="849889" y="363710"/>
                  <a:pt x="844457" y="369143"/>
                </a:cubicBezTo>
                <a:cubicBezTo>
                  <a:pt x="839025" y="374573"/>
                  <a:pt x="832761" y="378757"/>
                  <a:pt x="825665" y="381697"/>
                </a:cubicBezTo>
                <a:cubicBezTo>
                  <a:pt x="818566" y="384635"/>
                  <a:pt x="811178" y="386104"/>
                  <a:pt x="803497" y="386106"/>
                </a:cubicBezTo>
                <a:lnTo>
                  <a:pt x="57931" y="386106"/>
                </a:lnTo>
                <a:cubicBezTo>
                  <a:pt x="50247" y="386104"/>
                  <a:pt x="42857" y="384635"/>
                  <a:pt x="35761" y="381697"/>
                </a:cubicBezTo>
                <a:cubicBezTo>
                  <a:pt x="28662" y="378757"/>
                  <a:pt x="22398" y="374573"/>
                  <a:pt x="16966" y="369143"/>
                </a:cubicBezTo>
                <a:cubicBezTo>
                  <a:pt x="11534" y="363710"/>
                  <a:pt x="7348" y="357446"/>
                  <a:pt x="4409" y="350351"/>
                </a:cubicBezTo>
                <a:cubicBezTo>
                  <a:pt x="1470" y="343256"/>
                  <a:pt x="0" y="335870"/>
                  <a:pt x="0" y="328190"/>
                </a:cubicBezTo>
                <a:lnTo>
                  <a:pt x="0" y="57916"/>
                </a:lnTo>
                <a:cubicBezTo>
                  <a:pt x="0" y="50234"/>
                  <a:pt x="1470" y="42846"/>
                  <a:pt x="4409" y="35752"/>
                </a:cubicBezTo>
                <a:cubicBezTo>
                  <a:pt x="7348" y="28657"/>
                  <a:pt x="11534" y="22394"/>
                  <a:pt x="16966" y="16964"/>
                </a:cubicBezTo>
                <a:cubicBezTo>
                  <a:pt x="22398" y="11533"/>
                  <a:pt x="28662" y="7348"/>
                  <a:pt x="35759" y="4407"/>
                </a:cubicBezTo>
                <a:cubicBezTo>
                  <a:pt x="42857" y="1469"/>
                  <a:pt x="50247" y="0"/>
                  <a:pt x="5793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D6B656"/>
            </a:solidFill>
            <a:miter/>
          </a:ln>
        </p:spPr>
      </p:sp>
      <p:sp>
        <p:nvSpPr>
          <p:cNvPr id="542" name="Text Concat">
            <a:extLst xmlns:a="http://schemas.openxmlformats.org/drawingml/2006/main">
              <a:ext uri="{FF2B5EF4-FFF2-40B4-BE49-F238E27FC236}">
                <a16:creationId xmlns:a16="http://schemas.microsoft.com/office/drawing/2014/main" id="{E9F33790-0D66-4137-B599-28DCC2B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570" y="2165586"/>
            <a:ext cx="718628" cy="175332"/>
          </a:xfrm>
          <a:custGeom xmlns:a="http://schemas.openxmlformats.org/drawingml/2006/main">
            <a:pathLst>
              <a:path w="718628" h="175332">
                <a:moveTo>
                  <a:pt x="77505" y="0"/>
                </a:moveTo>
                <a:cubicBezTo>
                  <a:pt x="98550" y="0"/>
                  <a:pt x="114880" y="5555"/>
                  <a:pt x="126497" y="16664"/>
                </a:cubicBezTo>
                <a:cubicBezTo>
                  <a:pt x="138113" y="27773"/>
                  <a:pt x="144562" y="40392"/>
                  <a:pt x="145845" y="54522"/>
                </a:cubicBezTo>
                <a:lnTo>
                  <a:pt x="123894" y="54522"/>
                </a:lnTo>
                <a:cubicBezTo>
                  <a:pt x="121405" y="43814"/>
                  <a:pt x="116446" y="35330"/>
                  <a:pt x="109016" y="29071"/>
                </a:cubicBezTo>
                <a:cubicBezTo>
                  <a:pt x="101586" y="22812"/>
                  <a:pt x="91158" y="19682"/>
                  <a:pt x="77731" y="19682"/>
                </a:cubicBezTo>
                <a:cubicBezTo>
                  <a:pt x="61363" y="19682"/>
                  <a:pt x="48143" y="25437"/>
                  <a:pt x="38073" y="36947"/>
                </a:cubicBezTo>
                <a:cubicBezTo>
                  <a:pt x="28004" y="48457"/>
                  <a:pt x="22969" y="66099"/>
                  <a:pt x="22969" y="89875"/>
                </a:cubicBezTo>
                <a:cubicBezTo>
                  <a:pt x="22969" y="109345"/>
                  <a:pt x="27513" y="125138"/>
                  <a:pt x="36603" y="137253"/>
                </a:cubicBezTo>
                <a:cubicBezTo>
                  <a:pt x="45692" y="149366"/>
                  <a:pt x="59251" y="155423"/>
                  <a:pt x="77278" y="155423"/>
                </a:cubicBezTo>
                <a:cubicBezTo>
                  <a:pt x="93873" y="155423"/>
                  <a:pt x="106508" y="149035"/>
                  <a:pt x="115182" y="136260"/>
                </a:cubicBezTo>
                <a:cubicBezTo>
                  <a:pt x="119783" y="129532"/>
                  <a:pt x="123216" y="120687"/>
                  <a:pt x="125478" y="109724"/>
                </a:cubicBezTo>
                <a:lnTo>
                  <a:pt x="147429" y="109724"/>
                </a:lnTo>
                <a:cubicBezTo>
                  <a:pt x="145467" y="127280"/>
                  <a:pt x="138981" y="141998"/>
                  <a:pt x="127968" y="153878"/>
                </a:cubicBezTo>
                <a:cubicBezTo>
                  <a:pt x="114767" y="168180"/>
                  <a:pt x="96966" y="175332"/>
                  <a:pt x="74563" y="175332"/>
                </a:cubicBezTo>
                <a:cubicBezTo>
                  <a:pt x="55253" y="175332"/>
                  <a:pt x="39035" y="169475"/>
                  <a:pt x="25910" y="157763"/>
                </a:cubicBezTo>
                <a:cubicBezTo>
                  <a:pt x="8637" y="142275"/>
                  <a:pt x="0" y="118362"/>
                  <a:pt x="0" y="86022"/>
                </a:cubicBezTo>
                <a:cubicBezTo>
                  <a:pt x="0" y="61466"/>
                  <a:pt x="6487" y="41330"/>
                  <a:pt x="19461" y="25614"/>
                </a:cubicBezTo>
                <a:cubicBezTo>
                  <a:pt x="33491" y="8538"/>
                  <a:pt x="52839" y="0"/>
                  <a:pt x="77505" y="0"/>
                </a:cubicBezTo>
                <a:moveTo>
                  <a:pt x="72979" y="0"/>
                </a:moveTo>
                <a:lnTo>
                  <a:pt x="72979" y="0"/>
                </a:lnTo>
                <a:close/>
                <a:moveTo>
                  <a:pt x="220188" y="157459"/>
                </a:moveTo>
                <a:cubicBezTo>
                  <a:pt x="233691" y="157459"/>
                  <a:pt x="242950" y="152344"/>
                  <a:pt x="247966" y="142114"/>
                </a:cubicBezTo>
                <a:cubicBezTo>
                  <a:pt x="252982" y="131884"/>
                  <a:pt x="255490" y="120502"/>
                  <a:pt x="255490" y="107967"/>
                </a:cubicBezTo>
                <a:cubicBezTo>
                  <a:pt x="255490" y="96641"/>
                  <a:pt x="253680" y="87430"/>
                  <a:pt x="250059" y="80334"/>
                </a:cubicBezTo>
                <a:cubicBezTo>
                  <a:pt x="244326" y="69159"/>
                  <a:pt x="234445" y="63572"/>
                  <a:pt x="220415" y="63572"/>
                </a:cubicBezTo>
                <a:cubicBezTo>
                  <a:pt x="207969" y="63572"/>
                  <a:pt x="198917" y="68329"/>
                  <a:pt x="193260" y="77842"/>
                </a:cubicBezTo>
                <a:cubicBezTo>
                  <a:pt x="187603" y="87356"/>
                  <a:pt x="184774" y="98833"/>
                  <a:pt x="184774" y="112272"/>
                </a:cubicBezTo>
                <a:cubicBezTo>
                  <a:pt x="184774" y="125182"/>
                  <a:pt x="187603" y="135941"/>
                  <a:pt x="193260" y="144550"/>
                </a:cubicBezTo>
                <a:cubicBezTo>
                  <a:pt x="198917" y="153156"/>
                  <a:pt x="207893" y="157459"/>
                  <a:pt x="220188" y="157459"/>
                </a:cubicBezTo>
                <a:moveTo>
                  <a:pt x="220980" y="45926"/>
                </a:moveTo>
                <a:cubicBezTo>
                  <a:pt x="236595" y="45926"/>
                  <a:pt x="249795" y="51134"/>
                  <a:pt x="260581" y="61550"/>
                </a:cubicBezTo>
                <a:cubicBezTo>
                  <a:pt x="271368" y="71966"/>
                  <a:pt x="276761" y="87288"/>
                  <a:pt x="276761" y="107514"/>
                </a:cubicBezTo>
                <a:cubicBezTo>
                  <a:pt x="276761" y="127065"/>
                  <a:pt x="272009" y="143218"/>
                  <a:pt x="262505" y="155974"/>
                </a:cubicBezTo>
                <a:cubicBezTo>
                  <a:pt x="253001" y="168728"/>
                  <a:pt x="238254" y="175105"/>
                  <a:pt x="218265" y="175105"/>
                </a:cubicBezTo>
                <a:cubicBezTo>
                  <a:pt x="201595" y="175105"/>
                  <a:pt x="188357" y="169464"/>
                  <a:pt x="178551" y="158180"/>
                </a:cubicBezTo>
                <a:cubicBezTo>
                  <a:pt x="168745" y="146897"/>
                  <a:pt x="163842" y="131745"/>
                  <a:pt x="163842" y="112725"/>
                </a:cubicBezTo>
                <a:cubicBezTo>
                  <a:pt x="163842" y="92345"/>
                  <a:pt x="169009" y="76117"/>
                  <a:pt x="179343" y="64042"/>
                </a:cubicBezTo>
                <a:cubicBezTo>
                  <a:pt x="189677" y="51964"/>
                  <a:pt x="203556" y="45926"/>
                  <a:pt x="220980" y="45926"/>
                </a:cubicBezTo>
                <a:moveTo>
                  <a:pt x="220302" y="46604"/>
                </a:moveTo>
                <a:lnTo>
                  <a:pt x="220302" y="46604"/>
                </a:lnTo>
                <a:close/>
                <a:moveTo>
                  <a:pt x="300986" y="49545"/>
                </a:moveTo>
                <a:lnTo>
                  <a:pt x="320334" y="49545"/>
                </a:lnTo>
                <a:lnTo>
                  <a:pt x="320334" y="66739"/>
                </a:lnTo>
                <a:cubicBezTo>
                  <a:pt x="326066" y="59650"/>
                  <a:pt x="332138" y="54560"/>
                  <a:pt x="338550" y="51468"/>
                </a:cubicBezTo>
                <a:cubicBezTo>
                  <a:pt x="344962" y="48376"/>
                  <a:pt x="352090" y="46830"/>
                  <a:pt x="359935" y="46830"/>
                </a:cubicBezTo>
                <a:cubicBezTo>
                  <a:pt x="377133" y="46830"/>
                  <a:pt x="388749" y="52832"/>
                  <a:pt x="394783" y="64834"/>
                </a:cubicBezTo>
                <a:cubicBezTo>
                  <a:pt x="398102" y="71399"/>
                  <a:pt x="399762" y="80796"/>
                  <a:pt x="399762" y="93025"/>
                </a:cubicBezTo>
                <a:lnTo>
                  <a:pt x="399762" y="170807"/>
                </a:lnTo>
                <a:lnTo>
                  <a:pt x="379056" y="170807"/>
                </a:lnTo>
                <a:lnTo>
                  <a:pt x="379056" y="94371"/>
                </a:lnTo>
                <a:cubicBezTo>
                  <a:pt x="379056" y="86972"/>
                  <a:pt x="377962" y="81007"/>
                  <a:pt x="375775" y="76478"/>
                </a:cubicBezTo>
                <a:cubicBezTo>
                  <a:pt x="372154" y="68930"/>
                  <a:pt x="365592" y="65155"/>
                  <a:pt x="356088" y="65155"/>
                </a:cubicBezTo>
                <a:cubicBezTo>
                  <a:pt x="351260" y="65155"/>
                  <a:pt x="347300" y="65646"/>
                  <a:pt x="344207" y="66626"/>
                </a:cubicBezTo>
                <a:cubicBezTo>
                  <a:pt x="338625" y="68287"/>
                  <a:pt x="333723" y="71609"/>
                  <a:pt x="329498" y="76591"/>
                </a:cubicBezTo>
                <a:cubicBezTo>
                  <a:pt x="326104" y="80592"/>
                  <a:pt x="323898" y="84726"/>
                  <a:pt x="322879" y="88991"/>
                </a:cubicBezTo>
                <a:cubicBezTo>
                  <a:pt x="321861" y="93257"/>
                  <a:pt x="321352" y="99352"/>
                  <a:pt x="321352" y="107277"/>
                </a:cubicBezTo>
                <a:lnTo>
                  <a:pt x="321352" y="170807"/>
                </a:lnTo>
                <a:lnTo>
                  <a:pt x="300986" y="170807"/>
                </a:lnTo>
                <a:lnTo>
                  <a:pt x="300986" y="49545"/>
                </a:lnTo>
                <a:moveTo>
                  <a:pt x="348846" y="46604"/>
                </a:moveTo>
                <a:lnTo>
                  <a:pt x="348846" y="46604"/>
                </a:lnTo>
                <a:close/>
                <a:moveTo>
                  <a:pt x="476599" y="45926"/>
                </a:moveTo>
                <a:cubicBezTo>
                  <a:pt x="490252" y="45926"/>
                  <a:pt x="501359" y="49252"/>
                  <a:pt x="509920" y="55905"/>
                </a:cubicBezTo>
                <a:cubicBezTo>
                  <a:pt x="518482" y="62557"/>
                  <a:pt x="523630" y="74012"/>
                  <a:pt x="525365" y="90267"/>
                </a:cubicBezTo>
                <a:lnTo>
                  <a:pt x="505564" y="90267"/>
                </a:lnTo>
                <a:cubicBezTo>
                  <a:pt x="504357" y="82802"/>
                  <a:pt x="501604" y="76599"/>
                  <a:pt x="497305" y="71660"/>
                </a:cubicBezTo>
                <a:cubicBezTo>
                  <a:pt x="493005" y="66720"/>
                  <a:pt x="486103" y="64251"/>
                  <a:pt x="476599" y="64251"/>
                </a:cubicBezTo>
                <a:cubicBezTo>
                  <a:pt x="463625" y="64251"/>
                  <a:pt x="454347" y="70585"/>
                  <a:pt x="448765" y="83254"/>
                </a:cubicBezTo>
                <a:cubicBezTo>
                  <a:pt x="445144" y="91474"/>
                  <a:pt x="443334" y="101617"/>
                  <a:pt x="443334" y="113683"/>
                </a:cubicBezTo>
                <a:cubicBezTo>
                  <a:pt x="443334" y="125824"/>
                  <a:pt x="445899" y="136042"/>
                  <a:pt x="451028" y="144337"/>
                </a:cubicBezTo>
                <a:cubicBezTo>
                  <a:pt x="456157" y="152633"/>
                  <a:pt x="464228" y="156780"/>
                  <a:pt x="475241" y="156780"/>
                </a:cubicBezTo>
                <a:cubicBezTo>
                  <a:pt x="483689" y="156780"/>
                  <a:pt x="490384" y="154217"/>
                  <a:pt x="495324" y="149092"/>
                </a:cubicBezTo>
                <a:cubicBezTo>
                  <a:pt x="500265" y="143966"/>
                  <a:pt x="503678" y="136952"/>
                  <a:pt x="505564" y="128049"/>
                </a:cubicBezTo>
                <a:lnTo>
                  <a:pt x="525365" y="128049"/>
                </a:lnTo>
                <a:cubicBezTo>
                  <a:pt x="523102" y="144111"/>
                  <a:pt x="517444" y="155857"/>
                  <a:pt x="508393" y="163285"/>
                </a:cubicBezTo>
                <a:cubicBezTo>
                  <a:pt x="499341" y="170713"/>
                  <a:pt x="487763" y="174427"/>
                  <a:pt x="473657" y="174427"/>
                </a:cubicBezTo>
                <a:cubicBezTo>
                  <a:pt x="457817" y="174427"/>
                  <a:pt x="445182" y="168623"/>
                  <a:pt x="435753" y="157017"/>
                </a:cubicBezTo>
                <a:cubicBezTo>
                  <a:pt x="426325" y="145411"/>
                  <a:pt x="421610" y="130912"/>
                  <a:pt x="421610" y="113520"/>
                </a:cubicBezTo>
                <a:cubicBezTo>
                  <a:pt x="421610" y="92200"/>
                  <a:pt x="426777" y="75605"/>
                  <a:pt x="437111" y="63734"/>
                </a:cubicBezTo>
                <a:cubicBezTo>
                  <a:pt x="447445" y="51862"/>
                  <a:pt x="460608" y="45926"/>
                  <a:pt x="476599" y="45926"/>
                </a:cubicBezTo>
                <a:moveTo>
                  <a:pt x="473431" y="46604"/>
                </a:moveTo>
                <a:lnTo>
                  <a:pt x="473431" y="46604"/>
                </a:lnTo>
                <a:close/>
                <a:moveTo>
                  <a:pt x="561345" y="138625"/>
                </a:moveTo>
                <a:cubicBezTo>
                  <a:pt x="561345" y="144526"/>
                  <a:pt x="563494" y="149178"/>
                  <a:pt x="567794" y="152581"/>
                </a:cubicBezTo>
                <a:cubicBezTo>
                  <a:pt x="572094" y="155984"/>
                  <a:pt x="577185" y="157685"/>
                  <a:pt x="583069" y="157685"/>
                </a:cubicBezTo>
                <a:cubicBezTo>
                  <a:pt x="590235" y="157685"/>
                  <a:pt x="597174" y="156012"/>
                  <a:pt x="603887" y="152666"/>
                </a:cubicBezTo>
                <a:cubicBezTo>
                  <a:pt x="615202" y="147113"/>
                  <a:pt x="620859" y="138078"/>
                  <a:pt x="620859" y="125560"/>
                </a:cubicBezTo>
                <a:lnTo>
                  <a:pt x="620859" y="109158"/>
                </a:lnTo>
                <a:cubicBezTo>
                  <a:pt x="618370" y="110775"/>
                  <a:pt x="615164" y="112121"/>
                  <a:pt x="611242" y="113198"/>
                </a:cubicBezTo>
                <a:cubicBezTo>
                  <a:pt x="607320" y="114275"/>
                  <a:pt x="603473" y="115033"/>
                  <a:pt x="599701" y="115471"/>
                </a:cubicBezTo>
                <a:lnTo>
                  <a:pt x="587368" y="117009"/>
                </a:lnTo>
                <a:cubicBezTo>
                  <a:pt x="579976" y="117959"/>
                  <a:pt x="574432" y="119493"/>
                  <a:pt x="570736" y="121611"/>
                </a:cubicBezTo>
                <a:cubicBezTo>
                  <a:pt x="564475" y="125165"/>
                  <a:pt x="561345" y="130836"/>
                  <a:pt x="561345" y="138625"/>
                </a:cubicBezTo>
                <a:moveTo>
                  <a:pt x="610676" y="97394"/>
                </a:moveTo>
                <a:cubicBezTo>
                  <a:pt x="615353" y="96791"/>
                  <a:pt x="618483" y="94830"/>
                  <a:pt x="620067" y="91512"/>
                </a:cubicBezTo>
                <a:cubicBezTo>
                  <a:pt x="620972" y="89695"/>
                  <a:pt x="621425" y="87082"/>
                  <a:pt x="621425" y="83675"/>
                </a:cubicBezTo>
                <a:cubicBezTo>
                  <a:pt x="621425" y="76709"/>
                  <a:pt x="618955" y="71655"/>
                  <a:pt x="614014" y="68514"/>
                </a:cubicBezTo>
                <a:cubicBezTo>
                  <a:pt x="609073" y="65370"/>
                  <a:pt x="602002" y="63798"/>
                  <a:pt x="592799" y="63798"/>
                </a:cubicBezTo>
                <a:cubicBezTo>
                  <a:pt x="582163" y="63798"/>
                  <a:pt x="574620" y="66678"/>
                  <a:pt x="570170" y="72437"/>
                </a:cubicBezTo>
                <a:cubicBezTo>
                  <a:pt x="567681" y="75621"/>
                  <a:pt x="566059" y="80358"/>
                  <a:pt x="565305" y="86648"/>
                </a:cubicBezTo>
                <a:lnTo>
                  <a:pt x="546296" y="86648"/>
                </a:lnTo>
                <a:cubicBezTo>
                  <a:pt x="546673" y="71674"/>
                  <a:pt x="551520" y="61256"/>
                  <a:pt x="560836" y="55396"/>
                </a:cubicBezTo>
                <a:cubicBezTo>
                  <a:pt x="570151" y="49535"/>
                  <a:pt x="580957" y="46604"/>
                  <a:pt x="593252" y="46604"/>
                </a:cubicBezTo>
                <a:cubicBezTo>
                  <a:pt x="607508" y="46604"/>
                  <a:pt x="619087" y="49319"/>
                  <a:pt x="627987" y="54749"/>
                </a:cubicBezTo>
                <a:cubicBezTo>
                  <a:pt x="636813" y="60178"/>
                  <a:pt x="641225" y="68631"/>
                  <a:pt x="641225" y="80108"/>
                </a:cubicBezTo>
                <a:lnTo>
                  <a:pt x="641225" y="149990"/>
                </a:lnTo>
                <a:cubicBezTo>
                  <a:pt x="641225" y="152104"/>
                  <a:pt x="641659" y="153802"/>
                  <a:pt x="642527" y="155084"/>
                </a:cubicBezTo>
                <a:cubicBezTo>
                  <a:pt x="643394" y="156366"/>
                  <a:pt x="645223" y="157007"/>
                  <a:pt x="648014" y="157007"/>
                </a:cubicBezTo>
                <a:cubicBezTo>
                  <a:pt x="648919" y="157007"/>
                  <a:pt x="649938" y="156950"/>
                  <a:pt x="651069" y="156837"/>
                </a:cubicBezTo>
                <a:cubicBezTo>
                  <a:pt x="652201" y="156724"/>
                  <a:pt x="653407" y="156554"/>
                  <a:pt x="654690" y="156328"/>
                </a:cubicBezTo>
                <a:lnTo>
                  <a:pt x="654690" y="171486"/>
                </a:lnTo>
                <a:cubicBezTo>
                  <a:pt x="651522" y="172390"/>
                  <a:pt x="649108" y="172956"/>
                  <a:pt x="647448" y="173182"/>
                </a:cubicBezTo>
                <a:cubicBezTo>
                  <a:pt x="645789" y="173409"/>
                  <a:pt x="643526" y="173522"/>
                  <a:pt x="640660" y="173522"/>
                </a:cubicBezTo>
                <a:cubicBezTo>
                  <a:pt x="633645" y="173522"/>
                  <a:pt x="628553" y="171018"/>
                  <a:pt x="625385" y="166010"/>
                </a:cubicBezTo>
                <a:cubicBezTo>
                  <a:pt x="623726" y="163354"/>
                  <a:pt x="622556" y="159599"/>
                  <a:pt x="621878" y="154744"/>
                </a:cubicBezTo>
                <a:cubicBezTo>
                  <a:pt x="617729" y="160235"/>
                  <a:pt x="611770" y="165001"/>
                  <a:pt x="604001" y="169043"/>
                </a:cubicBezTo>
                <a:cubicBezTo>
                  <a:pt x="596231" y="173084"/>
                  <a:pt x="587670" y="175105"/>
                  <a:pt x="578317" y="175105"/>
                </a:cubicBezTo>
                <a:cubicBezTo>
                  <a:pt x="567077" y="175105"/>
                  <a:pt x="557894" y="171682"/>
                  <a:pt x="550766" y="164836"/>
                </a:cubicBezTo>
                <a:cubicBezTo>
                  <a:pt x="543637" y="157990"/>
                  <a:pt x="540073" y="149424"/>
                  <a:pt x="540073" y="139138"/>
                </a:cubicBezTo>
                <a:cubicBezTo>
                  <a:pt x="540073" y="127866"/>
                  <a:pt x="543581" y="119129"/>
                  <a:pt x="550596" y="112926"/>
                </a:cubicBezTo>
                <a:cubicBezTo>
                  <a:pt x="557611" y="106724"/>
                  <a:pt x="566813" y="102904"/>
                  <a:pt x="578203" y="101466"/>
                </a:cubicBezTo>
                <a:lnTo>
                  <a:pt x="610676" y="97394"/>
                </a:lnTo>
                <a:moveTo>
                  <a:pt x="593817" y="46604"/>
                </a:moveTo>
                <a:lnTo>
                  <a:pt x="593817" y="46604"/>
                </a:lnTo>
                <a:close/>
                <a:moveTo>
                  <a:pt x="678688" y="15836"/>
                </a:moveTo>
                <a:lnTo>
                  <a:pt x="699280" y="15836"/>
                </a:lnTo>
                <a:lnTo>
                  <a:pt x="699280" y="49545"/>
                </a:lnTo>
                <a:lnTo>
                  <a:pt x="718628" y="49545"/>
                </a:lnTo>
                <a:lnTo>
                  <a:pt x="718628" y="66287"/>
                </a:lnTo>
                <a:lnTo>
                  <a:pt x="699280" y="66287"/>
                </a:lnTo>
                <a:lnTo>
                  <a:pt x="699280" y="145256"/>
                </a:lnTo>
                <a:cubicBezTo>
                  <a:pt x="699280" y="149472"/>
                  <a:pt x="700714" y="152296"/>
                  <a:pt x="703580" y="153726"/>
                </a:cubicBezTo>
                <a:cubicBezTo>
                  <a:pt x="705164" y="154556"/>
                  <a:pt x="707804" y="154970"/>
                  <a:pt x="711500" y="154970"/>
                </a:cubicBezTo>
                <a:cubicBezTo>
                  <a:pt x="712481" y="154970"/>
                  <a:pt x="713537" y="154946"/>
                  <a:pt x="714668" y="154896"/>
                </a:cubicBezTo>
                <a:cubicBezTo>
                  <a:pt x="715800" y="154844"/>
                  <a:pt x="717120" y="154718"/>
                  <a:pt x="718628" y="154518"/>
                </a:cubicBezTo>
                <a:lnTo>
                  <a:pt x="718628" y="170807"/>
                </a:lnTo>
                <a:cubicBezTo>
                  <a:pt x="716290" y="171526"/>
                  <a:pt x="713857" y="172044"/>
                  <a:pt x="711330" y="172362"/>
                </a:cubicBezTo>
                <a:cubicBezTo>
                  <a:pt x="708804" y="172683"/>
                  <a:pt x="706069" y="172843"/>
                  <a:pt x="703127" y="172843"/>
                </a:cubicBezTo>
                <a:cubicBezTo>
                  <a:pt x="693623" y="172843"/>
                  <a:pt x="687174" y="170409"/>
                  <a:pt x="683779" y="165540"/>
                </a:cubicBezTo>
                <a:cubicBezTo>
                  <a:pt x="680385" y="160671"/>
                  <a:pt x="678688" y="154348"/>
                  <a:pt x="678688" y="146571"/>
                </a:cubicBezTo>
                <a:lnTo>
                  <a:pt x="678688" y="66287"/>
                </a:lnTo>
                <a:lnTo>
                  <a:pt x="662282" y="66287"/>
                </a:lnTo>
                <a:lnTo>
                  <a:pt x="662282" y="49545"/>
                </a:lnTo>
                <a:lnTo>
                  <a:pt x="678688" y="49545"/>
                </a:lnTo>
                <a:lnTo>
                  <a:pt x="678688" y="15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A546C-E348-490F-81B0-C3F61C67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7" y="1975189"/>
            <a:ext cx="10" cy="100581"/>
          </a:xfrm>
          <a:custGeom xmlns:a="http://schemas.openxmlformats.org/drawingml/2006/main">
            <a:pathLst>
              <a:path w="1" h="100581" fill="none">
                <a:moveTo>
                  <a:pt x="0" y="1005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B6994-71BA-42B4-A9D0-782CF24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099" y="1589091"/>
            <a:ext cx="344570" cy="386106"/>
          </a:xfrm>
          <a:custGeom xmlns:a="http://schemas.openxmlformats.org/drawingml/2006/main">
            <a:pathLst>
              <a:path w="344570" h="386106">
                <a:moveTo>
                  <a:pt x="344570" y="193053"/>
                </a:moveTo>
                <a:cubicBezTo>
                  <a:pt x="344570" y="205727"/>
                  <a:pt x="343466" y="218281"/>
                  <a:pt x="341259" y="230714"/>
                </a:cubicBezTo>
                <a:cubicBezTo>
                  <a:pt x="339052" y="243146"/>
                  <a:pt x="335783" y="255219"/>
                  <a:pt x="331454" y="266930"/>
                </a:cubicBezTo>
                <a:cubicBezTo>
                  <a:pt x="327125" y="278641"/>
                  <a:pt x="321819" y="289767"/>
                  <a:pt x="315534" y="300306"/>
                </a:cubicBezTo>
                <a:cubicBezTo>
                  <a:pt x="309250" y="310846"/>
                  <a:pt x="302108" y="320598"/>
                  <a:pt x="294109" y="329562"/>
                </a:cubicBezTo>
                <a:cubicBezTo>
                  <a:pt x="286109" y="338525"/>
                  <a:pt x="277407" y="346528"/>
                  <a:pt x="268001" y="353569"/>
                </a:cubicBezTo>
                <a:cubicBezTo>
                  <a:pt x="258595" y="360613"/>
                  <a:pt x="248667" y="366558"/>
                  <a:pt x="238215" y="371409"/>
                </a:cubicBezTo>
                <a:cubicBezTo>
                  <a:pt x="227764" y="376260"/>
                  <a:pt x="216990" y="379923"/>
                  <a:pt x="205895" y="382396"/>
                </a:cubicBezTo>
                <a:cubicBezTo>
                  <a:pt x="194801" y="384869"/>
                  <a:pt x="183597" y="386106"/>
                  <a:pt x="172285" y="386106"/>
                </a:cubicBezTo>
                <a:cubicBezTo>
                  <a:pt x="160973" y="386106"/>
                  <a:pt x="149769" y="384867"/>
                  <a:pt x="138675" y="382394"/>
                </a:cubicBezTo>
                <a:cubicBezTo>
                  <a:pt x="127580" y="379922"/>
                  <a:pt x="116806" y="376260"/>
                  <a:pt x="106355" y="371409"/>
                </a:cubicBezTo>
                <a:cubicBezTo>
                  <a:pt x="95903" y="366558"/>
                  <a:pt x="85975" y="360613"/>
                  <a:pt x="76569" y="353569"/>
                </a:cubicBezTo>
                <a:cubicBezTo>
                  <a:pt x="67163" y="346528"/>
                  <a:pt x="58461" y="338525"/>
                  <a:pt x="50461" y="329562"/>
                </a:cubicBezTo>
                <a:cubicBezTo>
                  <a:pt x="42462" y="320598"/>
                  <a:pt x="35320" y="310845"/>
                  <a:pt x="29035" y="300306"/>
                </a:cubicBezTo>
                <a:cubicBezTo>
                  <a:pt x="22751" y="289766"/>
                  <a:pt x="17445" y="278641"/>
                  <a:pt x="13116" y="266930"/>
                </a:cubicBezTo>
                <a:cubicBezTo>
                  <a:pt x="8787" y="255219"/>
                  <a:pt x="5518" y="243147"/>
                  <a:pt x="3311" y="230714"/>
                </a:cubicBezTo>
                <a:cubicBezTo>
                  <a:pt x="1104" y="218283"/>
                  <a:pt x="0" y="205727"/>
                  <a:pt x="2" y="193053"/>
                </a:cubicBezTo>
                <a:cubicBezTo>
                  <a:pt x="0" y="180377"/>
                  <a:pt x="1104" y="167821"/>
                  <a:pt x="3311" y="155390"/>
                </a:cubicBezTo>
                <a:cubicBezTo>
                  <a:pt x="5518" y="142957"/>
                  <a:pt x="8785" y="130885"/>
                  <a:pt x="13114" y="119174"/>
                </a:cubicBezTo>
                <a:cubicBezTo>
                  <a:pt x="17443" y="107463"/>
                  <a:pt x="22750" y="96338"/>
                  <a:pt x="29035" y="85800"/>
                </a:cubicBezTo>
                <a:cubicBezTo>
                  <a:pt x="35320" y="75259"/>
                  <a:pt x="42462" y="65507"/>
                  <a:pt x="50461" y="56544"/>
                </a:cubicBezTo>
                <a:cubicBezTo>
                  <a:pt x="58461" y="47581"/>
                  <a:pt x="67163" y="39578"/>
                  <a:pt x="76569" y="32533"/>
                </a:cubicBezTo>
                <a:cubicBezTo>
                  <a:pt x="85975" y="25491"/>
                  <a:pt x="95903" y="19546"/>
                  <a:pt x="106355" y="14694"/>
                </a:cubicBezTo>
                <a:cubicBezTo>
                  <a:pt x="116806" y="9844"/>
                  <a:pt x="127580" y="6182"/>
                  <a:pt x="138675" y="3710"/>
                </a:cubicBezTo>
                <a:cubicBezTo>
                  <a:pt x="149769" y="1236"/>
                  <a:pt x="160973" y="0"/>
                  <a:pt x="172285" y="0"/>
                </a:cubicBezTo>
                <a:cubicBezTo>
                  <a:pt x="183597" y="0"/>
                  <a:pt x="194801" y="1236"/>
                  <a:pt x="205895" y="3710"/>
                </a:cubicBezTo>
                <a:cubicBezTo>
                  <a:pt x="216990" y="6182"/>
                  <a:pt x="227763" y="9844"/>
                  <a:pt x="238215" y="14694"/>
                </a:cubicBezTo>
                <a:cubicBezTo>
                  <a:pt x="248665" y="19546"/>
                  <a:pt x="258594" y="25491"/>
                  <a:pt x="267999" y="32533"/>
                </a:cubicBezTo>
                <a:cubicBezTo>
                  <a:pt x="277407" y="39578"/>
                  <a:pt x="286109" y="47581"/>
                  <a:pt x="294109" y="56544"/>
                </a:cubicBezTo>
                <a:cubicBezTo>
                  <a:pt x="302108" y="65507"/>
                  <a:pt x="309250" y="75259"/>
                  <a:pt x="315534" y="85800"/>
                </a:cubicBezTo>
                <a:cubicBezTo>
                  <a:pt x="321817" y="96338"/>
                  <a:pt x="327125" y="107463"/>
                  <a:pt x="331454" y="119174"/>
                </a:cubicBezTo>
                <a:cubicBezTo>
                  <a:pt x="335783" y="130885"/>
                  <a:pt x="339052" y="142957"/>
                  <a:pt x="341259" y="155390"/>
                </a:cubicBezTo>
                <a:cubicBezTo>
                  <a:pt x="343466" y="167821"/>
                  <a:pt x="344570" y="180377"/>
                  <a:pt x="344570" y="193053"/>
                </a:cubicBezTo>
                <a:close/>
              </a:path>
            </a:pathLst>
          </a:custGeom>
          <a:solidFill xmlns:a="http://schemas.openxmlformats.org/drawingml/2006/main">
            <a:srgbClr val="4C72B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BD8EE-787D-4A65-9CD1-A9E11A94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002" y="1680032"/>
            <a:ext cx="178372" cy="182597"/>
          </a:xfrm>
          <a:custGeom xmlns:a="http://schemas.openxmlformats.org/drawingml/2006/main">
            <a:pathLst>
              <a:path w="178372" h="182597">
                <a:moveTo>
                  <a:pt x="0" y="113777"/>
                </a:moveTo>
                <a:cubicBezTo>
                  <a:pt x="0" y="94521"/>
                  <a:pt x="5612" y="76019"/>
                  <a:pt x="16833" y="58271"/>
                </a:cubicBezTo>
                <a:cubicBezTo>
                  <a:pt x="28055" y="40521"/>
                  <a:pt x="42206" y="26455"/>
                  <a:pt x="59290" y="16075"/>
                </a:cubicBezTo>
                <a:cubicBezTo>
                  <a:pt x="76374" y="5693"/>
                  <a:pt x="93458" y="418"/>
                  <a:pt x="110542" y="251"/>
                </a:cubicBezTo>
                <a:cubicBezTo>
                  <a:pt x="125615" y="251"/>
                  <a:pt x="137590" y="4521"/>
                  <a:pt x="146466" y="13060"/>
                </a:cubicBezTo>
                <a:cubicBezTo>
                  <a:pt x="147973" y="14735"/>
                  <a:pt x="149230" y="16158"/>
                  <a:pt x="150235" y="17330"/>
                </a:cubicBezTo>
                <a:cubicBezTo>
                  <a:pt x="151241" y="18502"/>
                  <a:pt x="151910" y="19339"/>
                  <a:pt x="152245" y="19842"/>
                </a:cubicBezTo>
                <a:lnTo>
                  <a:pt x="152496" y="20596"/>
                </a:lnTo>
                <a:cubicBezTo>
                  <a:pt x="152999" y="20596"/>
                  <a:pt x="155260" y="18419"/>
                  <a:pt x="159280" y="14064"/>
                </a:cubicBezTo>
                <a:cubicBezTo>
                  <a:pt x="160452" y="13060"/>
                  <a:pt x="161708" y="11888"/>
                  <a:pt x="163048" y="10548"/>
                </a:cubicBezTo>
                <a:cubicBezTo>
                  <a:pt x="164388" y="9210"/>
                  <a:pt x="165728" y="7870"/>
                  <a:pt x="167068" y="6530"/>
                </a:cubicBezTo>
                <a:cubicBezTo>
                  <a:pt x="168407" y="5190"/>
                  <a:pt x="169244" y="4269"/>
                  <a:pt x="169580" y="3767"/>
                </a:cubicBezTo>
                <a:lnTo>
                  <a:pt x="173348" y="0"/>
                </a:lnTo>
                <a:lnTo>
                  <a:pt x="174856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7"/>
                  <a:pt x="175693" y="13898"/>
                  <a:pt x="170333" y="36167"/>
                </a:cubicBezTo>
                <a:cubicBezTo>
                  <a:pt x="164303" y="59443"/>
                  <a:pt x="161288" y="71163"/>
                  <a:pt x="161288" y="71330"/>
                </a:cubicBezTo>
                <a:cubicBezTo>
                  <a:pt x="160955" y="72167"/>
                  <a:pt x="160535" y="72670"/>
                  <a:pt x="160033" y="72838"/>
                </a:cubicBezTo>
                <a:cubicBezTo>
                  <a:pt x="159530" y="73006"/>
                  <a:pt x="158023" y="73172"/>
                  <a:pt x="155511" y="73339"/>
                </a:cubicBezTo>
                <a:lnTo>
                  <a:pt x="151491" y="73339"/>
                </a:lnTo>
                <a:cubicBezTo>
                  <a:pt x="150487" y="72335"/>
                  <a:pt x="149984" y="71581"/>
                  <a:pt x="149984" y="71080"/>
                </a:cubicBezTo>
                <a:cubicBezTo>
                  <a:pt x="149984" y="70912"/>
                  <a:pt x="150067" y="70326"/>
                  <a:pt x="150235" y="69322"/>
                </a:cubicBezTo>
                <a:cubicBezTo>
                  <a:pt x="150402" y="68317"/>
                  <a:pt x="150570" y="66642"/>
                  <a:pt x="150738" y="64298"/>
                </a:cubicBezTo>
                <a:cubicBezTo>
                  <a:pt x="150905" y="61953"/>
                  <a:pt x="150988" y="59275"/>
                  <a:pt x="150988" y="56260"/>
                </a:cubicBezTo>
                <a:cubicBezTo>
                  <a:pt x="150988" y="44373"/>
                  <a:pt x="148309" y="33991"/>
                  <a:pt x="142949" y="25117"/>
                </a:cubicBezTo>
                <a:cubicBezTo>
                  <a:pt x="137590" y="16241"/>
                  <a:pt x="128462" y="11720"/>
                  <a:pt x="115566" y="11554"/>
                </a:cubicBezTo>
                <a:cubicBezTo>
                  <a:pt x="112551" y="11554"/>
                  <a:pt x="109285" y="11805"/>
                  <a:pt x="105767" y="12306"/>
                </a:cubicBezTo>
                <a:cubicBezTo>
                  <a:pt x="102250" y="12809"/>
                  <a:pt x="97813" y="13898"/>
                  <a:pt x="92452" y="15572"/>
                </a:cubicBezTo>
                <a:cubicBezTo>
                  <a:pt x="87093" y="17247"/>
                  <a:pt x="81984" y="19591"/>
                  <a:pt x="77128" y="22605"/>
                </a:cubicBezTo>
                <a:cubicBezTo>
                  <a:pt x="72270" y="25618"/>
                  <a:pt x="66994" y="29638"/>
                  <a:pt x="61301" y="34660"/>
                </a:cubicBezTo>
                <a:cubicBezTo>
                  <a:pt x="55606" y="39684"/>
                  <a:pt x="50748" y="45628"/>
                  <a:pt x="46729" y="52493"/>
                </a:cubicBezTo>
                <a:cubicBezTo>
                  <a:pt x="42709" y="59358"/>
                  <a:pt x="38773" y="67899"/>
                  <a:pt x="34921" y="78113"/>
                </a:cubicBezTo>
                <a:cubicBezTo>
                  <a:pt x="31070" y="88327"/>
                  <a:pt x="28473" y="99545"/>
                  <a:pt x="27133" y="111768"/>
                </a:cubicBezTo>
                <a:cubicBezTo>
                  <a:pt x="26798" y="114782"/>
                  <a:pt x="26630" y="118047"/>
                  <a:pt x="26630" y="121564"/>
                </a:cubicBezTo>
                <a:cubicBezTo>
                  <a:pt x="26630" y="129601"/>
                  <a:pt x="27802" y="136717"/>
                  <a:pt x="30148" y="142913"/>
                </a:cubicBezTo>
                <a:cubicBezTo>
                  <a:pt x="32492" y="149108"/>
                  <a:pt x="35507" y="153881"/>
                  <a:pt x="39192" y="157230"/>
                </a:cubicBezTo>
                <a:cubicBezTo>
                  <a:pt x="42877" y="160579"/>
                  <a:pt x="47064" y="163424"/>
                  <a:pt x="51753" y="165769"/>
                </a:cubicBezTo>
                <a:cubicBezTo>
                  <a:pt x="56443" y="168113"/>
                  <a:pt x="60798" y="169536"/>
                  <a:pt x="64817" y="170039"/>
                </a:cubicBezTo>
                <a:cubicBezTo>
                  <a:pt x="68837" y="170542"/>
                  <a:pt x="72605" y="170876"/>
                  <a:pt x="76122" y="171043"/>
                </a:cubicBezTo>
                <a:cubicBezTo>
                  <a:pt x="85167" y="171043"/>
                  <a:pt x="93458" y="169117"/>
                  <a:pt x="100994" y="165267"/>
                </a:cubicBezTo>
                <a:cubicBezTo>
                  <a:pt x="108531" y="161415"/>
                  <a:pt x="113723" y="156476"/>
                  <a:pt x="116570" y="150448"/>
                </a:cubicBezTo>
                <a:cubicBezTo>
                  <a:pt x="117073" y="149108"/>
                  <a:pt x="118328" y="144504"/>
                  <a:pt x="120339" y="136634"/>
                </a:cubicBezTo>
                <a:cubicBezTo>
                  <a:pt x="122349" y="128764"/>
                  <a:pt x="123354" y="124326"/>
                  <a:pt x="123354" y="123322"/>
                </a:cubicBezTo>
                <a:cubicBezTo>
                  <a:pt x="123354" y="121982"/>
                  <a:pt x="122265" y="121145"/>
                  <a:pt x="120088" y="120810"/>
                </a:cubicBezTo>
                <a:cubicBezTo>
                  <a:pt x="117910" y="120475"/>
                  <a:pt x="112886" y="120224"/>
                  <a:pt x="105013" y="120056"/>
                </a:cubicBezTo>
                <a:lnTo>
                  <a:pt x="95719" y="120056"/>
                </a:lnTo>
                <a:cubicBezTo>
                  <a:pt x="94713" y="119052"/>
                  <a:pt x="94212" y="118383"/>
                  <a:pt x="94212" y="118047"/>
                </a:cubicBezTo>
                <a:cubicBezTo>
                  <a:pt x="94212" y="117712"/>
                  <a:pt x="94379" y="116121"/>
                  <a:pt x="94713" y="113276"/>
                </a:cubicBezTo>
                <a:cubicBezTo>
                  <a:pt x="95384" y="111099"/>
                  <a:pt x="96221" y="109508"/>
                  <a:pt x="97225" y="108502"/>
                </a:cubicBezTo>
                <a:lnTo>
                  <a:pt x="101497" y="108502"/>
                </a:lnTo>
                <a:cubicBezTo>
                  <a:pt x="108196" y="108838"/>
                  <a:pt x="119920" y="109005"/>
                  <a:pt x="136669" y="109005"/>
                </a:cubicBezTo>
                <a:cubicBezTo>
                  <a:pt x="143368" y="109005"/>
                  <a:pt x="148812" y="109005"/>
                  <a:pt x="152999" y="109005"/>
                </a:cubicBezTo>
                <a:cubicBezTo>
                  <a:pt x="157186" y="109005"/>
                  <a:pt x="160201" y="108922"/>
                  <a:pt x="162042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3" y="108755"/>
                  <a:pt x="168575" y="109508"/>
                  <a:pt x="168575" y="111014"/>
                </a:cubicBezTo>
                <a:cubicBezTo>
                  <a:pt x="168575" y="111350"/>
                  <a:pt x="168407" y="112522"/>
                  <a:pt x="168072" y="114531"/>
                </a:cubicBezTo>
                <a:cubicBezTo>
                  <a:pt x="167235" y="117712"/>
                  <a:pt x="166397" y="119470"/>
                  <a:pt x="165560" y="119806"/>
                </a:cubicBezTo>
                <a:cubicBezTo>
                  <a:pt x="165057" y="119973"/>
                  <a:pt x="163802" y="120056"/>
                  <a:pt x="161791" y="120056"/>
                </a:cubicBezTo>
                <a:cubicBezTo>
                  <a:pt x="158441" y="120056"/>
                  <a:pt x="155008" y="120309"/>
                  <a:pt x="151491" y="120810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1" y="135880"/>
                </a:cubicBezTo>
                <a:cubicBezTo>
                  <a:pt x="143954" y="141406"/>
                  <a:pt x="142699" y="146094"/>
                  <a:pt x="141693" y="149946"/>
                </a:cubicBezTo>
                <a:cubicBezTo>
                  <a:pt x="137506" y="167025"/>
                  <a:pt x="135161" y="175815"/>
                  <a:pt x="134658" y="176318"/>
                </a:cubicBezTo>
                <a:cubicBezTo>
                  <a:pt x="134325" y="176653"/>
                  <a:pt x="133905" y="176821"/>
                  <a:pt x="133403" y="176821"/>
                </a:cubicBezTo>
                <a:cubicBezTo>
                  <a:pt x="131728" y="176821"/>
                  <a:pt x="129384" y="175146"/>
                  <a:pt x="126369" y="171797"/>
                </a:cubicBezTo>
                <a:cubicBezTo>
                  <a:pt x="123354" y="168448"/>
                  <a:pt x="121428" y="165853"/>
                  <a:pt x="120590" y="164010"/>
                </a:cubicBezTo>
                <a:cubicBezTo>
                  <a:pt x="120590" y="163843"/>
                  <a:pt x="120422" y="163843"/>
                  <a:pt x="120088" y="164010"/>
                </a:cubicBezTo>
                <a:cubicBezTo>
                  <a:pt x="119753" y="164178"/>
                  <a:pt x="119250" y="164596"/>
                  <a:pt x="118581" y="165267"/>
                </a:cubicBezTo>
                <a:cubicBezTo>
                  <a:pt x="106187" y="176821"/>
                  <a:pt x="89438" y="182597"/>
                  <a:pt x="68335" y="182597"/>
                </a:cubicBezTo>
                <a:cubicBezTo>
                  <a:pt x="48069" y="182597"/>
                  <a:pt x="31656" y="176150"/>
                  <a:pt x="19094" y="163257"/>
                </a:cubicBezTo>
                <a:cubicBezTo>
                  <a:pt x="6531" y="150365"/>
                  <a:pt x="168" y="133871"/>
                  <a:pt x="0" y="1137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2BEB2-3955-4CD4-803C-D067213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003" y="1680032"/>
            <a:ext cx="178372" cy="182598"/>
          </a:xfrm>
          <a:custGeom xmlns:a="http://schemas.openxmlformats.org/drawingml/2006/main">
            <a:pathLst>
              <a:path w="178372" h="182598" fill="none">
                <a:moveTo>
                  <a:pt x="0" y="113778"/>
                </a:moveTo>
                <a:cubicBezTo>
                  <a:pt x="0" y="94522"/>
                  <a:pt x="5611" y="76020"/>
                  <a:pt x="16832" y="58270"/>
                </a:cubicBezTo>
                <a:cubicBezTo>
                  <a:pt x="28054" y="40521"/>
                  <a:pt x="42206" y="26456"/>
                  <a:pt x="59290" y="16075"/>
                </a:cubicBezTo>
                <a:cubicBezTo>
                  <a:pt x="76374" y="5693"/>
                  <a:pt x="93457" y="419"/>
                  <a:pt x="110541" y="251"/>
                </a:cubicBezTo>
                <a:cubicBezTo>
                  <a:pt x="125614" y="251"/>
                  <a:pt x="137590" y="4521"/>
                  <a:pt x="146466" y="13061"/>
                </a:cubicBezTo>
                <a:cubicBezTo>
                  <a:pt x="147974" y="14735"/>
                  <a:pt x="149230" y="16158"/>
                  <a:pt x="150235" y="17330"/>
                </a:cubicBezTo>
                <a:cubicBezTo>
                  <a:pt x="151240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8" y="20596"/>
                  <a:pt x="155259" y="18419"/>
                  <a:pt x="159279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7" y="9209"/>
                  <a:pt x="165727" y="7870"/>
                  <a:pt x="167067" y="6530"/>
                </a:cubicBezTo>
                <a:cubicBezTo>
                  <a:pt x="168407" y="5191"/>
                  <a:pt x="169245" y="4270"/>
                  <a:pt x="169579" y="3767"/>
                </a:cubicBezTo>
                <a:lnTo>
                  <a:pt x="173348" y="0"/>
                </a:lnTo>
                <a:lnTo>
                  <a:pt x="174855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4" y="59443"/>
                  <a:pt x="161289" y="71164"/>
                  <a:pt x="161289" y="71331"/>
                </a:cubicBezTo>
                <a:cubicBezTo>
                  <a:pt x="160954" y="72168"/>
                  <a:pt x="160535" y="72671"/>
                  <a:pt x="160033" y="72838"/>
                </a:cubicBezTo>
                <a:cubicBezTo>
                  <a:pt x="159530" y="73006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6" y="72336"/>
                  <a:pt x="149984" y="71582"/>
                  <a:pt x="149984" y="71080"/>
                </a:cubicBezTo>
                <a:cubicBezTo>
                  <a:pt x="149984" y="70912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7" y="64298"/>
                </a:cubicBezTo>
                <a:cubicBezTo>
                  <a:pt x="150905" y="61954"/>
                  <a:pt x="150989" y="59275"/>
                  <a:pt x="150989" y="56261"/>
                </a:cubicBezTo>
                <a:cubicBezTo>
                  <a:pt x="150989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5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09"/>
                  <a:pt x="97812" y="13898"/>
                  <a:pt x="92452" y="15572"/>
                </a:cubicBezTo>
                <a:cubicBezTo>
                  <a:pt x="87093" y="17247"/>
                  <a:pt x="81984" y="19591"/>
                  <a:pt x="77127" y="22605"/>
                </a:cubicBezTo>
                <a:cubicBezTo>
                  <a:pt x="72270" y="25619"/>
                  <a:pt x="66994" y="29638"/>
                  <a:pt x="61300" y="34661"/>
                </a:cubicBezTo>
                <a:cubicBezTo>
                  <a:pt x="55605" y="39684"/>
                  <a:pt x="50748" y="45628"/>
                  <a:pt x="46729" y="52494"/>
                </a:cubicBezTo>
                <a:cubicBezTo>
                  <a:pt x="42709" y="59359"/>
                  <a:pt x="38773" y="67898"/>
                  <a:pt x="34921" y="78113"/>
                </a:cubicBezTo>
                <a:cubicBezTo>
                  <a:pt x="31069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2"/>
                  <a:pt x="27803" y="136718"/>
                  <a:pt x="30147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4" y="163425"/>
                  <a:pt x="51753" y="165769"/>
                </a:cubicBezTo>
                <a:cubicBezTo>
                  <a:pt x="56443" y="168114"/>
                  <a:pt x="60797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7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9" y="144504"/>
                  <a:pt x="120339" y="136634"/>
                </a:cubicBezTo>
                <a:cubicBezTo>
                  <a:pt x="122348" y="128764"/>
                  <a:pt x="123353" y="124327"/>
                  <a:pt x="123353" y="123322"/>
                </a:cubicBezTo>
                <a:cubicBezTo>
                  <a:pt x="123353" y="121983"/>
                  <a:pt x="122265" y="121146"/>
                  <a:pt x="120087" y="120811"/>
                </a:cubicBezTo>
                <a:cubicBezTo>
                  <a:pt x="117910" y="120476"/>
                  <a:pt x="112885" y="120225"/>
                  <a:pt x="105014" y="120057"/>
                </a:cubicBezTo>
                <a:lnTo>
                  <a:pt x="95718" y="120057"/>
                </a:lnTo>
                <a:cubicBezTo>
                  <a:pt x="94713" y="119053"/>
                  <a:pt x="94211" y="118383"/>
                  <a:pt x="94211" y="118048"/>
                </a:cubicBezTo>
                <a:cubicBezTo>
                  <a:pt x="94211" y="117713"/>
                  <a:pt x="94378" y="116122"/>
                  <a:pt x="94713" y="113276"/>
                </a:cubicBezTo>
                <a:cubicBezTo>
                  <a:pt x="95383" y="111099"/>
                  <a:pt x="96221" y="109508"/>
                  <a:pt x="97226" y="108504"/>
                </a:cubicBezTo>
                <a:lnTo>
                  <a:pt x="101496" y="108504"/>
                </a:lnTo>
                <a:cubicBezTo>
                  <a:pt x="108196" y="108839"/>
                  <a:pt x="119920" y="109006"/>
                  <a:pt x="136668" y="109006"/>
                </a:cubicBezTo>
                <a:cubicBezTo>
                  <a:pt x="143368" y="109006"/>
                  <a:pt x="148811" y="109006"/>
                  <a:pt x="152998" y="109006"/>
                </a:cubicBezTo>
                <a:cubicBezTo>
                  <a:pt x="157186" y="109006"/>
                  <a:pt x="160200" y="108922"/>
                  <a:pt x="162043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1" y="120057"/>
                  <a:pt x="161791" y="120057"/>
                </a:cubicBezTo>
                <a:cubicBezTo>
                  <a:pt x="158442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2" y="135881"/>
                </a:cubicBezTo>
                <a:cubicBezTo>
                  <a:pt x="143954" y="141406"/>
                  <a:pt x="142698" y="146095"/>
                  <a:pt x="141693" y="149946"/>
                </a:cubicBezTo>
                <a:cubicBezTo>
                  <a:pt x="137506" y="167025"/>
                  <a:pt x="135161" y="175816"/>
                  <a:pt x="134659" y="176318"/>
                </a:cubicBezTo>
                <a:cubicBezTo>
                  <a:pt x="134324" y="176653"/>
                  <a:pt x="133905" y="176821"/>
                  <a:pt x="133403" y="176821"/>
                </a:cubicBezTo>
                <a:cubicBezTo>
                  <a:pt x="131728" y="176821"/>
                  <a:pt x="129383" y="175146"/>
                  <a:pt x="126368" y="171797"/>
                </a:cubicBezTo>
                <a:cubicBezTo>
                  <a:pt x="123353" y="168449"/>
                  <a:pt x="121427" y="165853"/>
                  <a:pt x="120590" y="164011"/>
                </a:cubicBezTo>
                <a:cubicBezTo>
                  <a:pt x="120590" y="163844"/>
                  <a:pt x="120422" y="163844"/>
                  <a:pt x="120087" y="164011"/>
                </a:cubicBezTo>
                <a:cubicBezTo>
                  <a:pt x="119752" y="164179"/>
                  <a:pt x="119250" y="164597"/>
                  <a:pt x="118580" y="165267"/>
                </a:cubicBezTo>
                <a:cubicBezTo>
                  <a:pt x="106186" y="176821"/>
                  <a:pt x="89437" y="182598"/>
                  <a:pt x="68334" y="182598"/>
                </a:cubicBezTo>
                <a:cubicBezTo>
                  <a:pt x="48068" y="182598"/>
                  <a:pt x="31655" y="176151"/>
                  <a:pt x="19093" y="163258"/>
                </a:cubicBezTo>
                <a:cubicBezTo>
                  <a:pt x="6532" y="150365"/>
                  <a:pt x="167" y="133871"/>
                  <a:pt x="0" y="1137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1" cap="flat">
            <a:solidFill>
              <a:srgbClr val="000000">
                <a:alpha val="11680"/>
              </a:srgbClr>
            </a:solidFill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15D95-2BFF-4EBD-8679-B4399502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940" y="1776514"/>
            <a:ext cx="61101" cy="118265"/>
          </a:xfrm>
          <a:custGeom xmlns:a="http://schemas.openxmlformats.org/drawingml/2006/main">
            <a:pathLst>
              <a:path w="61101" h="118265">
                <a:moveTo>
                  <a:pt x="23091" y="15626"/>
                </a:moveTo>
                <a:lnTo>
                  <a:pt x="20782" y="16514"/>
                </a:lnTo>
                <a:cubicBezTo>
                  <a:pt x="19124" y="17106"/>
                  <a:pt x="16756" y="17699"/>
                  <a:pt x="13678" y="18291"/>
                </a:cubicBezTo>
                <a:cubicBezTo>
                  <a:pt x="10598" y="18883"/>
                  <a:pt x="7164" y="19297"/>
                  <a:pt x="3374" y="19534"/>
                </a:cubicBezTo>
                <a:lnTo>
                  <a:pt x="0" y="19534"/>
                </a:lnTo>
                <a:lnTo>
                  <a:pt x="0" y="11365"/>
                </a:lnTo>
                <a:lnTo>
                  <a:pt x="3374" y="11365"/>
                </a:lnTo>
                <a:cubicBezTo>
                  <a:pt x="8941" y="11128"/>
                  <a:pt x="14091" y="10240"/>
                  <a:pt x="18828" y="8700"/>
                </a:cubicBezTo>
                <a:cubicBezTo>
                  <a:pt x="23564" y="7163"/>
                  <a:pt x="26879" y="5741"/>
                  <a:pt x="28775" y="4439"/>
                </a:cubicBezTo>
                <a:cubicBezTo>
                  <a:pt x="30669" y="3137"/>
                  <a:pt x="32326" y="1835"/>
                  <a:pt x="33748" y="533"/>
                </a:cubicBezTo>
                <a:cubicBezTo>
                  <a:pt x="33985" y="178"/>
                  <a:pt x="34695" y="0"/>
                  <a:pt x="35879" y="0"/>
                </a:cubicBezTo>
                <a:cubicBezTo>
                  <a:pt x="36945" y="0"/>
                  <a:pt x="37951" y="355"/>
                  <a:pt x="38898" y="1065"/>
                </a:cubicBezTo>
                <a:lnTo>
                  <a:pt x="38898" y="54161"/>
                </a:lnTo>
                <a:lnTo>
                  <a:pt x="39077" y="107433"/>
                </a:lnTo>
                <a:cubicBezTo>
                  <a:pt x="39906" y="108261"/>
                  <a:pt x="40616" y="108794"/>
                  <a:pt x="41208" y="109031"/>
                </a:cubicBezTo>
                <a:cubicBezTo>
                  <a:pt x="41800" y="109267"/>
                  <a:pt x="43222" y="109504"/>
                  <a:pt x="45471" y="109741"/>
                </a:cubicBezTo>
                <a:cubicBezTo>
                  <a:pt x="47720" y="109978"/>
                  <a:pt x="51392" y="110096"/>
                  <a:pt x="56484" y="110096"/>
                </a:cubicBezTo>
                <a:lnTo>
                  <a:pt x="61101" y="110096"/>
                </a:lnTo>
                <a:lnTo>
                  <a:pt x="61101" y="118265"/>
                </a:lnTo>
                <a:lnTo>
                  <a:pt x="59147" y="118265"/>
                </a:lnTo>
                <a:cubicBezTo>
                  <a:pt x="56660" y="117910"/>
                  <a:pt x="47247" y="117732"/>
                  <a:pt x="30906" y="117732"/>
                </a:cubicBezTo>
                <a:cubicBezTo>
                  <a:pt x="14801" y="117732"/>
                  <a:pt x="5506" y="117910"/>
                  <a:pt x="3019" y="118265"/>
                </a:cubicBezTo>
                <a:lnTo>
                  <a:pt x="888" y="118265"/>
                </a:lnTo>
                <a:lnTo>
                  <a:pt x="888" y="110096"/>
                </a:lnTo>
                <a:lnTo>
                  <a:pt x="5506" y="110096"/>
                </a:lnTo>
                <a:cubicBezTo>
                  <a:pt x="8111" y="110096"/>
                  <a:pt x="10362" y="110096"/>
                  <a:pt x="12256" y="110096"/>
                </a:cubicBezTo>
                <a:cubicBezTo>
                  <a:pt x="14150" y="110096"/>
                  <a:pt x="15631" y="110037"/>
                  <a:pt x="16697" y="109918"/>
                </a:cubicBezTo>
                <a:cubicBezTo>
                  <a:pt x="17762" y="109800"/>
                  <a:pt x="18709" y="109622"/>
                  <a:pt x="19538" y="109386"/>
                </a:cubicBezTo>
                <a:cubicBezTo>
                  <a:pt x="20368" y="109149"/>
                  <a:pt x="20840" y="109031"/>
                  <a:pt x="20960" y="109031"/>
                </a:cubicBezTo>
                <a:cubicBezTo>
                  <a:pt x="21078" y="109031"/>
                  <a:pt x="21433" y="108735"/>
                  <a:pt x="22025" y="108143"/>
                </a:cubicBezTo>
                <a:cubicBezTo>
                  <a:pt x="22617" y="107551"/>
                  <a:pt x="22972" y="107314"/>
                  <a:pt x="23091" y="107433"/>
                </a:cubicBezTo>
                <a:lnTo>
                  <a:pt x="23091" y="15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03116-3593-4369-ACC5-7D18FDA0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940" y="1776515"/>
            <a:ext cx="61101" cy="118264"/>
          </a:xfrm>
          <a:custGeom xmlns:a="http://schemas.openxmlformats.org/drawingml/2006/main">
            <a:pathLst>
              <a:path w="61101" h="118264" fill="none">
                <a:moveTo>
                  <a:pt x="23090" y="15627"/>
                </a:moveTo>
                <a:lnTo>
                  <a:pt x="20781" y="16514"/>
                </a:lnTo>
                <a:cubicBezTo>
                  <a:pt x="19124" y="17106"/>
                  <a:pt x="16755" y="17698"/>
                  <a:pt x="13677" y="18290"/>
                </a:cubicBezTo>
                <a:cubicBezTo>
                  <a:pt x="10598" y="18882"/>
                  <a:pt x="7164" y="19296"/>
                  <a:pt x="3375" y="19533"/>
                </a:cubicBezTo>
                <a:lnTo>
                  <a:pt x="0" y="19533"/>
                </a:lnTo>
                <a:lnTo>
                  <a:pt x="0" y="11365"/>
                </a:lnTo>
                <a:lnTo>
                  <a:pt x="3375" y="11365"/>
                </a:lnTo>
                <a:cubicBezTo>
                  <a:pt x="8940" y="11128"/>
                  <a:pt x="14091" y="10240"/>
                  <a:pt x="18828" y="8701"/>
                </a:cubicBezTo>
                <a:cubicBezTo>
                  <a:pt x="23564" y="7162"/>
                  <a:pt x="26880" y="5742"/>
                  <a:pt x="28774" y="4439"/>
                </a:cubicBezTo>
                <a:cubicBezTo>
                  <a:pt x="30669" y="3137"/>
                  <a:pt x="32327" y="1835"/>
                  <a:pt x="33748" y="533"/>
                </a:cubicBezTo>
                <a:cubicBezTo>
                  <a:pt x="33984" y="178"/>
                  <a:pt x="34695" y="0"/>
                  <a:pt x="35879" y="0"/>
                </a:cubicBezTo>
                <a:cubicBezTo>
                  <a:pt x="36945" y="0"/>
                  <a:pt x="37951" y="355"/>
                  <a:pt x="38899" y="1065"/>
                </a:cubicBezTo>
                <a:lnTo>
                  <a:pt x="38899" y="54160"/>
                </a:lnTo>
                <a:lnTo>
                  <a:pt x="39076" y="107432"/>
                </a:lnTo>
                <a:cubicBezTo>
                  <a:pt x="39905" y="108261"/>
                  <a:pt x="40616" y="108794"/>
                  <a:pt x="41208" y="109031"/>
                </a:cubicBezTo>
                <a:cubicBezTo>
                  <a:pt x="41800" y="109267"/>
                  <a:pt x="43221" y="109504"/>
                  <a:pt x="45470" y="109741"/>
                </a:cubicBezTo>
                <a:cubicBezTo>
                  <a:pt x="47720" y="109978"/>
                  <a:pt x="51391" y="110096"/>
                  <a:pt x="56483" y="110096"/>
                </a:cubicBezTo>
                <a:lnTo>
                  <a:pt x="61101" y="110096"/>
                </a:lnTo>
                <a:lnTo>
                  <a:pt x="61101" y="118264"/>
                </a:lnTo>
                <a:lnTo>
                  <a:pt x="59147" y="118264"/>
                </a:lnTo>
                <a:cubicBezTo>
                  <a:pt x="56660" y="117909"/>
                  <a:pt x="47247" y="117732"/>
                  <a:pt x="30906" y="117732"/>
                </a:cubicBezTo>
                <a:cubicBezTo>
                  <a:pt x="14802" y="117732"/>
                  <a:pt x="5506" y="117909"/>
                  <a:pt x="3020" y="118264"/>
                </a:cubicBezTo>
                <a:lnTo>
                  <a:pt x="888" y="118264"/>
                </a:lnTo>
                <a:lnTo>
                  <a:pt x="888" y="110096"/>
                </a:lnTo>
                <a:lnTo>
                  <a:pt x="5506" y="110096"/>
                </a:lnTo>
                <a:cubicBezTo>
                  <a:pt x="8111" y="110096"/>
                  <a:pt x="10361" y="110096"/>
                  <a:pt x="12256" y="110096"/>
                </a:cubicBezTo>
                <a:cubicBezTo>
                  <a:pt x="14150" y="110096"/>
                  <a:pt x="15630" y="110037"/>
                  <a:pt x="16696" y="109918"/>
                </a:cubicBezTo>
                <a:cubicBezTo>
                  <a:pt x="17762" y="109800"/>
                  <a:pt x="18709" y="109622"/>
                  <a:pt x="19538" y="109386"/>
                </a:cubicBezTo>
                <a:cubicBezTo>
                  <a:pt x="20367" y="109149"/>
                  <a:pt x="20841" y="109031"/>
                  <a:pt x="20959" y="109031"/>
                </a:cubicBezTo>
                <a:cubicBezTo>
                  <a:pt x="21077" y="109031"/>
                  <a:pt x="21433" y="108735"/>
                  <a:pt x="22025" y="108143"/>
                </a:cubicBezTo>
                <a:cubicBezTo>
                  <a:pt x="22617" y="107551"/>
                  <a:pt x="22972" y="107314"/>
                  <a:pt x="23090" y="107432"/>
                </a:cubicBezTo>
                <a:lnTo>
                  <a:pt x="23090" y="156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8" cap="flat">
            <a:solidFill>
              <a:srgbClr val="000000">
                <a:alpha val="8260"/>
              </a:srgbClr>
            </a:solidFill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7CC80-2CE4-4B91-AA61-4DD1834C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7" y="1460316"/>
            <a:ext cx="10" cy="128766"/>
          </a:xfrm>
          <a:custGeom xmlns:a="http://schemas.openxmlformats.org/drawingml/2006/main">
            <a:pathLst>
              <a:path w="1" h="128766" fill="none">
                <a:moveTo>
                  <a:pt x="0" y="1287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A9A45-A116-439B-9C8E-EBFA54F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63" y="1402409"/>
            <a:ext cx="77241" cy="77220"/>
          </a:xfrm>
          <a:custGeom xmlns:a="http://schemas.openxmlformats.org/drawingml/2006/main">
            <a:pathLst>
              <a:path w="77241" h="77220">
                <a:moveTo>
                  <a:pt x="38621" y="0"/>
                </a:moveTo>
                <a:lnTo>
                  <a:pt x="77241" y="77220"/>
                </a:lnTo>
                <a:lnTo>
                  <a:pt x="38621" y="57916"/>
                </a:lnTo>
                <a:lnTo>
                  <a:pt x="0" y="77220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32ED6-8B3E-4547-AC65-1EF8D41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66" y="1402400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EBE31-AECA-4621-9FA2-59700312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60" y="994681"/>
            <a:ext cx="1050862" cy="386106"/>
          </a:xfrm>
          <a:custGeom xmlns:a="http://schemas.openxmlformats.org/drawingml/2006/main">
            <a:pathLst>
              <a:path w="1050862" h="386106">
                <a:moveTo>
                  <a:pt x="57931" y="0"/>
                </a:moveTo>
                <a:lnTo>
                  <a:pt x="992931" y="0"/>
                </a:lnTo>
                <a:cubicBezTo>
                  <a:pt x="1000612" y="0"/>
                  <a:pt x="1008001" y="1468"/>
                  <a:pt x="1015099" y="4408"/>
                </a:cubicBezTo>
                <a:cubicBezTo>
                  <a:pt x="1022195" y="7346"/>
                  <a:pt x="1028459" y="11530"/>
                  <a:pt x="1033893" y="16961"/>
                </a:cubicBezTo>
                <a:cubicBezTo>
                  <a:pt x="1039324" y="22392"/>
                  <a:pt x="1043510" y="28656"/>
                  <a:pt x="1046451" y="35751"/>
                </a:cubicBezTo>
                <a:cubicBezTo>
                  <a:pt x="1049390" y="42845"/>
                  <a:pt x="1050860" y="50235"/>
                  <a:pt x="1050862" y="57916"/>
                </a:cubicBezTo>
                <a:lnTo>
                  <a:pt x="1050862" y="328190"/>
                </a:lnTo>
                <a:cubicBezTo>
                  <a:pt x="1050860" y="335869"/>
                  <a:pt x="1049390" y="343257"/>
                  <a:pt x="1046451" y="350352"/>
                </a:cubicBezTo>
                <a:cubicBezTo>
                  <a:pt x="1043510" y="357447"/>
                  <a:pt x="1039324" y="363711"/>
                  <a:pt x="1033893" y="369141"/>
                </a:cubicBezTo>
                <a:cubicBezTo>
                  <a:pt x="1028459" y="374573"/>
                  <a:pt x="1022195" y="378757"/>
                  <a:pt x="1015097" y="381697"/>
                </a:cubicBezTo>
                <a:cubicBezTo>
                  <a:pt x="1008001" y="384636"/>
                  <a:pt x="1000612" y="386104"/>
                  <a:pt x="992931" y="386106"/>
                </a:cubicBezTo>
                <a:lnTo>
                  <a:pt x="57931" y="386106"/>
                </a:lnTo>
                <a:cubicBezTo>
                  <a:pt x="50248" y="386104"/>
                  <a:pt x="42859" y="384636"/>
                  <a:pt x="35761" y="381697"/>
                </a:cubicBezTo>
                <a:cubicBezTo>
                  <a:pt x="28663" y="378757"/>
                  <a:pt x="22399" y="374573"/>
                  <a:pt x="16967" y="369141"/>
                </a:cubicBezTo>
                <a:cubicBezTo>
                  <a:pt x="11536" y="363711"/>
                  <a:pt x="7350" y="357447"/>
                  <a:pt x="4411" y="350352"/>
                </a:cubicBezTo>
                <a:cubicBezTo>
                  <a:pt x="1470" y="343257"/>
                  <a:pt x="0" y="335869"/>
                  <a:pt x="2" y="328190"/>
                </a:cubicBezTo>
                <a:lnTo>
                  <a:pt x="2" y="57916"/>
                </a:lnTo>
                <a:cubicBezTo>
                  <a:pt x="0" y="50235"/>
                  <a:pt x="1470" y="42845"/>
                  <a:pt x="4411" y="35751"/>
                </a:cubicBezTo>
                <a:cubicBezTo>
                  <a:pt x="7350" y="28656"/>
                  <a:pt x="11536" y="22392"/>
                  <a:pt x="16967" y="16961"/>
                </a:cubicBezTo>
                <a:cubicBezTo>
                  <a:pt x="22399" y="11530"/>
                  <a:pt x="28663" y="7346"/>
                  <a:pt x="35761" y="4408"/>
                </a:cubicBezTo>
                <a:cubicBezTo>
                  <a:pt x="42859" y="1468"/>
                  <a:pt x="50248" y="0"/>
                  <a:pt x="57931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68A47-3A59-40FF-A647-9A7C6B46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64" y="994672"/>
            <a:ext cx="1050860" cy="386106"/>
          </a:xfrm>
          <a:custGeom xmlns:a="http://schemas.openxmlformats.org/drawingml/2006/main">
            <a:pathLst>
              <a:path w="1050860" h="386106" fill="none">
                <a:moveTo>
                  <a:pt x="57931" y="0"/>
                </a:moveTo>
                <a:lnTo>
                  <a:pt x="992930" y="0"/>
                </a:lnTo>
                <a:cubicBezTo>
                  <a:pt x="1000611" y="0"/>
                  <a:pt x="1008001" y="1469"/>
                  <a:pt x="1015098" y="4407"/>
                </a:cubicBezTo>
                <a:cubicBezTo>
                  <a:pt x="1022194" y="7348"/>
                  <a:pt x="1028458" y="11531"/>
                  <a:pt x="1033892" y="16962"/>
                </a:cubicBezTo>
                <a:cubicBezTo>
                  <a:pt x="1039324" y="22392"/>
                  <a:pt x="1043511" y="28657"/>
                  <a:pt x="1046450" y="35752"/>
                </a:cubicBezTo>
                <a:cubicBezTo>
                  <a:pt x="1049389" y="42846"/>
                  <a:pt x="1050860" y="50234"/>
                  <a:pt x="1050860" y="57916"/>
                </a:cubicBezTo>
                <a:lnTo>
                  <a:pt x="1050860" y="328190"/>
                </a:lnTo>
                <a:cubicBezTo>
                  <a:pt x="1050860" y="335870"/>
                  <a:pt x="1049389" y="343258"/>
                  <a:pt x="1046450" y="350353"/>
                </a:cubicBezTo>
                <a:cubicBezTo>
                  <a:pt x="1043511" y="357448"/>
                  <a:pt x="1039324" y="363712"/>
                  <a:pt x="1033892" y="369143"/>
                </a:cubicBezTo>
                <a:cubicBezTo>
                  <a:pt x="1028458" y="374573"/>
                  <a:pt x="1022194" y="378757"/>
                  <a:pt x="1015098" y="381697"/>
                </a:cubicBezTo>
                <a:cubicBezTo>
                  <a:pt x="1008001" y="384635"/>
                  <a:pt x="1000611" y="386104"/>
                  <a:pt x="992930" y="386106"/>
                </a:cubicBezTo>
                <a:lnTo>
                  <a:pt x="57931" y="386106"/>
                </a:lnTo>
                <a:cubicBezTo>
                  <a:pt x="50247" y="386104"/>
                  <a:pt x="42857" y="384635"/>
                  <a:pt x="35761" y="381697"/>
                </a:cubicBezTo>
                <a:cubicBezTo>
                  <a:pt x="28662" y="378757"/>
                  <a:pt x="22398" y="374573"/>
                  <a:pt x="16968" y="369143"/>
                </a:cubicBezTo>
                <a:cubicBezTo>
                  <a:pt x="11534" y="363712"/>
                  <a:pt x="7349" y="357448"/>
                  <a:pt x="4409" y="350353"/>
                </a:cubicBezTo>
                <a:cubicBezTo>
                  <a:pt x="1470" y="343258"/>
                  <a:pt x="0" y="335870"/>
                  <a:pt x="0" y="328190"/>
                </a:cubicBezTo>
                <a:lnTo>
                  <a:pt x="0" y="57916"/>
                </a:lnTo>
                <a:cubicBezTo>
                  <a:pt x="0" y="50234"/>
                  <a:pt x="1470" y="42846"/>
                  <a:pt x="4409" y="35752"/>
                </a:cubicBezTo>
                <a:cubicBezTo>
                  <a:pt x="7349" y="28657"/>
                  <a:pt x="11534" y="22392"/>
                  <a:pt x="16968" y="16962"/>
                </a:cubicBezTo>
                <a:cubicBezTo>
                  <a:pt x="22398" y="11531"/>
                  <a:pt x="28662" y="7348"/>
                  <a:pt x="35761" y="4407"/>
                </a:cubicBezTo>
                <a:cubicBezTo>
                  <a:pt x="42857" y="1469"/>
                  <a:pt x="50247" y="0"/>
                  <a:pt x="5793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666666"/>
            </a:solidFill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77B69-1603-474F-9BE1-CDD59CC6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15" y="1081554"/>
            <a:ext cx="272981" cy="192983"/>
          </a:xfrm>
          <a:custGeom xmlns:a="http://schemas.openxmlformats.org/drawingml/2006/main">
            <a:pathLst>
              <a:path w="272981" h="192983">
                <a:moveTo>
                  <a:pt x="105413" y="0"/>
                </a:moveTo>
                <a:cubicBezTo>
                  <a:pt x="107969" y="0"/>
                  <a:pt x="112532" y="92"/>
                  <a:pt x="119103" y="273"/>
                </a:cubicBezTo>
                <a:cubicBezTo>
                  <a:pt x="125675" y="456"/>
                  <a:pt x="131790" y="639"/>
                  <a:pt x="137448" y="822"/>
                </a:cubicBezTo>
                <a:cubicBezTo>
                  <a:pt x="146757" y="822"/>
                  <a:pt x="154515" y="730"/>
                  <a:pt x="160722" y="548"/>
                </a:cubicBezTo>
                <a:cubicBezTo>
                  <a:pt x="166927" y="366"/>
                  <a:pt x="170487" y="273"/>
                  <a:pt x="171400" y="273"/>
                </a:cubicBezTo>
                <a:cubicBezTo>
                  <a:pt x="174685" y="273"/>
                  <a:pt x="176329" y="1004"/>
                  <a:pt x="176329" y="2464"/>
                </a:cubicBezTo>
                <a:cubicBezTo>
                  <a:pt x="176329" y="3193"/>
                  <a:pt x="176055" y="4562"/>
                  <a:pt x="175507" y="6569"/>
                </a:cubicBezTo>
                <a:cubicBezTo>
                  <a:pt x="174595" y="9855"/>
                  <a:pt x="173773" y="11679"/>
                  <a:pt x="173043" y="12045"/>
                </a:cubicBezTo>
                <a:cubicBezTo>
                  <a:pt x="172312" y="12409"/>
                  <a:pt x="170305" y="12592"/>
                  <a:pt x="167019" y="12592"/>
                </a:cubicBezTo>
                <a:cubicBezTo>
                  <a:pt x="162456" y="12774"/>
                  <a:pt x="158805" y="13230"/>
                  <a:pt x="156067" y="13960"/>
                </a:cubicBezTo>
                <a:cubicBezTo>
                  <a:pt x="153330" y="14691"/>
                  <a:pt x="151413" y="15421"/>
                  <a:pt x="150318" y="16150"/>
                </a:cubicBezTo>
                <a:cubicBezTo>
                  <a:pt x="149223" y="16880"/>
                  <a:pt x="148948" y="17702"/>
                  <a:pt x="149496" y="18614"/>
                </a:cubicBezTo>
                <a:cubicBezTo>
                  <a:pt x="149496" y="20804"/>
                  <a:pt x="150957" y="42521"/>
                  <a:pt x="153876" y="83763"/>
                </a:cubicBezTo>
                <a:cubicBezTo>
                  <a:pt x="156798" y="125005"/>
                  <a:pt x="158257" y="146813"/>
                  <a:pt x="158257" y="149185"/>
                </a:cubicBezTo>
                <a:lnTo>
                  <a:pt x="158805" y="148365"/>
                </a:lnTo>
                <a:cubicBezTo>
                  <a:pt x="159171" y="147816"/>
                  <a:pt x="159718" y="146904"/>
                  <a:pt x="160447" y="145626"/>
                </a:cubicBezTo>
                <a:cubicBezTo>
                  <a:pt x="161178" y="144350"/>
                  <a:pt x="162273" y="142616"/>
                  <a:pt x="163734" y="140425"/>
                </a:cubicBezTo>
                <a:cubicBezTo>
                  <a:pt x="165193" y="138235"/>
                  <a:pt x="166746" y="135498"/>
                  <a:pt x="168388" y="132214"/>
                </a:cubicBezTo>
                <a:cubicBezTo>
                  <a:pt x="170031" y="128929"/>
                  <a:pt x="172222" y="125187"/>
                  <a:pt x="174960" y="120991"/>
                </a:cubicBezTo>
                <a:cubicBezTo>
                  <a:pt x="177697" y="116794"/>
                  <a:pt x="180436" y="111866"/>
                  <a:pt x="183174" y="106210"/>
                </a:cubicBezTo>
                <a:cubicBezTo>
                  <a:pt x="185911" y="100551"/>
                  <a:pt x="189471" y="94438"/>
                  <a:pt x="193852" y="87869"/>
                </a:cubicBezTo>
                <a:cubicBezTo>
                  <a:pt x="212836" y="54291"/>
                  <a:pt x="223604" y="35130"/>
                  <a:pt x="226160" y="30385"/>
                </a:cubicBezTo>
                <a:cubicBezTo>
                  <a:pt x="228716" y="25639"/>
                  <a:pt x="230084" y="22719"/>
                  <a:pt x="230267" y="21626"/>
                </a:cubicBezTo>
                <a:cubicBezTo>
                  <a:pt x="230267" y="18887"/>
                  <a:pt x="228533" y="16699"/>
                  <a:pt x="225065" y="15055"/>
                </a:cubicBezTo>
                <a:cubicBezTo>
                  <a:pt x="221597" y="13413"/>
                  <a:pt x="217763" y="12592"/>
                  <a:pt x="213565" y="12592"/>
                </a:cubicBezTo>
                <a:cubicBezTo>
                  <a:pt x="211010" y="12592"/>
                  <a:pt x="209732" y="11679"/>
                  <a:pt x="209732" y="9855"/>
                </a:cubicBezTo>
                <a:cubicBezTo>
                  <a:pt x="209732" y="9308"/>
                  <a:pt x="209915" y="8120"/>
                  <a:pt x="210280" y="6296"/>
                </a:cubicBezTo>
                <a:cubicBezTo>
                  <a:pt x="211010" y="3376"/>
                  <a:pt x="211558" y="1642"/>
                  <a:pt x="211922" y="1095"/>
                </a:cubicBezTo>
                <a:cubicBezTo>
                  <a:pt x="212288" y="548"/>
                  <a:pt x="213565" y="273"/>
                  <a:pt x="215756" y="273"/>
                </a:cubicBezTo>
                <a:cubicBezTo>
                  <a:pt x="216304" y="273"/>
                  <a:pt x="217855" y="273"/>
                  <a:pt x="220411" y="273"/>
                </a:cubicBezTo>
                <a:cubicBezTo>
                  <a:pt x="222967" y="273"/>
                  <a:pt x="226526" y="273"/>
                  <a:pt x="231089" y="273"/>
                </a:cubicBezTo>
                <a:cubicBezTo>
                  <a:pt x="235652" y="273"/>
                  <a:pt x="240581" y="366"/>
                  <a:pt x="245874" y="548"/>
                </a:cubicBezTo>
                <a:cubicBezTo>
                  <a:pt x="257921" y="548"/>
                  <a:pt x="265679" y="366"/>
                  <a:pt x="269147" y="0"/>
                </a:cubicBezTo>
                <a:cubicBezTo>
                  <a:pt x="271703" y="0"/>
                  <a:pt x="272981" y="1004"/>
                  <a:pt x="272981" y="3012"/>
                </a:cubicBezTo>
                <a:cubicBezTo>
                  <a:pt x="272981" y="4106"/>
                  <a:pt x="272708" y="5657"/>
                  <a:pt x="272159" y="7664"/>
                </a:cubicBezTo>
                <a:cubicBezTo>
                  <a:pt x="271611" y="9672"/>
                  <a:pt x="270972" y="11040"/>
                  <a:pt x="270243" y="11771"/>
                </a:cubicBezTo>
                <a:cubicBezTo>
                  <a:pt x="269513" y="12501"/>
                  <a:pt x="268601" y="12774"/>
                  <a:pt x="267504" y="12592"/>
                </a:cubicBezTo>
                <a:cubicBezTo>
                  <a:pt x="263489" y="12592"/>
                  <a:pt x="259838" y="13140"/>
                  <a:pt x="256553" y="14235"/>
                </a:cubicBezTo>
                <a:cubicBezTo>
                  <a:pt x="253268" y="15329"/>
                  <a:pt x="250529" y="16606"/>
                  <a:pt x="248339" y="18067"/>
                </a:cubicBezTo>
                <a:cubicBezTo>
                  <a:pt x="246149" y="19526"/>
                  <a:pt x="244415" y="21078"/>
                  <a:pt x="243137" y="22719"/>
                </a:cubicBezTo>
                <a:cubicBezTo>
                  <a:pt x="241859" y="24363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8"/>
                </a:lnTo>
                <a:cubicBezTo>
                  <a:pt x="161817" y="163784"/>
                  <a:pt x="146392" y="190884"/>
                  <a:pt x="146211" y="191067"/>
                </a:cubicBezTo>
                <a:cubicBezTo>
                  <a:pt x="145116" y="192344"/>
                  <a:pt x="142924" y="192983"/>
                  <a:pt x="139638" y="192983"/>
                </a:cubicBezTo>
                <a:cubicBezTo>
                  <a:pt x="136901" y="192983"/>
                  <a:pt x="135167" y="192527"/>
                  <a:pt x="134436" y="191613"/>
                </a:cubicBezTo>
                <a:cubicBezTo>
                  <a:pt x="133889" y="191067"/>
                  <a:pt x="132155" y="168620"/>
                  <a:pt x="129234" y="124275"/>
                </a:cubicBezTo>
                <a:cubicBezTo>
                  <a:pt x="126314" y="79930"/>
                  <a:pt x="124762" y="57028"/>
                  <a:pt x="124580" y="55568"/>
                </a:cubicBezTo>
                <a:lnTo>
                  <a:pt x="121293" y="60496"/>
                </a:lnTo>
                <a:cubicBezTo>
                  <a:pt x="117278" y="67248"/>
                  <a:pt x="105596" y="87596"/>
                  <a:pt x="86247" y="121538"/>
                </a:cubicBezTo>
                <a:cubicBezTo>
                  <a:pt x="59962" y="167525"/>
                  <a:pt x="46637" y="190701"/>
                  <a:pt x="46271" y="191067"/>
                </a:cubicBezTo>
                <a:cubicBezTo>
                  <a:pt x="45907" y="191432"/>
                  <a:pt x="45451" y="191796"/>
                  <a:pt x="44903" y="192162"/>
                </a:cubicBezTo>
                <a:cubicBezTo>
                  <a:pt x="43990" y="192708"/>
                  <a:pt x="42347" y="192983"/>
                  <a:pt x="39974" y="192983"/>
                </a:cubicBezTo>
                <a:cubicBezTo>
                  <a:pt x="36506" y="192983"/>
                  <a:pt x="34589" y="192344"/>
                  <a:pt x="34225" y="191067"/>
                </a:cubicBezTo>
                <a:cubicBezTo>
                  <a:pt x="34225" y="190520"/>
                  <a:pt x="32218" y="161412"/>
                  <a:pt x="28201" y="103746"/>
                </a:cubicBezTo>
                <a:cubicBezTo>
                  <a:pt x="24185" y="46079"/>
                  <a:pt x="22087" y="17063"/>
                  <a:pt x="21904" y="16699"/>
                </a:cubicBezTo>
                <a:cubicBezTo>
                  <a:pt x="21538" y="15055"/>
                  <a:pt x="20626" y="14052"/>
                  <a:pt x="19165" y="13687"/>
                </a:cubicBezTo>
                <a:cubicBezTo>
                  <a:pt x="17705" y="13323"/>
                  <a:pt x="14146" y="12957"/>
                  <a:pt x="8488" y="12592"/>
                </a:cubicBezTo>
                <a:lnTo>
                  <a:pt x="1915" y="12592"/>
                </a:lnTo>
                <a:cubicBezTo>
                  <a:pt x="637" y="11315"/>
                  <a:pt x="0" y="10311"/>
                  <a:pt x="0" y="9581"/>
                </a:cubicBezTo>
                <a:cubicBezTo>
                  <a:pt x="181" y="5383"/>
                  <a:pt x="1369" y="2190"/>
                  <a:pt x="3559" y="0"/>
                </a:cubicBezTo>
                <a:lnTo>
                  <a:pt x="6844" y="0"/>
                </a:lnTo>
                <a:cubicBezTo>
                  <a:pt x="14511" y="548"/>
                  <a:pt x="23638" y="822"/>
                  <a:pt x="34225" y="822"/>
                </a:cubicBezTo>
                <a:cubicBezTo>
                  <a:pt x="57041" y="822"/>
                  <a:pt x="69545" y="548"/>
                  <a:pt x="71735" y="0"/>
                </a:cubicBezTo>
                <a:lnTo>
                  <a:pt x="74474" y="0"/>
                </a:lnTo>
                <a:cubicBezTo>
                  <a:pt x="75569" y="1095"/>
                  <a:pt x="76116" y="1917"/>
                  <a:pt x="76116" y="2464"/>
                </a:cubicBezTo>
                <a:cubicBezTo>
                  <a:pt x="76116" y="3012"/>
                  <a:pt x="75935" y="4654"/>
                  <a:pt x="75569" y="7391"/>
                </a:cubicBezTo>
                <a:cubicBezTo>
                  <a:pt x="74657" y="10128"/>
                  <a:pt x="73835" y="11862"/>
                  <a:pt x="73105" y="12592"/>
                </a:cubicBezTo>
                <a:lnTo>
                  <a:pt x="67355" y="12592"/>
                </a:lnTo>
                <a:cubicBezTo>
                  <a:pt x="56219" y="13140"/>
                  <a:pt x="50288" y="14691"/>
                  <a:pt x="49558" y="17245"/>
                </a:cubicBezTo>
                <a:cubicBezTo>
                  <a:pt x="55034" y="101190"/>
                  <a:pt x="58136" y="145353"/>
                  <a:pt x="58867" y="149733"/>
                </a:cubicBezTo>
                <a:lnTo>
                  <a:pt x="123210" y="36406"/>
                </a:lnTo>
                <a:lnTo>
                  <a:pt x="122663" y="26278"/>
                </a:lnTo>
                <a:cubicBezTo>
                  <a:pt x="122115" y="18614"/>
                  <a:pt x="121203" y="14508"/>
                  <a:pt x="119925" y="13960"/>
                </a:cubicBezTo>
                <a:cubicBezTo>
                  <a:pt x="118830" y="13230"/>
                  <a:pt x="114996" y="12774"/>
                  <a:pt x="108425" y="12592"/>
                </a:cubicBezTo>
                <a:cubicBezTo>
                  <a:pt x="104957" y="12592"/>
                  <a:pt x="102675" y="12409"/>
                  <a:pt x="101580" y="12045"/>
                </a:cubicBezTo>
                <a:cubicBezTo>
                  <a:pt x="100485" y="11679"/>
                  <a:pt x="99938" y="10859"/>
                  <a:pt x="99938" y="9581"/>
                </a:cubicBezTo>
                <a:cubicBezTo>
                  <a:pt x="99938" y="9216"/>
                  <a:pt x="100119" y="8120"/>
                  <a:pt x="100485" y="6296"/>
                </a:cubicBezTo>
                <a:cubicBezTo>
                  <a:pt x="100667" y="5566"/>
                  <a:pt x="100850" y="4744"/>
                  <a:pt x="101033" y="3832"/>
                </a:cubicBezTo>
                <a:cubicBezTo>
                  <a:pt x="101216" y="2920"/>
                  <a:pt x="101306" y="2281"/>
                  <a:pt x="101306" y="1917"/>
                </a:cubicBezTo>
                <a:cubicBezTo>
                  <a:pt x="101306" y="1551"/>
                  <a:pt x="101580" y="1186"/>
                  <a:pt x="102128" y="822"/>
                </a:cubicBezTo>
                <a:cubicBezTo>
                  <a:pt x="102675" y="456"/>
                  <a:pt x="103040" y="273"/>
                  <a:pt x="103223" y="273"/>
                </a:cubicBezTo>
                <a:cubicBezTo>
                  <a:pt x="103406" y="273"/>
                  <a:pt x="104136" y="183"/>
                  <a:pt x="105413" y="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02EB8-A1DF-40A7-ADE5-F28EA9F1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14" y="1081555"/>
            <a:ext cx="272981" cy="192983"/>
          </a:xfrm>
          <a:custGeom xmlns:a="http://schemas.openxmlformats.org/drawingml/2006/main">
            <a:pathLst>
              <a:path w="272981" h="192983" fill="none">
                <a:moveTo>
                  <a:pt x="105414" y="0"/>
                </a:moveTo>
                <a:cubicBezTo>
                  <a:pt x="107970" y="0"/>
                  <a:pt x="112533" y="91"/>
                  <a:pt x="119104" y="274"/>
                </a:cubicBezTo>
                <a:cubicBezTo>
                  <a:pt x="125675" y="456"/>
                  <a:pt x="131790" y="639"/>
                  <a:pt x="137449" y="821"/>
                </a:cubicBezTo>
                <a:cubicBezTo>
                  <a:pt x="146758" y="821"/>
                  <a:pt x="154516" y="730"/>
                  <a:pt x="160722" y="547"/>
                </a:cubicBezTo>
                <a:cubicBezTo>
                  <a:pt x="166928" y="365"/>
                  <a:pt x="170488" y="274"/>
                  <a:pt x="171401" y="274"/>
                </a:cubicBezTo>
                <a:cubicBezTo>
                  <a:pt x="174686" y="274"/>
                  <a:pt x="176329" y="1004"/>
                  <a:pt x="176329" y="2464"/>
                </a:cubicBezTo>
                <a:cubicBezTo>
                  <a:pt x="176329" y="3194"/>
                  <a:pt x="176055" y="4562"/>
                  <a:pt x="175508" y="6570"/>
                </a:cubicBezTo>
                <a:cubicBezTo>
                  <a:pt x="174595" y="9854"/>
                  <a:pt x="173774" y="11679"/>
                  <a:pt x="173043" y="12044"/>
                </a:cubicBezTo>
                <a:cubicBezTo>
                  <a:pt x="172313" y="12409"/>
                  <a:pt x="170305" y="12592"/>
                  <a:pt x="167020" y="12592"/>
                </a:cubicBezTo>
                <a:cubicBezTo>
                  <a:pt x="162456" y="12774"/>
                  <a:pt x="158806" y="13230"/>
                  <a:pt x="156068" y="13960"/>
                </a:cubicBezTo>
                <a:cubicBezTo>
                  <a:pt x="153330" y="14690"/>
                  <a:pt x="151413" y="15420"/>
                  <a:pt x="150318" y="16150"/>
                </a:cubicBezTo>
                <a:cubicBezTo>
                  <a:pt x="149223" y="16880"/>
                  <a:pt x="148949" y="17701"/>
                  <a:pt x="149496" y="18614"/>
                </a:cubicBezTo>
                <a:cubicBezTo>
                  <a:pt x="149496" y="20804"/>
                  <a:pt x="150957" y="42520"/>
                  <a:pt x="153877" y="83763"/>
                </a:cubicBezTo>
                <a:cubicBezTo>
                  <a:pt x="156798" y="125005"/>
                  <a:pt x="158258" y="146813"/>
                  <a:pt x="158258" y="149185"/>
                </a:cubicBezTo>
                <a:lnTo>
                  <a:pt x="158806" y="148364"/>
                </a:lnTo>
                <a:cubicBezTo>
                  <a:pt x="159171" y="147816"/>
                  <a:pt x="159718" y="146904"/>
                  <a:pt x="160448" y="145627"/>
                </a:cubicBezTo>
                <a:cubicBezTo>
                  <a:pt x="161179" y="144349"/>
                  <a:pt x="162274" y="142615"/>
                  <a:pt x="163734" y="140426"/>
                </a:cubicBezTo>
                <a:cubicBezTo>
                  <a:pt x="165194" y="138236"/>
                  <a:pt x="166746" y="135498"/>
                  <a:pt x="168389" y="132214"/>
                </a:cubicBezTo>
                <a:cubicBezTo>
                  <a:pt x="170032" y="128929"/>
                  <a:pt x="172222" y="125188"/>
                  <a:pt x="174960" y="120990"/>
                </a:cubicBezTo>
                <a:cubicBezTo>
                  <a:pt x="177698" y="116793"/>
                  <a:pt x="180436" y="111866"/>
                  <a:pt x="183174" y="106209"/>
                </a:cubicBezTo>
                <a:cubicBezTo>
                  <a:pt x="185912" y="100552"/>
                  <a:pt x="189472" y="94438"/>
                  <a:pt x="193852" y="87869"/>
                </a:cubicBezTo>
                <a:cubicBezTo>
                  <a:pt x="212836" y="54291"/>
                  <a:pt x="223606" y="35129"/>
                  <a:pt x="226161" y="30384"/>
                </a:cubicBezTo>
                <a:cubicBezTo>
                  <a:pt x="228717" y="25640"/>
                  <a:pt x="230086" y="22720"/>
                  <a:pt x="230268" y="21625"/>
                </a:cubicBezTo>
                <a:cubicBezTo>
                  <a:pt x="230268" y="18888"/>
                  <a:pt x="228534" y="16698"/>
                  <a:pt x="225066" y="15055"/>
                </a:cubicBezTo>
                <a:cubicBezTo>
                  <a:pt x="221598" y="13413"/>
                  <a:pt x="217765" y="12592"/>
                  <a:pt x="213566" y="12592"/>
                </a:cubicBezTo>
                <a:cubicBezTo>
                  <a:pt x="211011" y="12592"/>
                  <a:pt x="209733" y="11679"/>
                  <a:pt x="209733" y="9854"/>
                </a:cubicBezTo>
                <a:cubicBezTo>
                  <a:pt x="209733" y="9307"/>
                  <a:pt x="209916" y="8121"/>
                  <a:pt x="210281" y="6296"/>
                </a:cubicBezTo>
                <a:cubicBezTo>
                  <a:pt x="211011" y="3376"/>
                  <a:pt x="211558" y="1642"/>
                  <a:pt x="211923" y="1095"/>
                </a:cubicBezTo>
                <a:cubicBezTo>
                  <a:pt x="212288" y="547"/>
                  <a:pt x="213566" y="274"/>
                  <a:pt x="215757" y="274"/>
                </a:cubicBezTo>
                <a:cubicBezTo>
                  <a:pt x="216304" y="274"/>
                  <a:pt x="217856" y="274"/>
                  <a:pt x="220411" y="274"/>
                </a:cubicBezTo>
                <a:cubicBezTo>
                  <a:pt x="222967" y="274"/>
                  <a:pt x="226526" y="274"/>
                  <a:pt x="231090" y="274"/>
                </a:cubicBezTo>
                <a:cubicBezTo>
                  <a:pt x="235653" y="274"/>
                  <a:pt x="240581" y="365"/>
                  <a:pt x="245875" y="547"/>
                </a:cubicBezTo>
                <a:cubicBezTo>
                  <a:pt x="257922" y="547"/>
                  <a:pt x="265680" y="365"/>
                  <a:pt x="269148" y="0"/>
                </a:cubicBezTo>
                <a:cubicBezTo>
                  <a:pt x="271704" y="0"/>
                  <a:pt x="272981" y="1004"/>
                  <a:pt x="272981" y="3011"/>
                </a:cubicBezTo>
                <a:cubicBezTo>
                  <a:pt x="272981" y="4106"/>
                  <a:pt x="272708" y="5657"/>
                  <a:pt x="272160" y="7665"/>
                </a:cubicBezTo>
                <a:cubicBezTo>
                  <a:pt x="271612" y="9672"/>
                  <a:pt x="270974" y="11041"/>
                  <a:pt x="270243" y="11771"/>
                </a:cubicBezTo>
                <a:cubicBezTo>
                  <a:pt x="269513" y="12501"/>
                  <a:pt x="268601" y="12774"/>
                  <a:pt x="267505" y="12592"/>
                </a:cubicBezTo>
                <a:cubicBezTo>
                  <a:pt x="263489" y="12592"/>
                  <a:pt x="259839" y="13139"/>
                  <a:pt x="256553" y="14234"/>
                </a:cubicBezTo>
                <a:cubicBezTo>
                  <a:pt x="253268" y="15329"/>
                  <a:pt x="250530" y="16607"/>
                  <a:pt x="248339" y="18066"/>
                </a:cubicBezTo>
                <a:cubicBezTo>
                  <a:pt x="246149" y="19526"/>
                  <a:pt x="244415" y="21078"/>
                  <a:pt x="243137" y="22720"/>
                </a:cubicBezTo>
                <a:cubicBezTo>
                  <a:pt x="241859" y="24362"/>
                  <a:pt x="240764" y="25822"/>
                  <a:pt x="239851" y="27100"/>
                </a:cubicBezTo>
                <a:lnTo>
                  <a:pt x="238756" y="28742"/>
                </a:lnTo>
                <a:lnTo>
                  <a:pt x="192483" y="109767"/>
                </a:lnTo>
                <a:cubicBezTo>
                  <a:pt x="161817" y="163784"/>
                  <a:pt x="146393" y="190884"/>
                  <a:pt x="146211" y="191066"/>
                </a:cubicBezTo>
                <a:cubicBezTo>
                  <a:pt x="145115" y="192344"/>
                  <a:pt x="142925" y="192983"/>
                  <a:pt x="139639" y="192983"/>
                </a:cubicBezTo>
                <a:cubicBezTo>
                  <a:pt x="136901" y="192983"/>
                  <a:pt x="135167" y="192526"/>
                  <a:pt x="134437" y="191614"/>
                </a:cubicBezTo>
                <a:cubicBezTo>
                  <a:pt x="133890" y="191066"/>
                  <a:pt x="132156" y="168620"/>
                  <a:pt x="129235" y="124275"/>
                </a:cubicBezTo>
                <a:cubicBezTo>
                  <a:pt x="126314" y="79930"/>
                  <a:pt x="124763" y="57028"/>
                  <a:pt x="124580" y="55568"/>
                </a:cubicBezTo>
                <a:lnTo>
                  <a:pt x="121295" y="60495"/>
                </a:lnTo>
                <a:cubicBezTo>
                  <a:pt x="117279" y="67247"/>
                  <a:pt x="105597" y="87595"/>
                  <a:pt x="86248" y="121538"/>
                </a:cubicBezTo>
                <a:cubicBezTo>
                  <a:pt x="59963" y="167525"/>
                  <a:pt x="46638" y="190701"/>
                  <a:pt x="46273" y="191066"/>
                </a:cubicBezTo>
                <a:cubicBezTo>
                  <a:pt x="45908" y="191431"/>
                  <a:pt x="45451" y="191796"/>
                  <a:pt x="44904" y="192161"/>
                </a:cubicBezTo>
                <a:cubicBezTo>
                  <a:pt x="43991" y="192709"/>
                  <a:pt x="42348" y="192983"/>
                  <a:pt x="39975" y="192983"/>
                </a:cubicBezTo>
                <a:cubicBezTo>
                  <a:pt x="36507" y="192983"/>
                  <a:pt x="34590" y="192344"/>
                  <a:pt x="34225" y="191066"/>
                </a:cubicBezTo>
                <a:cubicBezTo>
                  <a:pt x="34225" y="190519"/>
                  <a:pt x="32217" y="161412"/>
                  <a:pt x="28202" y="103745"/>
                </a:cubicBezTo>
                <a:cubicBezTo>
                  <a:pt x="24186" y="46079"/>
                  <a:pt x="22087" y="17063"/>
                  <a:pt x="21904" y="16698"/>
                </a:cubicBezTo>
                <a:cubicBezTo>
                  <a:pt x="21539" y="15055"/>
                  <a:pt x="20626" y="14052"/>
                  <a:pt x="19166" y="13687"/>
                </a:cubicBezTo>
                <a:cubicBezTo>
                  <a:pt x="17706" y="13322"/>
                  <a:pt x="14146" y="12957"/>
                  <a:pt x="8488" y="12592"/>
                </a:cubicBezTo>
                <a:lnTo>
                  <a:pt x="1917" y="12592"/>
                </a:lnTo>
                <a:cubicBezTo>
                  <a:pt x="639" y="11314"/>
                  <a:pt x="0" y="10311"/>
                  <a:pt x="0" y="9581"/>
                </a:cubicBezTo>
                <a:cubicBezTo>
                  <a:pt x="183" y="5383"/>
                  <a:pt x="1369" y="2190"/>
                  <a:pt x="3559" y="0"/>
                </a:cubicBezTo>
                <a:lnTo>
                  <a:pt x="6845" y="0"/>
                </a:lnTo>
                <a:cubicBezTo>
                  <a:pt x="14512" y="547"/>
                  <a:pt x="23638" y="821"/>
                  <a:pt x="34225" y="821"/>
                </a:cubicBezTo>
                <a:cubicBezTo>
                  <a:pt x="57042" y="821"/>
                  <a:pt x="69546" y="547"/>
                  <a:pt x="71736" y="0"/>
                </a:cubicBezTo>
                <a:lnTo>
                  <a:pt x="74474" y="0"/>
                </a:lnTo>
                <a:cubicBezTo>
                  <a:pt x="75570" y="1095"/>
                  <a:pt x="76117" y="1916"/>
                  <a:pt x="76117" y="2464"/>
                </a:cubicBezTo>
                <a:cubicBezTo>
                  <a:pt x="76117" y="3011"/>
                  <a:pt x="75935" y="4653"/>
                  <a:pt x="75570" y="7391"/>
                </a:cubicBezTo>
                <a:cubicBezTo>
                  <a:pt x="74657" y="10128"/>
                  <a:pt x="73836" y="11862"/>
                  <a:pt x="73105" y="12592"/>
                </a:cubicBezTo>
                <a:lnTo>
                  <a:pt x="67355" y="12592"/>
                </a:lnTo>
                <a:cubicBezTo>
                  <a:pt x="56221" y="13139"/>
                  <a:pt x="50288" y="14690"/>
                  <a:pt x="49558" y="17245"/>
                </a:cubicBezTo>
                <a:cubicBezTo>
                  <a:pt x="55034" y="101190"/>
                  <a:pt x="58137" y="145353"/>
                  <a:pt x="58868" y="149733"/>
                </a:cubicBezTo>
                <a:lnTo>
                  <a:pt x="123211" y="36407"/>
                </a:lnTo>
                <a:lnTo>
                  <a:pt x="122664" y="26278"/>
                </a:lnTo>
                <a:cubicBezTo>
                  <a:pt x="122116" y="18614"/>
                  <a:pt x="121203" y="14508"/>
                  <a:pt x="119926" y="13960"/>
                </a:cubicBezTo>
                <a:cubicBezTo>
                  <a:pt x="118830" y="13230"/>
                  <a:pt x="114997" y="12774"/>
                  <a:pt x="108426" y="12592"/>
                </a:cubicBezTo>
                <a:cubicBezTo>
                  <a:pt x="104958" y="12592"/>
                  <a:pt x="102676" y="12409"/>
                  <a:pt x="101581" y="12044"/>
                </a:cubicBezTo>
                <a:cubicBezTo>
                  <a:pt x="100486" y="11679"/>
                  <a:pt x="99938" y="10858"/>
                  <a:pt x="99938" y="9581"/>
                </a:cubicBezTo>
                <a:cubicBezTo>
                  <a:pt x="99938" y="9216"/>
                  <a:pt x="100121" y="8121"/>
                  <a:pt x="100486" y="6296"/>
                </a:cubicBezTo>
                <a:cubicBezTo>
                  <a:pt x="100668" y="5566"/>
                  <a:pt x="100851" y="4745"/>
                  <a:pt x="101033" y="3832"/>
                </a:cubicBezTo>
                <a:cubicBezTo>
                  <a:pt x="101216" y="2920"/>
                  <a:pt x="101307" y="2281"/>
                  <a:pt x="101307" y="1916"/>
                </a:cubicBezTo>
                <a:cubicBezTo>
                  <a:pt x="101307" y="1551"/>
                  <a:pt x="101581" y="1186"/>
                  <a:pt x="102128" y="821"/>
                </a:cubicBezTo>
                <a:cubicBezTo>
                  <a:pt x="102676" y="456"/>
                  <a:pt x="103041" y="274"/>
                  <a:pt x="103224" y="274"/>
                </a:cubicBezTo>
                <a:cubicBezTo>
                  <a:pt x="103406" y="274"/>
                  <a:pt x="104136" y="182"/>
                  <a:pt x="1054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74" cap="flat">
            <a:solidFill>
              <a:srgbClr val="333333">
                <a:alpha val="12730"/>
              </a:srgbClr>
            </a:solidFill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0AA7E-194A-4C3E-BBEA-154389FC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037" y="1224227"/>
            <a:ext cx="85562" cy="87476"/>
          </a:xfrm>
          <a:custGeom xmlns:a="http://schemas.openxmlformats.org/drawingml/2006/main">
            <a:pathLst>
              <a:path w="85562" h="87476">
                <a:moveTo>
                  <a:pt x="32328" y="87476"/>
                </a:moveTo>
                <a:cubicBezTo>
                  <a:pt x="22648" y="87476"/>
                  <a:pt x="14841" y="84315"/>
                  <a:pt x="8904" y="77993"/>
                </a:cubicBezTo>
                <a:cubicBezTo>
                  <a:pt x="2968" y="71672"/>
                  <a:pt x="0" y="64059"/>
                  <a:pt x="0" y="55156"/>
                </a:cubicBezTo>
                <a:cubicBezTo>
                  <a:pt x="0" y="46771"/>
                  <a:pt x="1936" y="38835"/>
                  <a:pt x="5808" y="31352"/>
                </a:cubicBezTo>
                <a:cubicBezTo>
                  <a:pt x="9679" y="23869"/>
                  <a:pt x="14971" y="17354"/>
                  <a:pt x="21680" y="11806"/>
                </a:cubicBezTo>
                <a:cubicBezTo>
                  <a:pt x="31489" y="3936"/>
                  <a:pt x="41490" y="0"/>
                  <a:pt x="51685" y="0"/>
                </a:cubicBezTo>
                <a:cubicBezTo>
                  <a:pt x="55815" y="0"/>
                  <a:pt x="58396" y="65"/>
                  <a:pt x="59429" y="195"/>
                </a:cubicBezTo>
                <a:cubicBezTo>
                  <a:pt x="61106" y="582"/>
                  <a:pt x="62784" y="1033"/>
                  <a:pt x="64462" y="1548"/>
                </a:cubicBezTo>
                <a:cubicBezTo>
                  <a:pt x="66139" y="2065"/>
                  <a:pt x="68397" y="3097"/>
                  <a:pt x="71237" y="4645"/>
                </a:cubicBezTo>
                <a:cubicBezTo>
                  <a:pt x="74077" y="6193"/>
                  <a:pt x="76400" y="8130"/>
                  <a:pt x="78206" y="10451"/>
                </a:cubicBezTo>
                <a:cubicBezTo>
                  <a:pt x="80013" y="12774"/>
                  <a:pt x="81690" y="15934"/>
                  <a:pt x="83239" y="19934"/>
                </a:cubicBezTo>
                <a:cubicBezTo>
                  <a:pt x="84788" y="23934"/>
                  <a:pt x="85562" y="28450"/>
                  <a:pt x="85562" y="33482"/>
                </a:cubicBezTo>
                <a:cubicBezTo>
                  <a:pt x="85562" y="47286"/>
                  <a:pt x="80013" y="59737"/>
                  <a:pt x="68914" y="70832"/>
                </a:cubicBezTo>
                <a:cubicBezTo>
                  <a:pt x="57816" y="81928"/>
                  <a:pt x="45620" y="87476"/>
                  <a:pt x="32328" y="87476"/>
                </a:cubicBezTo>
                <a:close/>
                <a:moveTo>
                  <a:pt x="16842" y="62124"/>
                </a:moveTo>
                <a:cubicBezTo>
                  <a:pt x="16842" y="68575"/>
                  <a:pt x="18519" y="73220"/>
                  <a:pt x="21875" y="76058"/>
                </a:cubicBezTo>
                <a:cubicBezTo>
                  <a:pt x="25230" y="78897"/>
                  <a:pt x="29036" y="80315"/>
                  <a:pt x="33296" y="80315"/>
                </a:cubicBezTo>
                <a:cubicBezTo>
                  <a:pt x="38974" y="80315"/>
                  <a:pt x="44330" y="78252"/>
                  <a:pt x="49363" y="74123"/>
                </a:cubicBezTo>
                <a:cubicBezTo>
                  <a:pt x="54396" y="69994"/>
                  <a:pt x="58396" y="64576"/>
                  <a:pt x="61364" y="57866"/>
                </a:cubicBezTo>
                <a:cubicBezTo>
                  <a:pt x="62526" y="55156"/>
                  <a:pt x="64011" y="50383"/>
                  <a:pt x="65817" y="43545"/>
                </a:cubicBezTo>
                <a:cubicBezTo>
                  <a:pt x="67624" y="36707"/>
                  <a:pt x="68527" y="30772"/>
                  <a:pt x="68527" y="25740"/>
                </a:cubicBezTo>
                <a:cubicBezTo>
                  <a:pt x="68527" y="20064"/>
                  <a:pt x="67365" y="15741"/>
                  <a:pt x="65042" y="12774"/>
                </a:cubicBezTo>
                <a:cubicBezTo>
                  <a:pt x="61946" y="8903"/>
                  <a:pt x="57816" y="6968"/>
                  <a:pt x="52653" y="6968"/>
                </a:cubicBezTo>
                <a:cubicBezTo>
                  <a:pt x="44524" y="6968"/>
                  <a:pt x="37361" y="10709"/>
                  <a:pt x="31166" y="18192"/>
                </a:cubicBezTo>
                <a:cubicBezTo>
                  <a:pt x="26392" y="23869"/>
                  <a:pt x="22842" y="31417"/>
                  <a:pt x="20519" y="40835"/>
                </a:cubicBezTo>
                <a:cubicBezTo>
                  <a:pt x="18197" y="50254"/>
                  <a:pt x="16971" y="57351"/>
                  <a:pt x="16842" y="6212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8742D-7893-4509-A560-43BE7CBD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038" y="1224229"/>
            <a:ext cx="85562" cy="87476"/>
          </a:xfrm>
          <a:custGeom xmlns:a="http://schemas.openxmlformats.org/drawingml/2006/main">
            <a:pathLst>
              <a:path w="85562" h="87476" fill="none">
                <a:moveTo>
                  <a:pt x="32328" y="87476"/>
                </a:moveTo>
                <a:cubicBezTo>
                  <a:pt x="22649" y="87476"/>
                  <a:pt x="14841" y="84315"/>
                  <a:pt x="8905" y="77993"/>
                </a:cubicBezTo>
                <a:cubicBezTo>
                  <a:pt x="2968" y="71671"/>
                  <a:pt x="0" y="64058"/>
                  <a:pt x="0" y="55156"/>
                </a:cubicBezTo>
                <a:cubicBezTo>
                  <a:pt x="0" y="46770"/>
                  <a:pt x="1936" y="38835"/>
                  <a:pt x="5807" y="31352"/>
                </a:cubicBezTo>
                <a:cubicBezTo>
                  <a:pt x="9679" y="23869"/>
                  <a:pt x="14970" y="17353"/>
                  <a:pt x="21681" y="11805"/>
                </a:cubicBezTo>
                <a:cubicBezTo>
                  <a:pt x="31489" y="3935"/>
                  <a:pt x="41490" y="0"/>
                  <a:pt x="51686" y="0"/>
                </a:cubicBezTo>
                <a:cubicBezTo>
                  <a:pt x="55815" y="0"/>
                  <a:pt x="58396" y="65"/>
                  <a:pt x="59429" y="194"/>
                </a:cubicBezTo>
                <a:cubicBezTo>
                  <a:pt x="61106" y="581"/>
                  <a:pt x="62784" y="1032"/>
                  <a:pt x="64462" y="1548"/>
                </a:cubicBezTo>
                <a:cubicBezTo>
                  <a:pt x="66139" y="2064"/>
                  <a:pt x="68398" y="3096"/>
                  <a:pt x="71237" y="4645"/>
                </a:cubicBezTo>
                <a:cubicBezTo>
                  <a:pt x="74076" y="6193"/>
                  <a:pt x="76399" y="8128"/>
                  <a:pt x="78206" y="10451"/>
                </a:cubicBezTo>
                <a:cubicBezTo>
                  <a:pt x="80013" y="12773"/>
                  <a:pt x="81690" y="15934"/>
                  <a:pt x="83239" y="19934"/>
                </a:cubicBezTo>
                <a:cubicBezTo>
                  <a:pt x="84787" y="23933"/>
                  <a:pt x="85562" y="28449"/>
                  <a:pt x="85562" y="33481"/>
                </a:cubicBezTo>
                <a:cubicBezTo>
                  <a:pt x="85562" y="47286"/>
                  <a:pt x="80013" y="59736"/>
                  <a:pt x="68914" y="70832"/>
                </a:cubicBezTo>
                <a:cubicBezTo>
                  <a:pt x="57816" y="81928"/>
                  <a:pt x="45620" y="87476"/>
                  <a:pt x="32328" y="87476"/>
                </a:cubicBezTo>
                <a:close/>
                <a:moveTo>
                  <a:pt x="16841" y="62123"/>
                </a:moveTo>
                <a:cubicBezTo>
                  <a:pt x="16841" y="68574"/>
                  <a:pt x="18519" y="73219"/>
                  <a:pt x="21874" y="76057"/>
                </a:cubicBezTo>
                <a:cubicBezTo>
                  <a:pt x="25230" y="78896"/>
                  <a:pt x="29037" y="80315"/>
                  <a:pt x="33296" y="80315"/>
                </a:cubicBezTo>
                <a:cubicBezTo>
                  <a:pt x="38974" y="80315"/>
                  <a:pt x="44330" y="78251"/>
                  <a:pt x="49363" y="74122"/>
                </a:cubicBezTo>
                <a:cubicBezTo>
                  <a:pt x="54396" y="69993"/>
                  <a:pt x="58396" y="64575"/>
                  <a:pt x="61364" y="57865"/>
                </a:cubicBezTo>
                <a:cubicBezTo>
                  <a:pt x="62526" y="55156"/>
                  <a:pt x="64010" y="50382"/>
                  <a:pt x="65817" y="43544"/>
                </a:cubicBezTo>
                <a:cubicBezTo>
                  <a:pt x="67623" y="36706"/>
                  <a:pt x="68527" y="30771"/>
                  <a:pt x="68527" y="25739"/>
                </a:cubicBezTo>
                <a:cubicBezTo>
                  <a:pt x="68527" y="20063"/>
                  <a:pt x="67365" y="15740"/>
                  <a:pt x="65042" y="12773"/>
                </a:cubicBezTo>
                <a:cubicBezTo>
                  <a:pt x="61945" y="8902"/>
                  <a:pt x="57816" y="6967"/>
                  <a:pt x="52653" y="6967"/>
                </a:cubicBezTo>
                <a:cubicBezTo>
                  <a:pt x="44523" y="6967"/>
                  <a:pt x="37361" y="10709"/>
                  <a:pt x="31166" y="18192"/>
                </a:cubicBezTo>
                <a:cubicBezTo>
                  <a:pt x="26391" y="23869"/>
                  <a:pt x="22842" y="31416"/>
                  <a:pt x="20519" y="40835"/>
                </a:cubicBezTo>
                <a:cubicBezTo>
                  <a:pt x="18196" y="50253"/>
                  <a:pt x="16970" y="57349"/>
                  <a:pt x="16841" y="621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4" cap="flat">
            <a:solidFill>
              <a:srgbClr val="333333">
                <a:alpha val="9000"/>
              </a:srgbClr>
            </a:solidFill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F0F4A-C526-46CE-A656-C8D3A69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7" y="894091"/>
            <a:ext cx="10" cy="100581"/>
          </a:xfrm>
          <a:custGeom xmlns:a="http://schemas.openxmlformats.org/drawingml/2006/main">
            <a:pathLst>
              <a:path w="1" h="100581" fill="none">
                <a:moveTo>
                  <a:pt x="0" y="1005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250F5-39A8-4D6F-BDD4-AE545965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099" y="507992"/>
            <a:ext cx="344570" cy="386107"/>
          </a:xfrm>
          <a:custGeom xmlns:a="http://schemas.openxmlformats.org/drawingml/2006/main">
            <a:pathLst>
              <a:path w="344570" h="386107">
                <a:moveTo>
                  <a:pt x="344570" y="193054"/>
                </a:moveTo>
                <a:cubicBezTo>
                  <a:pt x="344570" y="205729"/>
                  <a:pt x="343466" y="218283"/>
                  <a:pt x="341259" y="230714"/>
                </a:cubicBezTo>
                <a:cubicBezTo>
                  <a:pt x="339052" y="243147"/>
                  <a:pt x="335783" y="255219"/>
                  <a:pt x="331454" y="266932"/>
                </a:cubicBezTo>
                <a:cubicBezTo>
                  <a:pt x="327125" y="278643"/>
                  <a:pt x="321819" y="289767"/>
                  <a:pt x="315534" y="300308"/>
                </a:cubicBezTo>
                <a:cubicBezTo>
                  <a:pt x="309250" y="310848"/>
                  <a:pt x="302108" y="320600"/>
                  <a:pt x="294109" y="329563"/>
                </a:cubicBezTo>
                <a:cubicBezTo>
                  <a:pt x="286109" y="338526"/>
                  <a:pt x="277407" y="346528"/>
                  <a:pt x="268001" y="353569"/>
                </a:cubicBezTo>
                <a:cubicBezTo>
                  <a:pt x="258595" y="360611"/>
                  <a:pt x="248667" y="366558"/>
                  <a:pt x="238215" y="371410"/>
                </a:cubicBezTo>
                <a:cubicBezTo>
                  <a:pt x="227764" y="376262"/>
                  <a:pt x="216990" y="379923"/>
                  <a:pt x="205895" y="382396"/>
                </a:cubicBezTo>
                <a:cubicBezTo>
                  <a:pt x="194801" y="384870"/>
                  <a:pt x="183597" y="386106"/>
                  <a:pt x="172285" y="386107"/>
                </a:cubicBezTo>
                <a:cubicBezTo>
                  <a:pt x="160973" y="386106"/>
                  <a:pt x="149769" y="384870"/>
                  <a:pt x="138675" y="382396"/>
                </a:cubicBezTo>
                <a:cubicBezTo>
                  <a:pt x="127580" y="379923"/>
                  <a:pt x="116806" y="376262"/>
                  <a:pt x="106355" y="371410"/>
                </a:cubicBezTo>
                <a:cubicBezTo>
                  <a:pt x="95903" y="366558"/>
                  <a:pt x="85975" y="360611"/>
                  <a:pt x="76569" y="353569"/>
                </a:cubicBezTo>
                <a:cubicBezTo>
                  <a:pt x="67163" y="346528"/>
                  <a:pt x="58461" y="338526"/>
                  <a:pt x="50461" y="329563"/>
                </a:cubicBezTo>
                <a:cubicBezTo>
                  <a:pt x="42462" y="320600"/>
                  <a:pt x="35320" y="310846"/>
                  <a:pt x="29035" y="300306"/>
                </a:cubicBezTo>
                <a:cubicBezTo>
                  <a:pt x="22751" y="289766"/>
                  <a:pt x="17445" y="278643"/>
                  <a:pt x="13116" y="266932"/>
                </a:cubicBezTo>
                <a:cubicBezTo>
                  <a:pt x="8787" y="255219"/>
                  <a:pt x="5518" y="243147"/>
                  <a:pt x="3311" y="230714"/>
                </a:cubicBezTo>
                <a:cubicBezTo>
                  <a:pt x="1104" y="218283"/>
                  <a:pt x="0" y="205729"/>
                  <a:pt x="2" y="193054"/>
                </a:cubicBezTo>
                <a:cubicBezTo>
                  <a:pt x="0" y="180377"/>
                  <a:pt x="1104" y="167821"/>
                  <a:pt x="3311" y="155390"/>
                </a:cubicBezTo>
                <a:cubicBezTo>
                  <a:pt x="5518" y="142957"/>
                  <a:pt x="8785" y="130885"/>
                  <a:pt x="13114" y="119174"/>
                </a:cubicBezTo>
                <a:cubicBezTo>
                  <a:pt x="17443" y="107463"/>
                  <a:pt x="22750" y="96338"/>
                  <a:pt x="29035" y="85798"/>
                </a:cubicBezTo>
                <a:cubicBezTo>
                  <a:pt x="35320" y="75259"/>
                  <a:pt x="42462" y="65507"/>
                  <a:pt x="50461" y="56544"/>
                </a:cubicBezTo>
                <a:cubicBezTo>
                  <a:pt x="58461" y="47581"/>
                  <a:pt x="67163" y="39577"/>
                  <a:pt x="76569" y="32535"/>
                </a:cubicBezTo>
                <a:cubicBezTo>
                  <a:pt x="85975" y="25491"/>
                  <a:pt x="95903" y="19544"/>
                  <a:pt x="106355" y="14696"/>
                </a:cubicBezTo>
                <a:cubicBezTo>
                  <a:pt x="116806" y="9844"/>
                  <a:pt x="127580" y="6182"/>
                  <a:pt x="138675" y="3710"/>
                </a:cubicBezTo>
                <a:cubicBezTo>
                  <a:pt x="149769" y="1237"/>
                  <a:pt x="160973" y="0"/>
                  <a:pt x="172285" y="0"/>
                </a:cubicBezTo>
                <a:cubicBezTo>
                  <a:pt x="183597" y="0"/>
                  <a:pt x="194801" y="1237"/>
                  <a:pt x="205895" y="3710"/>
                </a:cubicBezTo>
                <a:cubicBezTo>
                  <a:pt x="216990" y="6182"/>
                  <a:pt x="227763" y="9844"/>
                  <a:pt x="238215" y="14696"/>
                </a:cubicBezTo>
                <a:cubicBezTo>
                  <a:pt x="248665" y="19544"/>
                  <a:pt x="258594" y="25491"/>
                  <a:pt x="267999" y="32535"/>
                </a:cubicBezTo>
                <a:cubicBezTo>
                  <a:pt x="277407" y="39577"/>
                  <a:pt x="286109" y="47581"/>
                  <a:pt x="294109" y="56544"/>
                </a:cubicBezTo>
                <a:cubicBezTo>
                  <a:pt x="302108" y="65507"/>
                  <a:pt x="309250" y="75259"/>
                  <a:pt x="315534" y="85798"/>
                </a:cubicBezTo>
                <a:cubicBezTo>
                  <a:pt x="321817" y="96338"/>
                  <a:pt x="327125" y="107465"/>
                  <a:pt x="331454" y="119176"/>
                </a:cubicBezTo>
                <a:cubicBezTo>
                  <a:pt x="335783" y="130885"/>
                  <a:pt x="339052" y="142957"/>
                  <a:pt x="341259" y="155390"/>
                </a:cubicBezTo>
                <a:cubicBezTo>
                  <a:pt x="343466" y="167821"/>
                  <a:pt x="344570" y="180377"/>
                  <a:pt x="344570" y="193054"/>
                </a:cubicBezTo>
                <a:close/>
              </a:path>
            </a:pathLst>
          </a:custGeom>
          <a:solidFill xmlns:a="http://schemas.openxmlformats.org/drawingml/2006/main">
            <a:srgbClr val="CC613D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55C3E-305C-4CC5-BC49-726DD720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002" y="598935"/>
            <a:ext cx="178372" cy="182599"/>
          </a:xfrm>
          <a:custGeom xmlns:a="http://schemas.openxmlformats.org/drawingml/2006/main">
            <a:pathLst>
              <a:path w="178372" h="182599">
                <a:moveTo>
                  <a:pt x="0" y="113779"/>
                </a:moveTo>
                <a:cubicBezTo>
                  <a:pt x="0" y="94523"/>
                  <a:pt x="5612" y="76021"/>
                  <a:pt x="16833" y="58271"/>
                </a:cubicBezTo>
                <a:cubicBezTo>
                  <a:pt x="28055" y="40522"/>
                  <a:pt x="42206" y="26456"/>
                  <a:pt x="59290" y="16075"/>
                </a:cubicBezTo>
                <a:cubicBezTo>
                  <a:pt x="76374" y="5693"/>
                  <a:pt x="93458" y="418"/>
                  <a:pt x="110542" y="252"/>
                </a:cubicBezTo>
                <a:cubicBezTo>
                  <a:pt x="125615" y="252"/>
                  <a:pt x="137590" y="4521"/>
                  <a:pt x="146466" y="13061"/>
                </a:cubicBezTo>
                <a:cubicBezTo>
                  <a:pt x="147973" y="14735"/>
                  <a:pt x="149230" y="16159"/>
                  <a:pt x="150235" y="17332"/>
                </a:cubicBezTo>
                <a:cubicBezTo>
                  <a:pt x="151241" y="18504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9" y="20596"/>
                  <a:pt x="155260" y="18419"/>
                  <a:pt x="159280" y="14066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8" y="9210"/>
                  <a:pt x="165728" y="7870"/>
                  <a:pt x="167068" y="6531"/>
                </a:cubicBezTo>
                <a:cubicBezTo>
                  <a:pt x="168407" y="5192"/>
                  <a:pt x="169244" y="4270"/>
                  <a:pt x="169580" y="3767"/>
                </a:cubicBezTo>
                <a:lnTo>
                  <a:pt x="173348" y="0"/>
                </a:lnTo>
                <a:lnTo>
                  <a:pt x="174856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9"/>
                  <a:pt x="175693" y="13898"/>
                  <a:pt x="170333" y="36169"/>
                </a:cubicBezTo>
                <a:cubicBezTo>
                  <a:pt x="164303" y="59443"/>
                  <a:pt x="161288" y="71164"/>
                  <a:pt x="161288" y="71332"/>
                </a:cubicBezTo>
                <a:cubicBezTo>
                  <a:pt x="160955" y="72169"/>
                  <a:pt x="160535" y="72672"/>
                  <a:pt x="160033" y="72838"/>
                </a:cubicBezTo>
                <a:cubicBezTo>
                  <a:pt x="159530" y="73006"/>
                  <a:pt x="158023" y="73173"/>
                  <a:pt x="155511" y="73341"/>
                </a:cubicBezTo>
                <a:lnTo>
                  <a:pt x="151491" y="73341"/>
                </a:lnTo>
                <a:cubicBezTo>
                  <a:pt x="150487" y="72336"/>
                  <a:pt x="149984" y="71583"/>
                  <a:pt x="149984" y="71080"/>
                </a:cubicBezTo>
                <a:cubicBezTo>
                  <a:pt x="149984" y="70914"/>
                  <a:pt x="150067" y="70328"/>
                  <a:pt x="150235" y="69322"/>
                </a:cubicBezTo>
                <a:cubicBezTo>
                  <a:pt x="150402" y="68317"/>
                  <a:pt x="150570" y="66643"/>
                  <a:pt x="150738" y="64299"/>
                </a:cubicBezTo>
                <a:cubicBezTo>
                  <a:pt x="150905" y="61955"/>
                  <a:pt x="150988" y="59275"/>
                  <a:pt x="150988" y="56262"/>
                </a:cubicBezTo>
                <a:cubicBezTo>
                  <a:pt x="150988" y="44373"/>
                  <a:pt x="148309" y="33991"/>
                  <a:pt x="142949" y="25117"/>
                </a:cubicBezTo>
                <a:cubicBezTo>
                  <a:pt x="137590" y="16242"/>
                  <a:pt x="128462" y="11722"/>
                  <a:pt x="115566" y="11554"/>
                </a:cubicBezTo>
                <a:cubicBezTo>
                  <a:pt x="112551" y="11554"/>
                  <a:pt x="109285" y="11805"/>
                  <a:pt x="105767" y="12308"/>
                </a:cubicBezTo>
                <a:cubicBezTo>
                  <a:pt x="102250" y="12811"/>
                  <a:pt x="97813" y="13898"/>
                  <a:pt x="92452" y="15573"/>
                </a:cubicBezTo>
                <a:cubicBezTo>
                  <a:pt x="87093" y="17247"/>
                  <a:pt x="81984" y="19591"/>
                  <a:pt x="77128" y="22605"/>
                </a:cubicBezTo>
                <a:cubicBezTo>
                  <a:pt x="72270" y="25620"/>
                  <a:pt x="66994" y="29638"/>
                  <a:pt x="61301" y="34662"/>
                </a:cubicBezTo>
                <a:cubicBezTo>
                  <a:pt x="55606" y="39684"/>
                  <a:pt x="50748" y="45629"/>
                  <a:pt x="46729" y="52495"/>
                </a:cubicBezTo>
                <a:cubicBezTo>
                  <a:pt x="42709" y="59360"/>
                  <a:pt x="38773" y="67899"/>
                  <a:pt x="34921" y="78113"/>
                </a:cubicBezTo>
                <a:cubicBezTo>
                  <a:pt x="31070" y="88327"/>
                  <a:pt x="28473" y="99545"/>
                  <a:pt x="27133" y="111770"/>
                </a:cubicBezTo>
                <a:cubicBezTo>
                  <a:pt x="26798" y="114783"/>
                  <a:pt x="26630" y="118049"/>
                  <a:pt x="26630" y="121565"/>
                </a:cubicBezTo>
                <a:cubicBezTo>
                  <a:pt x="26630" y="129603"/>
                  <a:pt x="27802" y="136719"/>
                  <a:pt x="30148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7" y="160579"/>
                  <a:pt x="47064" y="163426"/>
                  <a:pt x="51753" y="165770"/>
                </a:cubicBezTo>
                <a:cubicBezTo>
                  <a:pt x="56443" y="168114"/>
                  <a:pt x="60798" y="169537"/>
                  <a:pt x="64817" y="170040"/>
                </a:cubicBezTo>
                <a:cubicBezTo>
                  <a:pt x="68837" y="170542"/>
                  <a:pt x="72605" y="170877"/>
                  <a:pt x="76122" y="171045"/>
                </a:cubicBezTo>
                <a:cubicBezTo>
                  <a:pt x="85167" y="171045"/>
                  <a:pt x="93458" y="169119"/>
                  <a:pt x="100994" y="165267"/>
                </a:cubicBezTo>
                <a:cubicBezTo>
                  <a:pt x="108531" y="161417"/>
                  <a:pt x="113723" y="156476"/>
                  <a:pt x="116570" y="150449"/>
                </a:cubicBezTo>
                <a:cubicBezTo>
                  <a:pt x="117073" y="149109"/>
                  <a:pt x="118328" y="144504"/>
                  <a:pt x="120339" y="136634"/>
                </a:cubicBezTo>
                <a:cubicBezTo>
                  <a:pt x="122349" y="128764"/>
                  <a:pt x="123354" y="124328"/>
                  <a:pt x="123354" y="123324"/>
                </a:cubicBezTo>
                <a:cubicBezTo>
                  <a:pt x="123354" y="121984"/>
                  <a:pt x="122265" y="121145"/>
                  <a:pt x="120088" y="120812"/>
                </a:cubicBezTo>
                <a:cubicBezTo>
                  <a:pt x="117910" y="120476"/>
                  <a:pt x="112886" y="120225"/>
                  <a:pt x="105013" y="120058"/>
                </a:cubicBezTo>
                <a:lnTo>
                  <a:pt x="95719" y="120058"/>
                </a:lnTo>
                <a:cubicBezTo>
                  <a:pt x="94713" y="119053"/>
                  <a:pt x="94212" y="118383"/>
                  <a:pt x="94212" y="118049"/>
                </a:cubicBezTo>
                <a:cubicBezTo>
                  <a:pt x="94212" y="117714"/>
                  <a:pt x="94379" y="116123"/>
                  <a:pt x="94713" y="113276"/>
                </a:cubicBezTo>
                <a:cubicBezTo>
                  <a:pt x="95384" y="111099"/>
                  <a:pt x="96221" y="109508"/>
                  <a:pt x="97225" y="108504"/>
                </a:cubicBezTo>
                <a:lnTo>
                  <a:pt x="101497" y="108504"/>
                </a:lnTo>
                <a:cubicBezTo>
                  <a:pt x="108196" y="108839"/>
                  <a:pt x="119920" y="109007"/>
                  <a:pt x="136669" y="109007"/>
                </a:cubicBezTo>
                <a:cubicBezTo>
                  <a:pt x="143368" y="109007"/>
                  <a:pt x="148812" y="109007"/>
                  <a:pt x="152999" y="109007"/>
                </a:cubicBezTo>
                <a:cubicBezTo>
                  <a:pt x="157186" y="109007"/>
                  <a:pt x="160201" y="108922"/>
                  <a:pt x="162042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3" y="108755"/>
                  <a:pt x="168575" y="109508"/>
                  <a:pt x="168575" y="111016"/>
                </a:cubicBezTo>
                <a:cubicBezTo>
                  <a:pt x="168575" y="111351"/>
                  <a:pt x="168407" y="112523"/>
                  <a:pt x="168072" y="114532"/>
                </a:cubicBezTo>
                <a:cubicBezTo>
                  <a:pt x="167235" y="117714"/>
                  <a:pt x="166397" y="119472"/>
                  <a:pt x="165560" y="119807"/>
                </a:cubicBezTo>
                <a:cubicBezTo>
                  <a:pt x="165057" y="119973"/>
                  <a:pt x="163802" y="120058"/>
                  <a:pt x="161791" y="120058"/>
                </a:cubicBezTo>
                <a:cubicBezTo>
                  <a:pt x="158441" y="120058"/>
                  <a:pt x="155008" y="120309"/>
                  <a:pt x="151491" y="120812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1" y="135882"/>
                </a:cubicBezTo>
                <a:cubicBezTo>
                  <a:pt x="143954" y="141407"/>
                  <a:pt x="142699" y="146096"/>
                  <a:pt x="141693" y="149946"/>
                </a:cubicBezTo>
                <a:cubicBezTo>
                  <a:pt x="137506" y="167025"/>
                  <a:pt x="135161" y="175817"/>
                  <a:pt x="134658" y="176320"/>
                </a:cubicBezTo>
                <a:cubicBezTo>
                  <a:pt x="134325" y="176653"/>
                  <a:pt x="133905" y="176821"/>
                  <a:pt x="133403" y="176821"/>
                </a:cubicBezTo>
                <a:cubicBezTo>
                  <a:pt x="131728" y="176821"/>
                  <a:pt x="129384" y="175147"/>
                  <a:pt x="126369" y="171799"/>
                </a:cubicBezTo>
                <a:cubicBezTo>
                  <a:pt x="123354" y="168448"/>
                  <a:pt x="121428" y="165853"/>
                  <a:pt x="120590" y="164012"/>
                </a:cubicBezTo>
                <a:cubicBezTo>
                  <a:pt x="120590" y="163844"/>
                  <a:pt x="120422" y="163844"/>
                  <a:pt x="120088" y="164012"/>
                </a:cubicBezTo>
                <a:cubicBezTo>
                  <a:pt x="119753" y="164180"/>
                  <a:pt x="119250" y="164598"/>
                  <a:pt x="118581" y="165267"/>
                </a:cubicBezTo>
                <a:cubicBezTo>
                  <a:pt x="106187" y="176821"/>
                  <a:pt x="89438" y="182599"/>
                  <a:pt x="68335" y="182599"/>
                </a:cubicBezTo>
                <a:cubicBezTo>
                  <a:pt x="48069" y="182599"/>
                  <a:pt x="31656" y="176152"/>
                  <a:pt x="19094" y="163258"/>
                </a:cubicBezTo>
                <a:cubicBezTo>
                  <a:pt x="6531" y="150365"/>
                  <a:pt x="168" y="133871"/>
                  <a:pt x="0" y="1137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F2AAF-15EC-4E52-A93F-F84AC43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003" y="598935"/>
            <a:ext cx="178372" cy="182598"/>
          </a:xfrm>
          <a:custGeom xmlns:a="http://schemas.openxmlformats.org/drawingml/2006/main">
            <a:pathLst>
              <a:path w="178372" h="182598" fill="none">
                <a:moveTo>
                  <a:pt x="0" y="113778"/>
                </a:moveTo>
                <a:cubicBezTo>
                  <a:pt x="0" y="94522"/>
                  <a:pt x="5611" y="76020"/>
                  <a:pt x="16832" y="58270"/>
                </a:cubicBezTo>
                <a:cubicBezTo>
                  <a:pt x="28054" y="40521"/>
                  <a:pt x="42206" y="26456"/>
                  <a:pt x="59290" y="16075"/>
                </a:cubicBezTo>
                <a:cubicBezTo>
                  <a:pt x="76374" y="5693"/>
                  <a:pt x="93457" y="419"/>
                  <a:pt x="110541" y="251"/>
                </a:cubicBezTo>
                <a:cubicBezTo>
                  <a:pt x="125614" y="251"/>
                  <a:pt x="137590" y="4521"/>
                  <a:pt x="146466" y="13061"/>
                </a:cubicBezTo>
                <a:cubicBezTo>
                  <a:pt x="147974" y="14735"/>
                  <a:pt x="149230" y="16158"/>
                  <a:pt x="150235" y="17330"/>
                </a:cubicBezTo>
                <a:cubicBezTo>
                  <a:pt x="151240" y="18503"/>
                  <a:pt x="151910" y="19340"/>
                  <a:pt x="152245" y="19842"/>
                </a:cubicBezTo>
                <a:lnTo>
                  <a:pt x="152496" y="20596"/>
                </a:lnTo>
                <a:cubicBezTo>
                  <a:pt x="152998" y="20596"/>
                  <a:pt x="155259" y="18419"/>
                  <a:pt x="159279" y="14065"/>
                </a:cubicBezTo>
                <a:cubicBezTo>
                  <a:pt x="160452" y="13061"/>
                  <a:pt x="161708" y="11889"/>
                  <a:pt x="163048" y="10549"/>
                </a:cubicBezTo>
                <a:cubicBezTo>
                  <a:pt x="164387" y="9209"/>
                  <a:pt x="165727" y="7870"/>
                  <a:pt x="167067" y="6530"/>
                </a:cubicBezTo>
                <a:cubicBezTo>
                  <a:pt x="168407" y="5191"/>
                  <a:pt x="169245" y="4270"/>
                  <a:pt x="169579" y="3767"/>
                </a:cubicBezTo>
                <a:lnTo>
                  <a:pt x="173348" y="0"/>
                </a:lnTo>
                <a:lnTo>
                  <a:pt x="174855" y="0"/>
                </a:lnTo>
                <a:cubicBezTo>
                  <a:pt x="177200" y="0"/>
                  <a:pt x="178372" y="586"/>
                  <a:pt x="178372" y="1758"/>
                </a:cubicBezTo>
                <a:cubicBezTo>
                  <a:pt x="178372" y="2428"/>
                  <a:pt x="175693" y="13898"/>
                  <a:pt x="170333" y="36168"/>
                </a:cubicBezTo>
                <a:cubicBezTo>
                  <a:pt x="164304" y="59443"/>
                  <a:pt x="161289" y="71164"/>
                  <a:pt x="161289" y="71331"/>
                </a:cubicBezTo>
                <a:cubicBezTo>
                  <a:pt x="160954" y="72168"/>
                  <a:pt x="160535" y="72671"/>
                  <a:pt x="160033" y="72838"/>
                </a:cubicBezTo>
                <a:cubicBezTo>
                  <a:pt x="159530" y="73006"/>
                  <a:pt x="158023" y="73173"/>
                  <a:pt x="155511" y="73340"/>
                </a:cubicBezTo>
                <a:lnTo>
                  <a:pt x="151491" y="73340"/>
                </a:lnTo>
                <a:cubicBezTo>
                  <a:pt x="150486" y="72336"/>
                  <a:pt x="149984" y="71582"/>
                  <a:pt x="149984" y="71080"/>
                </a:cubicBezTo>
                <a:cubicBezTo>
                  <a:pt x="149984" y="70912"/>
                  <a:pt x="150067" y="70326"/>
                  <a:pt x="150235" y="69322"/>
                </a:cubicBezTo>
                <a:cubicBezTo>
                  <a:pt x="150402" y="68317"/>
                  <a:pt x="150570" y="66643"/>
                  <a:pt x="150737" y="64298"/>
                </a:cubicBezTo>
                <a:cubicBezTo>
                  <a:pt x="150905" y="61954"/>
                  <a:pt x="150989" y="59275"/>
                  <a:pt x="150989" y="56261"/>
                </a:cubicBezTo>
                <a:cubicBezTo>
                  <a:pt x="150989" y="44373"/>
                  <a:pt x="148309" y="33991"/>
                  <a:pt x="142949" y="25117"/>
                </a:cubicBezTo>
                <a:cubicBezTo>
                  <a:pt x="137590" y="16242"/>
                  <a:pt x="128462" y="11721"/>
                  <a:pt x="115565" y="11554"/>
                </a:cubicBezTo>
                <a:cubicBezTo>
                  <a:pt x="112551" y="11554"/>
                  <a:pt x="109285" y="11805"/>
                  <a:pt x="105767" y="12307"/>
                </a:cubicBezTo>
                <a:cubicBezTo>
                  <a:pt x="102250" y="12809"/>
                  <a:pt x="97812" y="13898"/>
                  <a:pt x="92452" y="15572"/>
                </a:cubicBezTo>
                <a:cubicBezTo>
                  <a:pt x="87093" y="17247"/>
                  <a:pt x="81984" y="19591"/>
                  <a:pt x="77127" y="22605"/>
                </a:cubicBezTo>
                <a:cubicBezTo>
                  <a:pt x="72270" y="25619"/>
                  <a:pt x="66994" y="29638"/>
                  <a:pt x="61300" y="34661"/>
                </a:cubicBezTo>
                <a:cubicBezTo>
                  <a:pt x="55605" y="39684"/>
                  <a:pt x="50748" y="45628"/>
                  <a:pt x="46729" y="52494"/>
                </a:cubicBezTo>
                <a:cubicBezTo>
                  <a:pt x="42709" y="59359"/>
                  <a:pt x="38773" y="67898"/>
                  <a:pt x="34921" y="78113"/>
                </a:cubicBezTo>
                <a:cubicBezTo>
                  <a:pt x="31069" y="88327"/>
                  <a:pt x="28473" y="99545"/>
                  <a:pt x="27133" y="111769"/>
                </a:cubicBezTo>
                <a:cubicBezTo>
                  <a:pt x="26798" y="114783"/>
                  <a:pt x="26630" y="118048"/>
                  <a:pt x="26630" y="121564"/>
                </a:cubicBezTo>
                <a:cubicBezTo>
                  <a:pt x="26630" y="129602"/>
                  <a:pt x="27803" y="136718"/>
                  <a:pt x="30147" y="142913"/>
                </a:cubicBezTo>
                <a:cubicBezTo>
                  <a:pt x="32492" y="149109"/>
                  <a:pt x="35507" y="153881"/>
                  <a:pt x="39192" y="157230"/>
                </a:cubicBezTo>
                <a:cubicBezTo>
                  <a:pt x="42876" y="160579"/>
                  <a:pt x="47064" y="163425"/>
                  <a:pt x="51753" y="165769"/>
                </a:cubicBezTo>
                <a:cubicBezTo>
                  <a:pt x="56443" y="168114"/>
                  <a:pt x="60797" y="169537"/>
                  <a:pt x="64817" y="170039"/>
                </a:cubicBezTo>
                <a:cubicBezTo>
                  <a:pt x="68837" y="170542"/>
                  <a:pt x="72605" y="170876"/>
                  <a:pt x="76122" y="171044"/>
                </a:cubicBezTo>
                <a:cubicBezTo>
                  <a:pt x="85167" y="171044"/>
                  <a:pt x="93457" y="169118"/>
                  <a:pt x="100994" y="165267"/>
                </a:cubicBezTo>
                <a:cubicBezTo>
                  <a:pt x="108531" y="161416"/>
                  <a:pt x="113723" y="156476"/>
                  <a:pt x="116570" y="150448"/>
                </a:cubicBezTo>
                <a:cubicBezTo>
                  <a:pt x="117073" y="149109"/>
                  <a:pt x="118329" y="144504"/>
                  <a:pt x="120339" y="136634"/>
                </a:cubicBezTo>
                <a:cubicBezTo>
                  <a:pt x="122348" y="128764"/>
                  <a:pt x="123353" y="124327"/>
                  <a:pt x="123353" y="123322"/>
                </a:cubicBezTo>
                <a:cubicBezTo>
                  <a:pt x="123353" y="121983"/>
                  <a:pt x="122265" y="121146"/>
                  <a:pt x="120087" y="120811"/>
                </a:cubicBezTo>
                <a:cubicBezTo>
                  <a:pt x="117910" y="120476"/>
                  <a:pt x="112885" y="120225"/>
                  <a:pt x="105014" y="120057"/>
                </a:cubicBezTo>
                <a:lnTo>
                  <a:pt x="95718" y="120057"/>
                </a:lnTo>
                <a:cubicBezTo>
                  <a:pt x="94713" y="119053"/>
                  <a:pt x="94211" y="118383"/>
                  <a:pt x="94211" y="118048"/>
                </a:cubicBezTo>
                <a:cubicBezTo>
                  <a:pt x="94211" y="117713"/>
                  <a:pt x="94378" y="116122"/>
                  <a:pt x="94713" y="113276"/>
                </a:cubicBezTo>
                <a:cubicBezTo>
                  <a:pt x="95383" y="111099"/>
                  <a:pt x="96221" y="109508"/>
                  <a:pt x="97226" y="108504"/>
                </a:cubicBezTo>
                <a:lnTo>
                  <a:pt x="101496" y="108504"/>
                </a:lnTo>
                <a:cubicBezTo>
                  <a:pt x="108196" y="108839"/>
                  <a:pt x="119920" y="109006"/>
                  <a:pt x="136668" y="109006"/>
                </a:cubicBezTo>
                <a:cubicBezTo>
                  <a:pt x="143368" y="109006"/>
                  <a:pt x="148811" y="109006"/>
                  <a:pt x="152998" y="109006"/>
                </a:cubicBezTo>
                <a:cubicBezTo>
                  <a:pt x="157186" y="109006"/>
                  <a:pt x="160200" y="108922"/>
                  <a:pt x="162043" y="108755"/>
                </a:cubicBezTo>
                <a:cubicBezTo>
                  <a:pt x="163885" y="108587"/>
                  <a:pt x="164890" y="108587"/>
                  <a:pt x="165057" y="108755"/>
                </a:cubicBezTo>
                <a:cubicBezTo>
                  <a:pt x="167402" y="108755"/>
                  <a:pt x="168575" y="109508"/>
                  <a:pt x="168575" y="111015"/>
                </a:cubicBezTo>
                <a:cubicBezTo>
                  <a:pt x="168575" y="111350"/>
                  <a:pt x="168407" y="112522"/>
                  <a:pt x="168072" y="114532"/>
                </a:cubicBezTo>
                <a:cubicBezTo>
                  <a:pt x="167235" y="117713"/>
                  <a:pt x="166397" y="119471"/>
                  <a:pt x="165560" y="119806"/>
                </a:cubicBezTo>
                <a:cubicBezTo>
                  <a:pt x="165057" y="119974"/>
                  <a:pt x="163801" y="120057"/>
                  <a:pt x="161791" y="120057"/>
                </a:cubicBezTo>
                <a:cubicBezTo>
                  <a:pt x="158442" y="120057"/>
                  <a:pt x="155008" y="120308"/>
                  <a:pt x="151491" y="120811"/>
                </a:cubicBezTo>
                <a:cubicBezTo>
                  <a:pt x="150319" y="121313"/>
                  <a:pt x="149481" y="122067"/>
                  <a:pt x="148979" y="123071"/>
                </a:cubicBezTo>
                <a:cubicBezTo>
                  <a:pt x="148476" y="124076"/>
                  <a:pt x="147304" y="128346"/>
                  <a:pt x="145462" y="135881"/>
                </a:cubicBezTo>
                <a:cubicBezTo>
                  <a:pt x="143954" y="141406"/>
                  <a:pt x="142698" y="146095"/>
                  <a:pt x="141693" y="149946"/>
                </a:cubicBezTo>
                <a:cubicBezTo>
                  <a:pt x="137506" y="167025"/>
                  <a:pt x="135161" y="175816"/>
                  <a:pt x="134659" y="176318"/>
                </a:cubicBezTo>
                <a:cubicBezTo>
                  <a:pt x="134324" y="176653"/>
                  <a:pt x="133905" y="176821"/>
                  <a:pt x="133403" y="176821"/>
                </a:cubicBezTo>
                <a:cubicBezTo>
                  <a:pt x="131728" y="176821"/>
                  <a:pt x="129383" y="175146"/>
                  <a:pt x="126368" y="171797"/>
                </a:cubicBezTo>
                <a:cubicBezTo>
                  <a:pt x="123353" y="168449"/>
                  <a:pt x="121427" y="165853"/>
                  <a:pt x="120590" y="164011"/>
                </a:cubicBezTo>
                <a:cubicBezTo>
                  <a:pt x="120590" y="163844"/>
                  <a:pt x="120422" y="163844"/>
                  <a:pt x="120087" y="164011"/>
                </a:cubicBezTo>
                <a:cubicBezTo>
                  <a:pt x="119752" y="164179"/>
                  <a:pt x="119250" y="164597"/>
                  <a:pt x="118580" y="165267"/>
                </a:cubicBezTo>
                <a:cubicBezTo>
                  <a:pt x="106186" y="176821"/>
                  <a:pt x="89437" y="182598"/>
                  <a:pt x="68334" y="182598"/>
                </a:cubicBezTo>
                <a:cubicBezTo>
                  <a:pt x="48068" y="182598"/>
                  <a:pt x="31655" y="176151"/>
                  <a:pt x="19093" y="163258"/>
                </a:cubicBezTo>
                <a:cubicBezTo>
                  <a:pt x="6532" y="150365"/>
                  <a:pt x="167" y="133871"/>
                  <a:pt x="0" y="1137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1" cap="flat">
            <a:solidFill>
              <a:srgbClr val="000000">
                <a:alpha val="11680"/>
              </a:srgbClr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B7077-EA65-415C-9AB6-889E3FF1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079" y="695418"/>
            <a:ext cx="70870" cy="122171"/>
          </a:xfrm>
          <a:custGeom xmlns:a="http://schemas.openxmlformats.org/drawingml/2006/main">
            <a:pathLst>
              <a:path w="70870" h="122171">
                <a:moveTo>
                  <a:pt x="20248" y="90384"/>
                </a:moveTo>
                <a:cubicBezTo>
                  <a:pt x="20248" y="93225"/>
                  <a:pt x="19301" y="95594"/>
                  <a:pt x="17406" y="97488"/>
                </a:cubicBezTo>
                <a:cubicBezTo>
                  <a:pt x="15511" y="99382"/>
                  <a:pt x="13203" y="100329"/>
                  <a:pt x="10478" y="100329"/>
                </a:cubicBezTo>
                <a:lnTo>
                  <a:pt x="9235" y="100329"/>
                </a:lnTo>
                <a:cubicBezTo>
                  <a:pt x="14682" y="109681"/>
                  <a:pt x="21905" y="114357"/>
                  <a:pt x="30905" y="114357"/>
                </a:cubicBezTo>
                <a:cubicBezTo>
                  <a:pt x="39195" y="114357"/>
                  <a:pt x="45234" y="110806"/>
                  <a:pt x="49022" y="103702"/>
                </a:cubicBezTo>
                <a:cubicBezTo>
                  <a:pt x="51273" y="99796"/>
                  <a:pt x="52398" y="92219"/>
                  <a:pt x="52398" y="80974"/>
                </a:cubicBezTo>
                <a:cubicBezTo>
                  <a:pt x="52398" y="68779"/>
                  <a:pt x="50798" y="60552"/>
                  <a:pt x="47602" y="56290"/>
                </a:cubicBezTo>
                <a:cubicBezTo>
                  <a:pt x="44522" y="52384"/>
                  <a:pt x="41089" y="50431"/>
                  <a:pt x="37299" y="50431"/>
                </a:cubicBezTo>
                <a:lnTo>
                  <a:pt x="36234" y="50431"/>
                </a:lnTo>
                <a:cubicBezTo>
                  <a:pt x="26997" y="50431"/>
                  <a:pt x="20011" y="54455"/>
                  <a:pt x="15274" y="62506"/>
                </a:cubicBezTo>
                <a:cubicBezTo>
                  <a:pt x="14801" y="63334"/>
                  <a:pt x="14386" y="63808"/>
                  <a:pt x="14031" y="63926"/>
                </a:cubicBezTo>
                <a:cubicBezTo>
                  <a:pt x="13676" y="64044"/>
                  <a:pt x="12788" y="64163"/>
                  <a:pt x="11367" y="64281"/>
                </a:cubicBezTo>
                <a:cubicBezTo>
                  <a:pt x="9355" y="64281"/>
                  <a:pt x="8229" y="63926"/>
                  <a:pt x="7992" y="63216"/>
                </a:cubicBezTo>
                <a:cubicBezTo>
                  <a:pt x="7755" y="62742"/>
                  <a:pt x="7637" y="52384"/>
                  <a:pt x="7637" y="32140"/>
                </a:cubicBezTo>
                <a:lnTo>
                  <a:pt x="7637" y="9234"/>
                </a:lnTo>
                <a:cubicBezTo>
                  <a:pt x="7637" y="3314"/>
                  <a:pt x="7933" y="355"/>
                  <a:pt x="8525" y="355"/>
                </a:cubicBezTo>
                <a:cubicBezTo>
                  <a:pt x="8762" y="118"/>
                  <a:pt x="9000" y="0"/>
                  <a:pt x="9235" y="0"/>
                </a:cubicBezTo>
                <a:cubicBezTo>
                  <a:pt x="9355" y="0"/>
                  <a:pt x="10598" y="473"/>
                  <a:pt x="12966" y="1420"/>
                </a:cubicBezTo>
                <a:cubicBezTo>
                  <a:pt x="15335" y="2367"/>
                  <a:pt x="18590" y="3314"/>
                  <a:pt x="22735" y="4261"/>
                </a:cubicBezTo>
                <a:cubicBezTo>
                  <a:pt x="26879" y="5208"/>
                  <a:pt x="31320" y="5683"/>
                  <a:pt x="36056" y="5683"/>
                </a:cubicBezTo>
                <a:cubicBezTo>
                  <a:pt x="44463" y="5683"/>
                  <a:pt x="52516" y="4024"/>
                  <a:pt x="60212" y="710"/>
                </a:cubicBezTo>
                <a:cubicBezTo>
                  <a:pt x="61160" y="236"/>
                  <a:pt x="61929" y="0"/>
                  <a:pt x="62521" y="0"/>
                </a:cubicBezTo>
                <a:cubicBezTo>
                  <a:pt x="63468" y="0"/>
                  <a:pt x="63943" y="1065"/>
                  <a:pt x="63943" y="3196"/>
                </a:cubicBezTo>
                <a:lnTo>
                  <a:pt x="63943" y="5504"/>
                </a:lnTo>
                <a:cubicBezTo>
                  <a:pt x="54233" y="16987"/>
                  <a:pt x="42095" y="22729"/>
                  <a:pt x="27530" y="22729"/>
                </a:cubicBezTo>
                <a:cubicBezTo>
                  <a:pt x="23860" y="22729"/>
                  <a:pt x="20544" y="22374"/>
                  <a:pt x="17584" y="21664"/>
                </a:cubicBezTo>
                <a:lnTo>
                  <a:pt x="15807" y="21309"/>
                </a:lnTo>
                <a:lnTo>
                  <a:pt x="15807" y="51851"/>
                </a:lnTo>
                <a:cubicBezTo>
                  <a:pt x="18058" y="50194"/>
                  <a:pt x="19834" y="48892"/>
                  <a:pt x="21136" y="47945"/>
                </a:cubicBezTo>
                <a:cubicBezTo>
                  <a:pt x="22439" y="46998"/>
                  <a:pt x="24570" y="46051"/>
                  <a:pt x="27530" y="45104"/>
                </a:cubicBezTo>
                <a:cubicBezTo>
                  <a:pt x="30491" y="44157"/>
                  <a:pt x="33511" y="43682"/>
                  <a:pt x="36589" y="43682"/>
                </a:cubicBezTo>
                <a:cubicBezTo>
                  <a:pt x="46181" y="43682"/>
                  <a:pt x="54292" y="47529"/>
                  <a:pt x="60923" y="55226"/>
                </a:cubicBezTo>
                <a:cubicBezTo>
                  <a:pt x="67554" y="62920"/>
                  <a:pt x="70870" y="72036"/>
                  <a:pt x="70870" y="82572"/>
                </a:cubicBezTo>
                <a:cubicBezTo>
                  <a:pt x="70870" y="93462"/>
                  <a:pt x="67080" y="102755"/>
                  <a:pt x="59502" y="110451"/>
                </a:cubicBezTo>
                <a:cubicBezTo>
                  <a:pt x="51924" y="118146"/>
                  <a:pt x="42687" y="122052"/>
                  <a:pt x="31793" y="122171"/>
                </a:cubicBezTo>
                <a:cubicBezTo>
                  <a:pt x="22201" y="122171"/>
                  <a:pt x="14505" y="118975"/>
                  <a:pt x="8704" y="112581"/>
                </a:cubicBezTo>
                <a:cubicBezTo>
                  <a:pt x="2900" y="106188"/>
                  <a:pt x="0" y="98968"/>
                  <a:pt x="0" y="90917"/>
                </a:cubicBezTo>
                <a:cubicBezTo>
                  <a:pt x="0" y="88076"/>
                  <a:pt x="651" y="85827"/>
                  <a:pt x="1953" y="84170"/>
                </a:cubicBezTo>
                <a:cubicBezTo>
                  <a:pt x="3257" y="82513"/>
                  <a:pt x="4618" y="81446"/>
                  <a:pt x="6039" y="80974"/>
                </a:cubicBezTo>
                <a:cubicBezTo>
                  <a:pt x="7459" y="80499"/>
                  <a:pt x="8821" y="80264"/>
                  <a:pt x="10123" y="80264"/>
                </a:cubicBezTo>
                <a:cubicBezTo>
                  <a:pt x="13084" y="80264"/>
                  <a:pt x="15511" y="81270"/>
                  <a:pt x="17406" y="83282"/>
                </a:cubicBezTo>
                <a:cubicBezTo>
                  <a:pt x="19301" y="85294"/>
                  <a:pt x="20248" y="87662"/>
                  <a:pt x="20248" y="903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3F249-799D-4AAB-97A7-26D59B7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078" y="695418"/>
            <a:ext cx="70870" cy="122171"/>
          </a:xfrm>
          <a:custGeom xmlns:a="http://schemas.openxmlformats.org/drawingml/2006/main">
            <a:pathLst>
              <a:path w="70870" h="122171" fill="none">
                <a:moveTo>
                  <a:pt x="20249" y="90385"/>
                </a:moveTo>
                <a:cubicBezTo>
                  <a:pt x="20249" y="93226"/>
                  <a:pt x="19301" y="95594"/>
                  <a:pt x="17407" y="97488"/>
                </a:cubicBezTo>
                <a:cubicBezTo>
                  <a:pt x="15512" y="99382"/>
                  <a:pt x="13203" y="100329"/>
                  <a:pt x="10480" y="100329"/>
                </a:cubicBezTo>
                <a:lnTo>
                  <a:pt x="9236" y="100329"/>
                </a:lnTo>
                <a:cubicBezTo>
                  <a:pt x="14683" y="109682"/>
                  <a:pt x="21906" y="114358"/>
                  <a:pt x="30906" y="114358"/>
                </a:cubicBezTo>
                <a:cubicBezTo>
                  <a:pt x="39195" y="114358"/>
                  <a:pt x="45234" y="110806"/>
                  <a:pt x="49023" y="103703"/>
                </a:cubicBezTo>
                <a:cubicBezTo>
                  <a:pt x="51273" y="99797"/>
                  <a:pt x="52398" y="92220"/>
                  <a:pt x="52398" y="80974"/>
                </a:cubicBezTo>
                <a:cubicBezTo>
                  <a:pt x="52398" y="68780"/>
                  <a:pt x="50799" y="60553"/>
                  <a:pt x="47602" y="56291"/>
                </a:cubicBezTo>
                <a:cubicBezTo>
                  <a:pt x="44523" y="52384"/>
                  <a:pt x="41089" y="50431"/>
                  <a:pt x="37300" y="50431"/>
                </a:cubicBezTo>
                <a:lnTo>
                  <a:pt x="36234" y="50431"/>
                </a:lnTo>
                <a:cubicBezTo>
                  <a:pt x="26998" y="50431"/>
                  <a:pt x="20012" y="54456"/>
                  <a:pt x="15275" y="62506"/>
                </a:cubicBezTo>
                <a:cubicBezTo>
                  <a:pt x="14802" y="63335"/>
                  <a:pt x="14387" y="63808"/>
                  <a:pt x="14032" y="63927"/>
                </a:cubicBezTo>
                <a:cubicBezTo>
                  <a:pt x="13677" y="64045"/>
                  <a:pt x="12789" y="64163"/>
                  <a:pt x="11368" y="64282"/>
                </a:cubicBezTo>
                <a:cubicBezTo>
                  <a:pt x="9355" y="64282"/>
                  <a:pt x="8230" y="63927"/>
                  <a:pt x="7993" y="63216"/>
                </a:cubicBezTo>
                <a:cubicBezTo>
                  <a:pt x="7756" y="62743"/>
                  <a:pt x="7638" y="52384"/>
                  <a:pt x="7638" y="32141"/>
                </a:cubicBezTo>
                <a:lnTo>
                  <a:pt x="7638" y="9234"/>
                </a:lnTo>
                <a:cubicBezTo>
                  <a:pt x="7638" y="3315"/>
                  <a:pt x="7934" y="355"/>
                  <a:pt x="8526" y="355"/>
                </a:cubicBezTo>
                <a:cubicBezTo>
                  <a:pt x="8763" y="118"/>
                  <a:pt x="8999" y="0"/>
                  <a:pt x="9236" y="0"/>
                </a:cubicBezTo>
                <a:cubicBezTo>
                  <a:pt x="9355" y="0"/>
                  <a:pt x="10598" y="474"/>
                  <a:pt x="12966" y="1421"/>
                </a:cubicBezTo>
                <a:cubicBezTo>
                  <a:pt x="15334" y="2368"/>
                  <a:pt x="18591" y="3315"/>
                  <a:pt x="22735" y="4262"/>
                </a:cubicBezTo>
                <a:cubicBezTo>
                  <a:pt x="26880" y="5209"/>
                  <a:pt x="31320" y="5682"/>
                  <a:pt x="36057" y="5682"/>
                </a:cubicBezTo>
                <a:cubicBezTo>
                  <a:pt x="44464" y="5682"/>
                  <a:pt x="52516" y="4025"/>
                  <a:pt x="60213" y="710"/>
                </a:cubicBezTo>
                <a:cubicBezTo>
                  <a:pt x="61160" y="237"/>
                  <a:pt x="61930" y="0"/>
                  <a:pt x="62522" y="0"/>
                </a:cubicBezTo>
                <a:cubicBezTo>
                  <a:pt x="63469" y="0"/>
                  <a:pt x="63943" y="1065"/>
                  <a:pt x="63943" y="3196"/>
                </a:cubicBezTo>
                <a:lnTo>
                  <a:pt x="63943" y="5505"/>
                </a:lnTo>
                <a:cubicBezTo>
                  <a:pt x="54233" y="16988"/>
                  <a:pt x="42096" y="22729"/>
                  <a:pt x="27531" y="22729"/>
                </a:cubicBezTo>
                <a:cubicBezTo>
                  <a:pt x="23860" y="22729"/>
                  <a:pt x="20545" y="22374"/>
                  <a:pt x="17584" y="21664"/>
                </a:cubicBezTo>
                <a:lnTo>
                  <a:pt x="15808" y="21309"/>
                </a:lnTo>
                <a:lnTo>
                  <a:pt x="15808" y="51852"/>
                </a:lnTo>
                <a:cubicBezTo>
                  <a:pt x="18058" y="50194"/>
                  <a:pt x="19834" y="48892"/>
                  <a:pt x="21137" y="47945"/>
                </a:cubicBezTo>
                <a:cubicBezTo>
                  <a:pt x="22439" y="46998"/>
                  <a:pt x="24571" y="46051"/>
                  <a:pt x="27531" y="45104"/>
                </a:cubicBezTo>
                <a:cubicBezTo>
                  <a:pt x="30491" y="44157"/>
                  <a:pt x="33511" y="43683"/>
                  <a:pt x="36589" y="43683"/>
                </a:cubicBezTo>
                <a:cubicBezTo>
                  <a:pt x="46181" y="43683"/>
                  <a:pt x="54292" y="47531"/>
                  <a:pt x="60923" y="55226"/>
                </a:cubicBezTo>
                <a:cubicBezTo>
                  <a:pt x="67554" y="62920"/>
                  <a:pt x="70870" y="72036"/>
                  <a:pt x="70870" y="82572"/>
                </a:cubicBezTo>
                <a:cubicBezTo>
                  <a:pt x="70870" y="93463"/>
                  <a:pt x="67081" y="102756"/>
                  <a:pt x="59502" y="110451"/>
                </a:cubicBezTo>
                <a:cubicBezTo>
                  <a:pt x="51924" y="118146"/>
                  <a:pt x="42688" y="122053"/>
                  <a:pt x="31794" y="122171"/>
                </a:cubicBezTo>
                <a:cubicBezTo>
                  <a:pt x="22202" y="122171"/>
                  <a:pt x="14506" y="118975"/>
                  <a:pt x="8703" y="112582"/>
                </a:cubicBezTo>
                <a:cubicBezTo>
                  <a:pt x="2901" y="106189"/>
                  <a:pt x="0" y="98968"/>
                  <a:pt x="0" y="90918"/>
                </a:cubicBezTo>
                <a:cubicBezTo>
                  <a:pt x="0" y="88077"/>
                  <a:pt x="651" y="85827"/>
                  <a:pt x="1954" y="84170"/>
                </a:cubicBezTo>
                <a:cubicBezTo>
                  <a:pt x="3256" y="82513"/>
                  <a:pt x="4618" y="81447"/>
                  <a:pt x="6039" y="80974"/>
                </a:cubicBezTo>
                <a:cubicBezTo>
                  <a:pt x="7460" y="80500"/>
                  <a:pt x="8822" y="80264"/>
                  <a:pt x="10124" y="80264"/>
                </a:cubicBezTo>
                <a:cubicBezTo>
                  <a:pt x="13085" y="80264"/>
                  <a:pt x="15512" y="81270"/>
                  <a:pt x="17407" y="83282"/>
                </a:cubicBezTo>
                <a:cubicBezTo>
                  <a:pt x="19301" y="85295"/>
                  <a:pt x="20249" y="87662"/>
                  <a:pt x="20249" y="903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8" cap="flat">
            <a:solidFill>
              <a:srgbClr val="000000">
                <a:alpha val="8260"/>
              </a:srgbClr>
            </a:solidFill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FF772-2B78-4A00-8870-044C366C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7" y="379218"/>
            <a:ext cx="10" cy="128766"/>
          </a:xfrm>
          <a:custGeom xmlns:a="http://schemas.openxmlformats.org/drawingml/2006/main">
            <a:pathLst>
              <a:path w="1" h="128766" fill="none">
                <a:moveTo>
                  <a:pt x="0" y="1287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FDCFA-A96F-4794-BAD8-9B3DC29E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63" y="321311"/>
            <a:ext cx="77241" cy="77221"/>
          </a:xfrm>
          <a:custGeom xmlns:a="http://schemas.openxmlformats.org/drawingml/2006/main">
            <a:pathLst>
              <a:path w="77241" h="77221">
                <a:moveTo>
                  <a:pt x="38621" y="0"/>
                </a:moveTo>
                <a:lnTo>
                  <a:pt x="77241" y="77221"/>
                </a:lnTo>
                <a:lnTo>
                  <a:pt x="38621" y="57916"/>
                </a:lnTo>
                <a:lnTo>
                  <a:pt x="0" y="77221"/>
                </a:lnTo>
                <a:lnTo>
                  <a:pt x="386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418EA-BF18-40D8-A884-632053AA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66" y="321302"/>
            <a:ext cx="77241" cy="77221"/>
          </a:xfrm>
          <a:custGeom xmlns:a="http://schemas.openxmlformats.org/drawingml/2006/main">
            <a:pathLst>
              <a:path w="77241" h="77221" fill="none">
                <a:moveTo>
                  <a:pt x="38620" y="0"/>
                </a:moveTo>
                <a:lnTo>
                  <a:pt x="77241" y="77221"/>
                </a:lnTo>
                <a:lnTo>
                  <a:pt x="38620" y="57916"/>
                </a:lnTo>
                <a:lnTo>
                  <a:pt x="0" y="77221"/>
                </a:lnTo>
                <a:lnTo>
                  <a:pt x="386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08" cap="flat">
            <a:solidFill>
              <a:srgbClr val="000000"/>
            </a:solidFill>
            <a:miter/>
          </a:ln>
        </p:spPr>
      </p:sp>
      <p:sp>
        <p:nvSpPr>
          <p:cNvPr id="567" name="Text MostEffective!">
            <a:extLst xmlns:a="http://schemas.openxmlformats.org/drawingml/2006/main">
              <a:ext uri="{FF2B5EF4-FFF2-40B4-BE49-F238E27FC236}">
                <a16:creationId xmlns:a16="http://schemas.microsoft.com/office/drawing/2014/main" id="{26D6A819-E06B-4FA6-899C-9AE2E431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68" y="1732799"/>
            <a:ext cx="1236505" cy="144224"/>
          </a:xfrm>
          <a:custGeom xmlns:a="http://schemas.openxmlformats.org/drawingml/2006/main">
            <a:pathLst>
              <a:path w="1236505" h="144224">
                <a:moveTo>
                  <a:pt x="0" y="1697"/>
                </a:moveTo>
                <a:lnTo>
                  <a:pt x="26872" y="1697"/>
                </a:lnTo>
                <a:lnTo>
                  <a:pt x="66662" y="118852"/>
                </a:lnTo>
                <a:lnTo>
                  <a:pt x="106168" y="1697"/>
                </a:lnTo>
                <a:lnTo>
                  <a:pt x="132757" y="1697"/>
                </a:lnTo>
                <a:lnTo>
                  <a:pt x="132757" y="140265"/>
                </a:lnTo>
                <a:lnTo>
                  <a:pt x="114937" y="140265"/>
                </a:lnTo>
                <a:lnTo>
                  <a:pt x="114937" y="58482"/>
                </a:lnTo>
                <a:cubicBezTo>
                  <a:pt x="114937" y="55652"/>
                  <a:pt x="115000" y="50967"/>
                  <a:pt x="115126" y="44428"/>
                </a:cubicBezTo>
                <a:cubicBezTo>
                  <a:pt x="115251" y="37888"/>
                  <a:pt x="115314" y="30876"/>
                  <a:pt x="115314" y="23392"/>
                </a:cubicBezTo>
                <a:lnTo>
                  <a:pt x="75808" y="140265"/>
                </a:lnTo>
                <a:lnTo>
                  <a:pt x="57233" y="140265"/>
                </a:lnTo>
                <a:lnTo>
                  <a:pt x="17443" y="23392"/>
                </a:lnTo>
                <a:lnTo>
                  <a:pt x="17443" y="27637"/>
                </a:lnTo>
                <a:cubicBezTo>
                  <a:pt x="17443" y="31033"/>
                  <a:pt x="17522" y="36205"/>
                  <a:pt x="17679" y="43155"/>
                </a:cubicBezTo>
                <a:cubicBezTo>
                  <a:pt x="17836" y="50103"/>
                  <a:pt x="17915" y="55212"/>
                  <a:pt x="17915" y="58482"/>
                </a:cubicBezTo>
                <a:lnTo>
                  <a:pt x="17915" y="140265"/>
                </a:lnTo>
                <a:lnTo>
                  <a:pt x="0" y="140265"/>
                </a:lnTo>
                <a:lnTo>
                  <a:pt x="0" y="1697"/>
                </a:lnTo>
                <a:close/>
                <a:moveTo>
                  <a:pt x="199135" y="129142"/>
                </a:moveTo>
                <a:cubicBezTo>
                  <a:pt x="210386" y="129142"/>
                  <a:pt x="218102" y="124879"/>
                  <a:pt x="222282" y="116354"/>
                </a:cubicBezTo>
                <a:cubicBezTo>
                  <a:pt x="226463" y="107829"/>
                  <a:pt x="228553" y="98344"/>
                  <a:pt x="228553" y="87898"/>
                </a:cubicBezTo>
                <a:cubicBezTo>
                  <a:pt x="228553" y="78460"/>
                  <a:pt x="227044" y="70785"/>
                  <a:pt x="224027" y="64871"/>
                </a:cubicBezTo>
                <a:cubicBezTo>
                  <a:pt x="219250" y="55559"/>
                  <a:pt x="211015" y="50903"/>
                  <a:pt x="199323" y="50903"/>
                </a:cubicBezTo>
                <a:cubicBezTo>
                  <a:pt x="188952" y="50903"/>
                  <a:pt x="181409" y="54867"/>
                  <a:pt x="176694" y="62795"/>
                </a:cubicBezTo>
                <a:cubicBezTo>
                  <a:pt x="171980" y="70723"/>
                  <a:pt x="169623" y="80287"/>
                  <a:pt x="169623" y="91486"/>
                </a:cubicBezTo>
                <a:cubicBezTo>
                  <a:pt x="169623" y="102244"/>
                  <a:pt x="171980" y="111210"/>
                  <a:pt x="176694" y="118384"/>
                </a:cubicBezTo>
                <a:cubicBezTo>
                  <a:pt x="181409" y="125556"/>
                  <a:pt x="188889" y="129142"/>
                  <a:pt x="199135" y="129142"/>
                </a:cubicBezTo>
                <a:moveTo>
                  <a:pt x="199795" y="36197"/>
                </a:moveTo>
                <a:cubicBezTo>
                  <a:pt x="212807" y="36197"/>
                  <a:pt x="223807" y="40538"/>
                  <a:pt x="232796" y="49218"/>
                </a:cubicBezTo>
                <a:cubicBezTo>
                  <a:pt x="241784" y="57898"/>
                  <a:pt x="246279" y="70666"/>
                  <a:pt x="246279" y="87521"/>
                </a:cubicBezTo>
                <a:cubicBezTo>
                  <a:pt x="246279" y="103813"/>
                  <a:pt x="242319" y="117275"/>
                  <a:pt x="234399" y="127905"/>
                </a:cubicBezTo>
                <a:cubicBezTo>
                  <a:pt x="226478" y="138533"/>
                  <a:pt x="214189" y="143847"/>
                  <a:pt x="197532" y="143847"/>
                </a:cubicBezTo>
                <a:cubicBezTo>
                  <a:pt x="183640" y="143847"/>
                  <a:pt x="172608" y="139146"/>
                  <a:pt x="164437" y="129743"/>
                </a:cubicBezTo>
                <a:cubicBezTo>
                  <a:pt x="156265" y="120340"/>
                  <a:pt x="152179" y="107714"/>
                  <a:pt x="152179" y="91863"/>
                </a:cubicBezTo>
                <a:cubicBezTo>
                  <a:pt x="152179" y="74880"/>
                  <a:pt x="156485" y="61357"/>
                  <a:pt x="165097" y="51294"/>
                </a:cubicBezTo>
                <a:cubicBezTo>
                  <a:pt x="173708" y="41230"/>
                  <a:pt x="185274" y="36197"/>
                  <a:pt x="199795" y="36197"/>
                </a:cubicBezTo>
                <a:moveTo>
                  <a:pt x="199229" y="36763"/>
                </a:moveTo>
                <a:lnTo>
                  <a:pt x="199229" y="36763"/>
                </a:lnTo>
                <a:close/>
                <a:moveTo>
                  <a:pt x="276555" y="108592"/>
                </a:moveTo>
                <a:cubicBezTo>
                  <a:pt x="277058" y="114274"/>
                  <a:pt x="278472" y="118630"/>
                  <a:pt x="280798" y="121660"/>
                </a:cubicBezTo>
                <a:cubicBezTo>
                  <a:pt x="285072" y="127151"/>
                  <a:pt x="292490" y="129896"/>
                  <a:pt x="303050" y="129896"/>
                </a:cubicBezTo>
                <a:cubicBezTo>
                  <a:pt x="309336" y="129896"/>
                  <a:pt x="314867" y="128526"/>
                  <a:pt x="319645" y="125787"/>
                </a:cubicBezTo>
                <a:cubicBezTo>
                  <a:pt x="324422" y="123045"/>
                  <a:pt x="326811" y="118807"/>
                  <a:pt x="326811" y="113073"/>
                </a:cubicBezTo>
                <a:cubicBezTo>
                  <a:pt x="326811" y="108725"/>
                  <a:pt x="324893" y="105417"/>
                  <a:pt x="321059" y="103149"/>
                </a:cubicBezTo>
                <a:cubicBezTo>
                  <a:pt x="318608" y="101762"/>
                  <a:pt x="313767" y="100157"/>
                  <a:pt x="306539" y="98332"/>
                </a:cubicBezTo>
                <a:lnTo>
                  <a:pt x="293056" y="94933"/>
                </a:lnTo>
                <a:cubicBezTo>
                  <a:pt x="284444" y="92792"/>
                  <a:pt x="278095" y="90400"/>
                  <a:pt x="274009" y="87757"/>
                </a:cubicBezTo>
                <a:cubicBezTo>
                  <a:pt x="266718" y="83162"/>
                  <a:pt x="263072" y="76803"/>
                  <a:pt x="263072" y="68680"/>
                </a:cubicBezTo>
                <a:cubicBezTo>
                  <a:pt x="263072" y="59113"/>
                  <a:pt x="266513" y="51370"/>
                  <a:pt x="273396" y="45453"/>
                </a:cubicBezTo>
                <a:cubicBezTo>
                  <a:pt x="280280" y="39534"/>
                  <a:pt x="289535" y="36575"/>
                  <a:pt x="301164" y="36575"/>
                </a:cubicBezTo>
                <a:cubicBezTo>
                  <a:pt x="316376" y="36575"/>
                  <a:pt x="327345" y="41036"/>
                  <a:pt x="334071" y="49960"/>
                </a:cubicBezTo>
                <a:cubicBezTo>
                  <a:pt x="338282" y="55616"/>
                  <a:pt x="340325" y="61712"/>
                  <a:pt x="340200" y="68247"/>
                </a:cubicBezTo>
                <a:lnTo>
                  <a:pt x="324171" y="68247"/>
                </a:lnTo>
                <a:cubicBezTo>
                  <a:pt x="323856" y="64455"/>
                  <a:pt x="322505" y="61006"/>
                  <a:pt x="320116" y="57899"/>
                </a:cubicBezTo>
                <a:cubicBezTo>
                  <a:pt x="316219" y="53486"/>
                  <a:pt x="309462" y="51280"/>
                  <a:pt x="299844" y="51280"/>
                </a:cubicBezTo>
                <a:cubicBezTo>
                  <a:pt x="293433" y="51280"/>
                  <a:pt x="288577" y="52500"/>
                  <a:pt x="285277" y="54941"/>
                </a:cubicBezTo>
                <a:cubicBezTo>
                  <a:pt x="281977" y="57380"/>
                  <a:pt x="280327" y="60602"/>
                  <a:pt x="280327" y="64606"/>
                </a:cubicBezTo>
                <a:cubicBezTo>
                  <a:pt x="280327" y="68986"/>
                  <a:pt x="282495" y="72489"/>
                  <a:pt x="286833" y="75117"/>
                </a:cubicBezTo>
                <a:cubicBezTo>
                  <a:pt x="289347" y="76680"/>
                  <a:pt x="293056" y="78060"/>
                  <a:pt x="297958" y="79256"/>
                </a:cubicBezTo>
                <a:lnTo>
                  <a:pt x="309179" y="81995"/>
                </a:lnTo>
                <a:cubicBezTo>
                  <a:pt x="321373" y="84955"/>
                  <a:pt x="329545" y="87819"/>
                  <a:pt x="333694" y="90588"/>
                </a:cubicBezTo>
                <a:cubicBezTo>
                  <a:pt x="340294" y="94932"/>
                  <a:pt x="343594" y="101762"/>
                  <a:pt x="343594" y="111079"/>
                </a:cubicBezTo>
                <a:cubicBezTo>
                  <a:pt x="343594" y="120081"/>
                  <a:pt x="340184" y="127856"/>
                  <a:pt x="333364" y="134403"/>
                </a:cubicBezTo>
                <a:cubicBezTo>
                  <a:pt x="326543" y="140951"/>
                  <a:pt x="316156" y="144224"/>
                  <a:pt x="302201" y="144224"/>
                </a:cubicBezTo>
                <a:cubicBezTo>
                  <a:pt x="287178" y="144224"/>
                  <a:pt x="276539" y="140806"/>
                  <a:pt x="270285" y="133970"/>
                </a:cubicBezTo>
                <a:cubicBezTo>
                  <a:pt x="264031" y="127134"/>
                  <a:pt x="260683" y="118675"/>
                  <a:pt x="260243" y="108592"/>
                </a:cubicBezTo>
                <a:lnTo>
                  <a:pt x="276555" y="108592"/>
                </a:lnTo>
                <a:moveTo>
                  <a:pt x="301636" y="36763"/>
                </a:moveTo>
                <a:lnTo>
                  <a:pt x="301636" y="36763"/>
                </a:lnTo>
                <a:close/>
                <a:moveTo>
                  <a:pt x="366411" y="11123"/>
                </a:moveTo>
                <a:lnTo>
                  <a:pt x="383572" y="11123"/>
                </a:lnTo>
                <a:lnTo>
                  <a:pt x="383572" y="39214"/>
                </a:lnTo>
                <a:lnTo>
                  <a:pt x="399695" y="39214"/>
                </a:lnTo>
                <a:lnTo>
                  <a:pt x="399695" y="53165"/>
                </a:lnTo>
                <a:lnTo>
                  <a:pt x="383572" y="53165"/>
                </a:lnTo>
                <a:lnTo>
                  <a:pt x="383572" y="118973"/>
                </a:lnTo>
                <a:cubicBezTo>
                  <a:pt x="383572" y="122487"/>
                  <a:pt x="384766" y="124839"/>
                  <a:pt x="387155" y="126031"/>
                </a:cubicBezTo>
                <a:cubicBezTo>
                  <a:pt x="388475" y="126723"/>
                  <a:pt x="390675" y="127068"/>
                  <a:pt x="393755" y="127068"/>
                </a:cubicBezTo>
                <a:cubicBezTo>
                  <a:pt x="394572" y="127068"/>
                  <a:pt x="395452" y="127048"/>
                  <a:pt x="396395" y="127006"/>
                </a:cubicBezTo>
                <a:cubicBezTo>
                  <a:pt x="397338" y="126963"/>
                  <a:pt x="398438" y="126858"/>
                  <a:pt x="399695" y="126691"/>
                </a:cubicBezTo>
                <a:lnTo>
                  <a:pt x="399695" y="140265"/>
                </a:lnTo>
                <a:cubicBezTo>
                  <a:pt x="397746" y="140864"/>
                  <a:pt x="395719" y="141296"/>
                  <a:pt x="393613" y="141561"/>
                </a:cubicBezTo>
                <a:cubicBezTo>
                  <a:pt x="391507" y="141828"/>
                  <a:pt x="389229" y="141962"/>
                  <a:pt x="386777" y="141962"/>
                </a:cubicBezTo>
                <a:cubicBezTo>
                  <a:pt x="378857" y="141962"/>
                  <a:pt x="373483" y="139933"/>
                  <a:pt x="370654" y="135876"/>
                </a:cubicBezTo>
                <a:cubicBezTo>
                  <a:pt x="367825" y="131819"/>
                  <a:pt x="366411" y="126550"/>
                  <a:pt x="366411" y="120069"/>
                </a:cubicBezTo>
                <a:lnTo>
                  <a:pt x="366411" y="53165"/>
                </a:lnTo>
                <a:lnTo>
                  <a:pt x="352739" y="53165"/>
                </a:lnTo>
                <a:lnTo>
                  <a:pt x="352739" y="39214"/>
                </a:lnTo>
                <a:lnTo>
                  <a:pt x="366411" y="39214"/>
                </a:lnTo>
                <a:lnTo>
                  <a:pt x="366411" y="11123"/>
                </a:lnTo>
                <a:close/>
                <a:moveTo>
                  <a:pt x="474358" y="1697"/>
                </a:moveTo>
                <a:lnTo>
                  <a:pt x="575341" y="1697"/>
                </a:lnTo>
                <a:lnTo>
                  <a:pt x="575341" y="18664"/>
                </a:lnTo>
                <a:lnTo>
                  <a:pt x="492650" y="18664"/>
                </a:lnTo>
                <a:lnTo>
                  <a:pt x="492650" y="60706"/>
                </a:lnTo>
                <a:lnTo>
                  <a:pt x="569118" y="60706"/>
                </a:lnTo>
                <a:lnTo>
                  <a:pt x="569118" y="76731"/>
                </a:lnTo>
                <a:lnTo>
                  <a:pt x="492650" y="76731"/>
                </a:lnTo>
                <a:lnTo>
                  <a:pt x="492650" y="123675"/>
                </a:lnTo>
                <a:lnTo>
                  <a:pt x="576755" y="123675"/>
                </a:lnTo>
                <a:lnTo>
                  <a:pt x="576755" y="140265"/>
                </a:lnTo>
                <a:lnTo>
                  <a:pt x="474358" y="140265"/>
                </a:lnTo>
                <a:lnTo>
                  <a:pt x="474358" y="1697"/>
                </a:lnTo>
                <a:moveTo>
                  <a:pt x="525557" y="1697"/>
                </a:moveTo>
                <a:lnTo>
                  <a:pt x="525557" y="1697"/>
                </a:lnTo>
                <a:close/>
                <a:moveTo>
                  <a:pt x="603345" y="24017"/>
                </a:moveTo>
                <a:cubicBezTo>
                  <a:pt x="603597" y="17012"/>
                  <a:pt x="604822" y="11883"/>
                  <a:pt x="607023" y="8631"/>
                </a:cubicBezTo>
                <a:cubicBezTo>
                  <a:pt x="610983" y="2877"/>
                  <a:pt x="618620" y="0"/>
                  <a:pt x="629935" y="0"/>
                </a:cubicBezTo>
                <a:cubicBezTo>
                  <a:pt x="631003" y="0"/>
                  <a:pt x="632103" y="31"/>
                  <a:pt x="633235" y="94"/>
                </a:cubicBezTo>
                <a:cubicBezTo>
                  <a:pt x="634366" y="157"/>
                  <a:pt x="635655" y="251"/>
                  <a:pt x="637100" y="377"/>
                </a:cubicBezTo>
                <a:lnTo>
                  <a:pt x="637100" y="15836"/>
                </a:lnTo>
                <a:cubicBezTo>
                  <a:pt x="635340" y="15752"/>
                  <a:pt x="634067" y="15700"/>
                  <a:pt x="633282" y="15680"/>
                </a:cubicBezTo>
                <a:cubicBezTo>
                  <a:pt x="632496" y="15659"/>
                  <a:pt x="631757" y="15648"/>
                  <a:pt x="631066" y="15648"/>
                </a:cubicBezTo>
                <a:cubicBezTo>
                  <a:pt x="625912" y="15648"/>
                  <a:pt x="622831" y="16968"/>
                  <a:pt x="621826" y="19607"/>
                </a:cubicBezTo>
                <a:cubicBezTo>
                  <a:pt x="620820" y="22246"/>
                  <a:pt x="620317" y="28971"/>
                  <a:pt x="620317" y="39780"/>
                </a:cubicBezTo>
                <a:lnTo>
                  <a:pt x="637100" y="39780"/>
                </a:lnTo>
                <a:lnTo>
                  <a:pt x="637100" y="53165"/>
                </a:lnTo>
                <a:lnTo>
                  <a:pt x="620129" y="53165"/>
                </a:lnTo>
                <a:lnTo>
                  <a:pt x="620129" y="140265"/>
                </a:lnTo>
                <a:lnTo>
                  <a:pt x="603345" y="140265"/>
                </a:lnTo>
                <a:lnTo>
                  <a:pt x="603345" y="53165"/>
                </a:lnTo>
                <a:lnTo>
                  <a:pt x="589296" y="53165"/>
                </a:lnTo>
                <a:lnTo>
                  <a:pt x="589296" y="39780"/>
                </a:lnTo>
                <a:lnTo>
                  <a:pt x="603345" y="39780"/>
                </a:lnTo>
                <a:lnTo>
                  <a:pt x="603345" y="24017"/>
                </a:lnTo>
                <a:close/>
                <a:moveTo>
                  <a:pt x="653604" y="24017"/>
                </a:moveTo>
                <a:cubicBezTo>
                  <a:pt x="653856" y="17012"/>
                  <a:pt x="655082" y="11883"/>
                  <a:pt x="657282" y="8631"/>
                </a:cubicBezTo>
                <a:cubicBezTo>
                  <a:pt x="661242" y="2877"/>
                  <a:pt x="668879" y="0"/>
                  <a:pt x="680194" y="0"/>
                </a:cubicBezTo>
                <a:cubicBezTo>
                  <a:pt x="681262" y="0"/>
                  <a:pt x="682362" y="31"/>
                  <a:pt x="683494" y="94"/>
                </a:cubicBezTo>
                <a:cubicBezTo>
                  <a:pt x="684625" y="157"/>
                  <a:pt x="685914" y="251"/>
                  <a:pt x="687360" y="377"/>
                </a:cubicBezTo>
                <a:lnTo>
                  <a:pt x="687360" y="15836"/>
                </a:lnTo>
                <a:cubicBezTo>
                  <a:pt x="685599" y="15752"/>
                  <a:pt x="684327" y="15700"/>
                  <a:pt x="683541" y="15680"/>
                </a:cubicBezTo>
                <a:cubicBezTo>
                  <a:pt x="682755" y="15659"/>
                  <a:pt x="682017" y="15648"/>
                  <a:pt x="681325" y="15648"/>
                </a:cubicBezTo>
                <a:cubicBezTo>
                  <a:pt x="676171" y="15648"/>
                  <a:pt x="673091" y="16968"/>
                  <a:pt x="672085" y="19607"/>
                </a:cubicBezTo>
                <a:cubicBezTo>
                  <a:pt x="671079" y="22246"/>
                  <a:pt x="670576" y="28971"/>
                  <a:pt x="670576" y="39780"/>
                </a:cubicBezTo>
                <a:lnTo>
                  <a:pt x="687360" y="39780"/>
                </a:lnTo>
                <a:lnTo>
                  <a:pt x="687360" y="53165"/>
                </a:lnTo>
                <a:lnTo>
                  <a:pt x="670388" y="53165"/>
                </a:lnTo>
                <a:lnTo>
                  <a:pt x="670388" y="140265"/>
                </a:lnTo>
                <a:lnTo>
                  <a:pt x="653604" y="140265"/>
                </a:lnTo>
                <a:lnTo>
                  <a:pt x="653604" y="53165"/>
                </a:lnTo>
                <a:lnTo>
                  <a:pt x="639556" y="53165"/>
                </a:lnTo>
                <a:lnTo>
                  <a:pt x="639556" y="39780"/>
                </a:lnTo>
                <a:lnTo>
                  <a:pt x="653604" y="39780"/>
                </a:lnTo>
                <a:lnTo>
                  <a:pt x="653604" y="24017"/>
                </a:lnTo>
                <a:close/>
                <a:moveTo>
                  <a:pt x="745057" y="36952"/>
                </a:moveTo>
                <a:cubicBezTo>
                  <a:pt x="752223" y="36952"/>
                  <a:pt x="759169" y="38633"/>
                  <a:pt x="765895" y="41995"/>
                </a:cubicBezTo>
                <a:cubicBezTo>
                  <a:pt x="772621" y="45357"/>
                  <a:pt x="777744" y="49708"/>
                  <a:pt x="781264" y="55047"/>
                </a:cubicBezTo>
                <a:cubicBezTo>
                  <a:pt x="784658" y="60138"/>
                  <a:pt x="786921" y="66075"/>
                  <a:pt x="788053" y="72860"/>
                </a:cubicBezTo>
                <a:cubicBezTo>
                  <a:pt x="789059" y="77511"/>
                  <a:pt x="789561" y="84960"/>
                  <a:pt x="789561" y="95207"/>
                </a:cubicBezTo>
                <a:lnTo>
                  <a:pt x="715545" y="95207"/>
                </a:lnTo>
                <a:cubicBezTo>
                  <a:pt x="715860" y="105450"/>
                  <a:pt x="718280" y="113667"/>
                  <a:pt x="722806" y="119857"/>
                </a:cubicBezTo>
                <a:cubicBezTo>
                  <a:pt x="727331" y="126047"/>
                  <a:pt x="734340" y="129142"/>
                  <a:pt x="743832" y="129142"/>
                </a:cubicBezTo>
                <a:cubicBezTo>
                  <a:pt x="752695" y="129142"/>
                  <a:pt x="759766" y="126246"/>
                  <a:pt x="765047" y="120455"/>
                </a:cubicBezTo>
                <a:cubicBezTo>
                  <a:pt x="768064" y="117093"/>
                  <a:pt x="770201" y="113202"/>
                  <a:pt x="771458" y="108781"/>
                </a:cubicBezTo>
                <a:lnTo>
                  <a:pt x="788147" y="108781"/>
                </a:lnTo>
                <a:cubicBezTo>
                  <a:pt x="787707" y="112469"/>
                  <a:pt x="786246" y="116579"/>
                  <a:pt x="783763" y="121112"/>
                </a:cubicBezTo>
                <a:cubicBezTo>
                  <a:pt x="781280" y="125642"/>
                  <a:pt x="778498" y="129345"/>
                  <a:pt x="775418" y="132220"/>
                </a:cubicBezTo>
                <a:cubicBezTo>
                  <a:pt x="770264" y="137222"/>
                  <a:pt x="763884" y="140598"/>
                  <a:pt x="756278" y="142348"/>
                </a:cubicBezTo>
                <a:cubicBezTo>
                  <a:pt x="752192" y="143347"/>
                  <a:pt x="747572" y="143847"/>
                  <a:pt x="742417" y="143847"/>
                </a:cubicBezTo>
                <a:cubicBezTo>
                  <a:pt x="729846" y="143847"/>
                  <a:pt x="719191" y="139271"/>
                  <a:pt x="710454" y="130120"/>
                </a:cubicBezTo>
                <a:cubicBezTo>
                  <a:pt x="701716" y="120969"/>
                  <a:pt x="697348" y="108153"/>
                  <a:pt x="697348" y="91672"/>
                </a:cubicBezTo>
                <a:cubicBezTo>
                  <a:pt x="697348" y="75445"/>
                  <a:pt x="701748" y="62268"/>
                  <a:pt x="710548" y="52143"/>
                </a:cubicBezTo>
                <a:cubicBezTo>
                  <a:pt x="719348" y="42015"/>
                  <a:pt x="730851" y="36952"/>
                  <a:pt x="745057" y="36952"/>
                </a:cubicBezTo>
                <a:moveTo>
                  <a:pt x="772118" y="81633"/>
                </a:moveTo>
                <a:cubicBezTo>
                  <a:pt x="771427" y="74257"/>
                  <a:pt x="769824" y="68362"/>
                  <a:pt x="767309" y="63949"/>
                </a:cubicBezTo>
                <a:cubicBezTo>
                  <a:pt x="762658" y="55754"/>
                  <a:pt x="754895" y="51657"/>
                  <a:pt x="744020" y="51657"/>
                </a:cubicBezTo>
                <a:cubicBezTo>
                  <a:pt x="736226" y="51657"/>
                  <a:pt x="729689" y="54478"/>
                  <a:pt x="724408" y="60120"/>
                </a:cubicBezTo>
                <a:cubicBezTo>
                  <a:pt x="719128" y="65762"/>
                  <a:pt x="716331" y="72933"/>
                  <a:pt x="716017" y="81633"/>
                </a:cubicBezTo>
                <a:lnTo>
                  <a:pt x="772118" y="81633"/>
                </a:lnTo>
                <a:moveTo>
                  <a:pt x="743455" y="36763"/>
                </a:moveTo>
                <a:lnTo>
                  <a:pt x="743455" y="36763"/>
                </a:lnTo>
                <a:close/>
                <a:moveTo>
                  <a:pt x="849350" y="36197"/>
                </a:moveTo>
                <a:cubicBezTo>
                  <a:pt x="860727" y="36197"/>
                  <a:pt x="869983" y="38969"/>
                  <a:pt x="877118" y="44513"/>
                </a:cubicBezTo>
                <a:cubicBezTo>
                  <a:pt x="884252" y="50057"/>
                  <a:pt x="888542" y="59602"/>
                  <a:pt x="889988" y="73149"/>
                </a:cubicBezTo>
                <a:lnTo>
                  <a:pt x="873488" y="73149"/>
                </a:lnTo>
                <a:cubicBezTo>
                  <a:pt x="872482" y="66928"/>
                  <a:pt x="870188" y="61759"/>
                  <a:pt x="866605" y="57643"/>
                </a:cubicBezTo>
                <a:cubicBezTo>
                  <a:pt x="863022" y="53526"/>
                  <a:pt x="857270" y="51468"/>
                  <a:pt x="849350" y="51468"/>
                </a:cubicBezTo>
                <a:cubicBezTo>
                  <a:pt x="838538" y="51468"/>
                  <a:pt x="830807" y="56747"/>
                  <a:pt x="826155" y="67305"/>
                </a:cubicBezTo>
                <a:cubicBezTo>
                  <a:pt x="823138" y="74155"/>
                  <a:pt x="821629" y="82607"/>
                  <a:pt x="821629" y="92662"/>
                </a:cubicBezTo>
                <a:cubicBezTo>
                  <a:pt x="821629" y="102779"/>
                  <a:pt x="823766" y="111295"/>
                  <a:pt x="828041" y="118207"/>
                </a:cubicBezTo>
                <a:cubicBezTo>
                  <a:pt x="832315" y="125120"/>
                  <a:pt x="839041" y="128576"/>
                  <a:pt x="848218" y="128576"/>
                </a:cubicBezTo>
                <a:cubicBezTo>
                  <a:pt x="855259" y="128576"/>
                  <a:pt x="860837" y="126441"/>
                  <a:pt x="864955" y="122169"/>
                </a:cubicBezTo>
                <a:cubicBezTo>
                  <a:pt x="869072" y="117898"/>
                  <a:pt x="871916" y="112053"/>
                  <a:pt x="873488" y="104633"/>
                </a:cubicBezTo>
                <a:lnTo>
                  <a:pt x="889988" y="104633"/>
                </a:lnTo>
                <a:cubicBezTo>
                  <a:pt x="888102" y="118019"/>
                  <a:pt x="883388" y="127807"/>
                  <a:pt x="875845" y="133997"/>
                </a:cubicBezTo>
                <a:cubicBezTo>
                  <a:pt x="868302" y="140187"/>
                  <a:pt x="858653" y="143282"/>
                  <a:pt x="846898" y="143282"/>
                </a:cubicBezTo>
                <a:cubicBezTo>
                  <a:pt x="833698" y="143282"/>
                  <a:pt x="823169" y="138446"/>
                  <a:pt x="815312" y="128774"/>
                </a:cubicBezTo>
                <a:cubicBezTo>
                  <a:pt x="807455" y="119102"/>
                  <a:pt x="803526" y="107019"/>
                  <a:pt x="803526" y="92526"/>
                </a:cubicBezTo>
                <a:cubicBezTo>
                  <a:pt x="803526" y="74759"/>
                  <a:pt x="807832" y="60930"/>
                  <a:pt x="816443" y="51038"/>
                </a:cubicBezTo>
                <a:cubicBezTo>
                  <a:pt x="825055" y="41144"/>
                  <a:pt x="836024" y="36197"/>
                  <a:pt x="849350" y="36197"/>
                </a:cubicBezTo>
                <a:moveTo>
                  <a:pt x="846710" y="36763"/>
                </a:moveTo>
                <a:lnTo>
                  <a:pt x="846710" y="36763"/>
                </a:lnTo>
                <a:close/>
                <a:moveTo>
                  <a:pt x="910354" y="11123"/>
                </a:moveTo>
                <a:lnTo>
                  <a:pt x="927514" y="11123"/>
                </a:lnTo>
                <a:lnTo>
                  <a:pt x="927514" y="39214"/>
                </a:lnTo>
                <a:lnTo>
                  <a:pt x="943637" y="39214"/>
                </a:lnTo>
                <a:lnTo>
                  <a:pt x="943637" y="53165"/>
                </a:lnTo>
                <a:lnTo>
                  <a:pt x="927514" y="53165"/>
                </a:lnTo>
                <a:lnTo>
                  <a:pt x="927514" y="118973"/>
                </a:lnTo>
                <a:cubicBezTo>
                  <a:pt x="927514" y="122487"/>
                  <a:pt x="928708" y="124839"/>
                  <a:pt x="931097" y="126031"/>
                </a:cubicBezTo>
                <a:cubicBezTo>
                  <a:pt x="932417" y="126723"/>
                  <a:pt x="934617" y="127068"/>
                  <a:pt x="937697" y="127068"/>
                </a:cubicBezTo>
                <a:cubicBezTo>
                  <a:pt x="938514" y="127068"/>
                  <a:pt x="939394" y="127048"/>
                  <a:pt x="940337" y="127006"/>
                </a:cubicBezTo>
                <a:cubicBezTo>
                  <a:pt x="941280" y="126963"/>
                  <a:pt x="942380" y="126858"/>
                  <a:pt x="943637" y="126691"/>
                </a:cubicBezTo>
                <a:lnTo>
                  <a:pt x="943637" y="140265"/>
                </a:lnTo>
                <a:cubicBezTo>
                  <a:pt x="941689" y="140864"/>
                  <a:pt x="939662" y="141296"/>
                  <a:pt x="937556" y="141561"/>
                </a:cubicBezTo>
                <a:cubicBezTo>
                  <a:pt x="935450" y="141828"/>
                  <a:pt x="933171" y="141962"/>
                  <a:pt x="930720" y="141962"/>
                </a:cubicBezTo>
                <a:cubicBezTo>
                  <a:pt x="922800" y="141962"/>
                  <a:pt x="917425" y="139933"/>
                  <a:pt x="914597" y="135876"/>
                </a:cubicBezTo>
                <a:cubicBezTo>
                  <a:pt x="911768" y="131819"/>
                  <a:pt x="910354" y="126550"/>
                  <a:pt x="910354" y="120069"/>
                </a:cubicBezTo>
                <a:lnTo>
                  <a:pt x="910354" y="53165"/>
                </a:lnTo>
                <a:lnTo>
                  <a:pt x="896682" y="53165"/>
                </a:lnTo>
                <a:lnTo>
                  <a:pt x="896682" y="39214"/>
                </a:lnTo>
                <a:lnTo>
                  <a:pt x="910354" y="39214"/>
                </a:lnTo>
                <a:lnTo>
                  <a:pt x="910354" y="11123"/>
                </a:lnTo>
                <a:close/>
                <a:moveTo>
                  <a:pt x="960603" y="39780"/>
                </a:moveTo>
                <a:lnTo>
                  <a:pt x="977858" y="39780"/>
                </a:lnTo>
                <a:lnTo>
                  <a:pt x="977858" y="140265"/>
                </a:lnTo>
                <a:lnTo>
                  <a:pt x="960603" y="140265"/>
                </a:lnTo>
                <a:lnTo>
                  <a:pt x="960603" y="39780"/>
                </a:lnTo>
                <a:moveTo>
                  <a:pt x="960603" y="1697"/>
                </a:moveTo>
                <a:lnTo>
                  <a:pt x="977858" y="1697"/>
                </a:lnTo>
                <a:lnTo>
                  <a:pt x="977858" y="20927"/>
                </a:lnTo>
                <a:lnTo>
                  <a:pt x="960603" y="20927"/>
                </a:lnTo>
                <a:lnTo>
                  <a:pt x="960603" y="1697"/>
                </a:lnTo>
                <a:close/>
                <a:moveTo>
                  <a:pt x="1011807" y="39214"/>
                </a:moveTo>
                <a:lnTo>
                  <a:pt x="1038774" y="121489"/>
                </a:lnTo>
                <a:lnTo>
                  <a:pt x="1066966" y="39214"/>
                </a:lnTo>
                <a:lnTo>
                  <a:pt x="1085541" y="39214"/>
                </a:lnTo>
                <a:lnTo>
                  <a:pt x="1047448" y="140265"/>
                </a:lnTo>
                <a:lnTo>
                  <a:pt x="1029345" y="140265"/>
                </a:lnTo>
                <a:lnTo>
                  <a:pt x="992101" y="39214"/>
                </a:lnTo>
                <a:lnTo>
                  <a:pt x="1011807" y="39214"/>
                </a:lnTo>
                <a:close/>
                <a:moveTo>
                  <a:pt x="1142114" y="36952"/>
                </a:moveTo>
                <a:cubicBezTo>
                  <a:pt x="1149280" y="36952"/>
                  <a:pt x="1156225" y="38633"/>
                  <a:pt x="1162951" y="41995"/>
                </a:cubicBezTo>
                <a:cubicBezTo>
                  <a:pt x="1169677" y="45357"/>
                  <a:pt x="1174800" y="49708"/>
                  <a:pt x="1178320" y="55047"/>
                </a:cubicBezTo>
                <a:cubicBezTo>
                  <a:pt x="1181715" y="60138"/>
                  <a:pt x="1183978" y="66075"/>
                  <a:pt x="1185109" y="72860"/>
                </a:cubicBezTo>
                <a:cubicBezTo>
                  <a:pt x="1186115" y="77511"/>
                  <a:pt x="1186618" y="84960"/>
                  <a:pt x="1186618" y="95207"/>
                </a:cubicBezTo>
                <a:lnTo>
                  <a:pt x="1112602" y="95207"/>
                </a:lnTo>
                <a:cubicBezTo>
                  <a:pt x="1112916" y="105450"/>
                  <a:pt x="1115336" y="113667"/>
                  <a:pt x="1119862" y="119857"/>
                </a:cubicBezTo>
                <a:cubicBezTo>
                  <a:pt x="1124388" y="126047"/>
                  <a:pt x="1131396" y="129142"/>
                  <a:pt x="1140888" y="129142"/>
                </a:cubicBezTo>
                <a:cubicBezTo>
                  <a:pt x="1149751" y="129142"/>
                  <a:pt x="1156823" y="126246"/>
                  <a:pt x="1162103" y="120455"/>
                </a:cubicBezTo>
                <a:cubicBezTo>
                  <a:pt x="1165120" y="117093"/>
                  <a:pt x="1167257" y="113202"/>
                  <a:pt x="1168514" y="108781"/>
                </a:cubicBezTo>
                <a:lnTo>
                  <a:pt x="1185203" y="108781"/>
                </a:lnTo>
                <a:cubicBezTo>
                  <a:pt x="1184763" y="112469"/>
                  <a:pt x="1183302" y="116579"/>
                  <a:pt x="1180819" y="121112"/>
                </a:cubicBezTo>
                <a:cubicBezTo>
                  <a:pt x="1178336" y="125642"/>
                  <a:pt x="1175554" y="129345"/>
                  <a:pt x="1172474" y="132220"/>
                </a:cubicBezTo>
                <a:cubicBezTo>
                  <a:pt x="1167320" y="137222"/>
                  <a:pt x="1160940" y="140598"/>
                  <a:pt x="1153334" y="142348"/>
                </a:cubicBezTo>
                <a:cubicBezTo>
                  <a:pt x="1149248" y="143347"/>
                  <a:pt x="1144628" y="143847"/>
                  <a:pt x="1139474" y="143847"/>
                </a:cubicBezTo>
                <a:cubicBezTo>
                  <a:pt x="1126902" y="143847"/>
                  <a:pt x="1116247" y="139271"/>
                  <a:pt x="1107510" y="130120"/>
                </a:cubicBezTo>
                <a:cubicBezTo>
                  <a:pt x="1098773" y="120969"/>
                  <a:pt x="1094404" y="108153"/>
                  <a:pt x="1094404" y="91672"/>
                </a:cubicBezTo>
                <a:cubicBezTo>
                  <a:pt x="1094404" y="75445"/>
                  <a:pt x="1098804" y="62268"/>
                  <a:pt x="1107604" y="52143"/>
                </a:cubicBezTo>
                <a:cubicBezTo>
                  <a:pt x="1116404" y="42015"/>
                  <a:pt x="1127908" y="36952"/>
                  <a:pt x="1142114" y="36952"/>
                </a:cubicBezTo>
                <a:moveTo>
                  <a:pt x="1169174" y="81633"/>
                </a:moveTo>
                <a:cubicBezTo>
                  <a:pt x="1168483" y="74257"/>
                  <a:pt x="1166880" y="68362"/>
                  <a:pt x="1164366" y="63949"/>
                </a:cubicBezTo>
                <a:cubicBezTo>
                  <a:pt x="1159714" y="55754"/>
                  <a:pt x="1151951" y="51657"/>
                  <a:pt x="1141077" y="51657"/>
                </a:cubicBezTo>
                <a:cubicBezTo>
                  <a:pt x="1133282" y="51657"/>
                  <a:pt x="1126745" y="54478"/>
                  <a:pt x="1121465" y="60120"/>
                </a:cubicBezTo>
                <a:cubicBezTo>
                  <a:pt x="1116184" y="65762"/>
                  <a:pt x="1113387" y="72933"/>
                  <a:pt x="1113073" y="81633"/>
                </a:cubicBezTo>
                <a:lnTo>
                  <a:pt x="1169174" y="81633"/>
                </a:lnTo>
                <a:moveTo>
                  <a:pt x="1140511" y="36763"/>
                </a:moveTo>
                <a:lnTo>
                  <a:pt x="1140511" y="36763"/>
                </a:lnTo>
                <a:close/>
                <a:moveTo>
                  <a:pt x="1217365" y="1697"/>
                </a:moveTo>
                <a:lnTo>
                  <a:pt x="1236505" y="1697"/>
                </a:lnTo>
                <a:lnTo>
                  <a:pt x="1236505" y="47268"/>
                </a:lnTo>
                <a:lnTo>
                  <a:pt x="1231885" y="107273"/>
                </a:lnTo>
                <a:lnTo>
                  <a:pt x="1222268" y="107273"/>
                </a:lnTo>
                <a:lnTo>
                  <a:pt x="1217365" y="47268"/>
                </a:lnTo>
                <a:lnTo>
                  <a:pt x="1217365" y="1697"/>
                </a:lnTo>
                <a:moveTo>
                  <a:pt x="1217365" y="120658"/>
                </a:moveTo>
                <a:lnTo>
                  <a:pt x="1236128" y="120658"/>
                </a:lnTo>
                <a:lnTo>
                  <a:pt x="1236128" y="140265"/>
                </a:lnTo>
                <a:lnTo>
                  <a:pt x="1217365" y="140265"/>
                </a:lnTo>
                <a:lnTo>
                  <a:pt x="1217365" y="120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Text DenseLayer">
            <a:extLst xmlns:a="http://schemas.openxmlformats.org/drawingml/2006/main">
              <a:ext uri="{FF2B5EF4-FFF2-40B4-BE49-F238E27FC236}">
                <a16:creationId xmlns:a16="http://schemas.microsoft.com/office/drawing/2014/main" id="{AA181364-A77F-423E-A3A3-614474B7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863" y="1111277"/>
            <a:ext cx="969397" cy="162040"/>
          </a:xfrm>
          <a:custGeom xmlns:a="http://schemas.openxmlformats.org/drawingml/2006/main">
            <a:pathLst>
              <a:path w="969397" h="162040">
                <a:moveTo>
                  <a:pt x="47097" y="110289"/>
                </a:moveTo>
                <a:cubicBezTo>
                  <a:pt x="52811" y="110289"/>
                  <a:pt x="57506" y="109695"/>
                  <a:pt x="61183" y="108508"/>
                </a:cubicBezTo>
                <a:cubicBezTo>
                  <a:pt x="67746" y="106302"/>
                  <a:pt x="73120" y="102060"/>
                  <a:pt x="77307" y="95782"/>
                </a:cubicBezTo>
                <a:cubicBezTo>
                  <a:pt x="80645" y="90748"/>
                  <a:pt x="83049" y="84301"/>
                  <a:pt x="84520" y="76439"/>
                </a:cubicBezTo>
                <a:cubicBezTo>
                  <a:pt x="85368" y="71745"/>
                  <a:pt x="85793" y="67390"/>
                  <a:pt x="85793" y="63374"/>
                </a:cubicBezTo>
                <a:cubicBezTo>
                  <a:pt x="85793" y="47933"/>
                  <a:pt x="82724" y="35943"/>
                  <a:pt x="76585" y="27403"/>
                </a:cubicBezTo>
                <a:cubicBezTo>
                  <a:pt x="70447" y="18862"/>
                  <a:pt x="60561" y="14592"/>
                  <a:pt x="46927" y="14592"/>
                </a:cubicBezTo>
                <a:lnTo>
                  <a:pt x="16972" y="14592"/>
                </a:lnTo>
                <a:lnTo>
                  <a:pt x="16972" y="110289"/>
                </a:lnTo>
                <a:lnTo>
                  <a:pt x="47097" y="110289"/>
                </a:lnTo>
                <a:moveTo>
                  <a:pt x="0" y="0"/>
                </a:moveTo>
                <a:lnTo>
                  <a:pt x="50491" y="0"/>
                </a:lnTo>
                <a:cubicBezTo>
                  <a:pt x="67633" y="0"/>
                  <a:pt x="80927" y="6084"/>
                  <a:pt x="90375" y="18253"/>
                </a:cubicBezTo>
                <a:cubicBezTo>
                  <a:pt x="98804" y="29233"/>
                  <a:pt x="103019" y="43297"/>
                  <a:pt x="103019" y="60447"/>
                </a:cubicBezTo>
                <a:cubicBezTo>
                  <a:pt x="103019" y="73690"/>
                  <a:pt x="100530" y="85661"/>
                  <a:pt x="95551" y="96357"/>
                </a:cubicBezTo>
                <a:cubicBezTo>
                  <a:pt x="86783" y="115260"/>
                  <a:pt x="71706" y="124712"/>
                  <a:pt x="50322" y="124712"/>
                </a:cubicBezTo>
                <a:lnTo>
                  <a:pt x="0" y="124712"/>
                </a:lnTo>
                <a:lnTo>
                  <a:pt x="0" y="0"/>
                </a:lnTo>
                <a:close/>
                <a:moveTo>
                  <a:pt x="160559" y="31729"/>
                </a:moveTo>
                <a:cubicBezTo>
                  <a:pt x="167008" y="31729"/>
                  <a:pt x="173259" y="33242"/>
                  <a:pt x="179313" y="36268"/>
                </a:cubicBezTo>
                <a:cubicBezTo>
                  <a:pt x="185366" y="39294"/>
                  <a:pt x="189977" y="43210"/>
                  <a:pt x="193145" y="48016"/>
                </a:cubicBezTo>
                <a:cubicBezTo>
                  <a:pt x="196200" y="52597"/>
                  <a:pt x="198236" y="57941"/>
                  <a:pt x="199255" y="64047"/>
                </a:cubicBezTo>
                <a:cubicBezTo>
                  <a:pt x="200160" y="68233"/>
                  <a:pt x="200612" y="74937"/>
                  <a:pt x="200612" y="84159"/>
                </a:cubicBezTo>
                <a:lnTo>
                  <a:pt x="133998" y="84159"/>
                </a:lnTo>
                <a:cubicBezTo>
                  <a:pt x="134281" y="93378"/>
                  <a:pt x="136459" y="100773"/>
                  <a:pt x="140532" y="106344"/>
                </a:cubicBezTo>
                <a:cubicBezTo>
                  <a:pt x="144605" y="111915"/>
                  <a:pt x="150913" y="114701"/>
                  <a:pt x="159456" y="114701"/>
                </a:cubicBezTo>
                <a:cubicBezTo>
                  <a:pt x="167432" y="114701"/>
                  <a:pt x="173797" y="112095"/>
                  <a:pt x="178549" y="106882"/>
                </a:cubicBezTo>
                <a:cubicBezTo>
                  <a:pt x="181264" y="103857"/>
                  <a:pt x="183188" y="100354"/>
                  <a:pt x="184319" y="96376"/>
                </a:cubicBezTo>
                <a:lnTo>
                  <a:pt x="199339" y="96376"/>
                </a:lnTo>
                <a:cubicBezTo>
                  <a:pt x="198943" y="99695"/>
                  <a:pt x="197628" y="103394"/>
                  <a:pt x="195394" y="107474"/>
                </a:cubicBezTo>
                <a:cubicBezTo>
                  <a:pt x="193159" y="111551"/>
                  <a:pt x="190656" y="114884"/>
                  <a:pt x="187883" y="117471"/>
                </a:cubicBezTo>
                <a:cubicBezTo>
                  <a:pt x="183245" y="121973"/>
                  <a:pt x="177502" y="125011"/>
                  <a:pt x="170657" y="126586"/>
                </a:cubicBezTo>
                <a:cubicBezTo>
                  <a:pt x="166980" y="127486"/>
                  <a:pt x="162822" y="127935"/>
                  <a:pt x="158183" y="127935"/>
                </a:cubicBezTo>
                <a:cubicBezTo>
                  <a:pt x="146868" y="127935"/>
                  <a:pt x="137279" y="123817"/>
                  <a:pt x="129415" y="115581"/>
                </a:cubicBezTo>
                <a:cubicBezTo>
                  <a:pt x="121552" y="107345"/>
                  <a:pt x="117620" y="95810"/>
                  <a:pt x="117620" y="80978"/>
                </a:cubicBezTo>
                <a:cubicBezTo>
                  <a:pt x="117620" y="66373"/>
                  <a:pt x="121580" y="54514"/>
                  <a:pt x="129500" y="45401"/>
                </a:cubicBezTo>
                <a:cubicBezTo>
                  <a:pt x="137421" y="36287"/>
                  <a:pt x="147773" y="31729"/>
                  <a:pt x="160559" y="31729"/>
                </a:cubicBezTo>
                <a:moveTo>
                  <a:pt x="184913" y="71942"/>
                </a:moveTo>
                <a:cubicBezTo>
                  <a:pt x="184291" y="65304"/>
                  <a:pt x="182849" y="59999"/>
                  <a:pt x="180586" y="56027"/>
                </a:cubicBezTo>
                <a:cubicBezTo>
                  <a:pt x="176399" y="48652"/>
                  <a:pt x="169412" y="44964"/>
                  <a:pt x="159625" y="44964"/>
                </a:cubicBezTo>
                <a:cubicBezTo>
                  <a:pt x="152610" y="44964"/>
                  <a:pt x="146727" y="47503"/>
                  <a:pt x="141975" y="52581"/>
                </a:cubicBezTo>
                <a:cubicBezTo>
                  <a:pt x="137223" y="57659"/>
                  <a:pt x="134705" y="64113"/>
                  <a:pt x="134422" y="71942"/>
                </a:cubicBezTo>
                <a:lnTo>
                  <a:pt x="184913" y="71942"/>
                </a:lnTo>
                <a:moveTo>
                  <a:pt x="159116" y="31560"/>
                </a:moveTo>
                <a:lnTo>
                  <a:pt x="159116" y="31560"/>
                </a:lnTo>
                <a:close/>
                <a:moveTo>
                  <a:pt x="219375" y="33765"/>
                </a:moveTo>
                <a:lnTo>
                  <a:pt x="233885" y="33765"/>
                </a:lnTo>
                <a:lnTo>
                  <a:pt x="233885" y="46661"/>
                </a:lnTo>
                <a:cubicBezTo>
                  <a:pt x="238185" y="41344"/>
                  <a:pt x="242739" y="37527"/>
                  <a:pt x="247548" y="35208"/>
                </a:cubicBezTo>
                <a:cubicBezTo>
                  <a:pt x="252356" y="32889"/>
                  <a:pt x="257703" y="31729"/>
                  <a:pt x="263586" y="31729"/>
                </a:cubicBezTo>
                <a:cubicBezTo>
                  <a:pt x="276485" y="31729"/>
                  <a:pt x="285197" y="36230"/>
                  <a:pt x="289723" y="45232"/>
                </a:cubicBezTo>
                <a:cubicBezTo>
                  <a:pt x="292212" y="50156"/>
                  <a:pt x="293457" y="57204"/>
                  <a:pt x="293457" y="66375"/>
                </a:cubicBezTo>
                <a:lnTo>
                  <a:pt x="293457" y="124712"/>
                </a:lnTo>
                <a:lnTo>
                  <a:pt x="277927" y="124712"/>
                </a:lnTo>
                <a:lnTo>
                  <a:pt x="277927" y="67385"/>
                </a:lnTo>
                <a:cubicBezTo>
                  <a:pt x="277927" y="61835"/>
                  <a:pt x="277107" y="57362"/>
                  <a:pt x="275466" y="53965"/>
                </a:cubicBezTo>
                <a:cubicBezTo>
                  <a:pt x="272751" y="48304"/>
                  <a:pt x="267829" y="45473"/>
                  <a:pt x="260701" y="45473"/>
                </a:cubicBezTo>
                <a:cubicBezTo>
                  <a:pt x="257080" y="45473"/>
                  <a:pt x="254110" y="45841"/>
                  <a:pt x="251791" y="46576"/>
                </a:cubicBezTo>
                <a:cubicBezTo>
                  <a:pt x="247604" y="47822"/>
                  <a:pt x="243927" y="50313"/>
                  <a:pt x="240759" y="54050"/>
                </a:cubicBezTo>
                <a:cubicBezTo>
                  <a:pt x="238213" y="57051"/>
                  <a:pt x="236559" y="60151"/>
                  <a:pt x="235795" y="63350"/>
                </a:cubicBezTo>
                <a:cubicBezTo>
                  <a:pt x="235031" y="66549"/>
                  <a:pt x="234649" y="71121"/>
                  <a:pt x="234649" y="77065"/>
                </a:cubicBezTo>
                <a:lnTo>
                  <a:pt x="234649" y="124712"/>
                </a:lnTo>
                <a:lnTo>
                  <a:pt x="219375" y="124712"/>
                </a:lnTo>
                <a:lnTo>
                  <a:pt x="219375" y="33765"/>
                </a:lnTo>
                <a:moveTo>
                  <a:pt x="255270" y="31560"/>
                </a:moveTo>
                <a:lnTo>
                  <a:pt x="255270" y="31560"/>
                </a:lnTo>
                <a:close/>
                <a:moveTo>
                  <a:pt x="325117" y="96206"/>
                </a:moveTo>
                <a:cubicBezTo>
                  <a:pt x="325570" y="101319"/>
                  <a:pt x="326843" y="105240"/>
                  <a:pt x="328936" y="107967"/>
                </a:cubicBezTo>
                <a:cubicBezTo>
                  <a:pt x="332783" y="112909"/>
                  <a:pt x="339459" y="115379"/>
                  <a:pt x="348963" y="115379"/>
                </a:cubicBezTo>
                <a:cubicBezTo>
                  <a:pt x="354620" y="115379"/>
                  <a:pt x="359599" y="114147"/>
                  <a:pt x="363898" y="111681"/>
                </a:cubicBezTo>
                <a:cubicBezTo>
                  <a:pt x="368198" y="109214"/>
                  <a:pt x="370347" y="105399"/>
                  <a:pt x="370347" y="100239"/>
                </a:cubicBezTo>
                <a:cubicBezTo>
                  <a:pt x="370347" y="96325"/>
                  <a:pt x="368622" y="93348"/>
                  <a:pt x="365171" y="91307"/>
                </a:cubicBezTo>
                <a:cubicBezTo>
                  <a:pt x="362965" y="90059"/>
                  <a:pt x="358609" y="88614"/>
                  <a:pt x="352103" y="86972"/>
                </a:cubicBezTo>
                <a:lnTo>
                  <a:pt x="339968" y="83913"/>
                </a:lnTo>
                <a:cubicBezTo>
                  <a:pt x="332217" y="81986"/>
                  <a:pt x="326503" y="79833"/>
                  <a:pt x="322826" y="77454"/>
                </a:cubicBezTo>
                <a:cubicBezTo>
                  <a:pt x="316264" y="73318"/>
                  <a:pt x="312983" y="67595"/>
                  <a:pt x="312983" y="60285"/>
                </a:cubicBezTo>
                <a:cubicBezTo>
                  <a:pt x="312983" y="51674"/>
                  <a:pt x="316080" y="44706"/>
                  <a:pt x="322275" y="39381"/>
                </a:cubicBezTo>
                <a:cubicBezTo>
                  <a:pt x="328469" y="34054"/>
                  <a:pt x="336800" y="31390"/>
                  <a:pt x="347266" y="31390"/>
                </a:cubicBezTo>
                <a:cubicBezTo>
                  <a:pt x="360956" y="31390"/>
                  <a:pt x="370828" y="35406"/>
                  <a:pt x="376882" y="43437"/>
                </a:cubicBezTo>
                <a:cubicBezTo>
                  <a:pt x="380672" y="48527"/>
                  <a:pt x="382511" y="54013"/>
                  <a:pt x="382397" y="59896"/>
                </a:cubicBezTo>
                <a:lnTo>
                  <a:pt x="367971" y="59896"/>
                </a:lnTo>
                <a:cubicBezTo>
                  <a:pt x="367688" y="56483"/>
                  <a:pt x="366472" y="53378"/>
                  <a:pt x="364322" y="50582"/>
                </a:cubicBezTo>
                <a:cubicBezTo>
                  <a:pt x="360815" y="46610"/>
                  <a:pt x="354733" y="44625"/>
                  <a:pt x="346078" y="44625"/>
                </a:cubicBezTo>
                <a:cubicBezTo>
                  <a:pt x="340307" y="44625"/>
                  <a:pt x="335937" y="45723"/>
                  <a:pt x="332967" y="47920"/>
                </a:cubicBezTo>
                <a:cubicBezTo>
                  <a:pt x="329997" y="50115"/>
                  <a:pt x="328512" y="53015"/>
                  <a:pt x="328512" y="56619"/>
                </a:cubicBezTo>
                <a:cubicBezTo>
                  <a:pt x="328512" y="60560"/>
                  <a:pt x="330464" y="63713"/>
                  <a:pt x="334367" y="66078"/>
                </a:cubicBezTo>
                <a:cubicBezTo>
                  <a:pt x="336630" y="67485"/>
                  <a:pt x="339968" y="68727"/>
                  <a:pt x="344380" y="69803"/>
                </a:cubicBezTo>
                <a:lnTo>
                  <a:pt x="354479" y="72269"/>
                </a:lnTo>
                <a:cubicBezTo>
                  <a:pt x="365454" y="74932"/>
                  <a:pt x="372808" y="77510"/>
                  <a:pt x="376542" y="80002"/>
                </a:cubicBezTo>
                <a:cubicBezTo>
                  <a:pt x="382482" y="83912"/>
                  <a:pt x="385452" y="90059"/>
                  <a:pt x="385452" y="98444"/>
                </a:cubicBezTo>
                <a:cubicBezTo>
                  <a:pt x="385452" y="106546"/>
                  <a:pt x="382383" y="113543"/>
                  <a:pt x="376245" y="119436"/>
                </a:cubicBezTo>
                <a:cubicBezTo>
                  <a:pt x="370107" y="125328"/>
                  <a:pt x="360758" y="128275"/>
                  <a:pt x="348199" y="128275"/>
                </a:cubicBezTo>
                <a:cubicBezTo>
                  <a:pt x="334678" y="128275"/>
                  <a:pt x="325103" y="125199"/>
                  <a:pt x="319474" y="119046"/>
                </a:cubicBezTo>
                <a:cubicBezTo>
                  <a:pt x="313845" y="112894"/>
                  <a:pt x="310833" y="105280"/>
                  <a:pt x="310437" y="96206"/>
                </a:cubicBezTo>
                <a:lnTo>
                  <a:pt x="325117" y="96206"/>
                </a:lnTo>
                <a:moveTo>
                  <a:pt x="347690" y="31560"/>
                </a:moveTo>
                <a:lnTo>
                  <a:pt x="347690" y="31560"/>
                </a:lnTo>
                <a:close/>
                <a:moveTo>
                  <a:pt x="440780" y="31729"/>
                </a:moveTo>
                <a:cubicBezTo>
                  <a:pt x="447229" y="31729"/>
                  <a:pt x="453481" y="33242"/>
                  <a:pt x="459534" y="36268"/>
                </a:cubicBezTo>
                <a:cubicBezTo>
                  <a:pt x="465587" y="39294"/>
                  <a:pt x="470198" y="43210"/>
                  <a:pt x="473366" y="48016"/>
                </a:cubicBezTo>
                <a:cubicBezTo>
                  <a:pt x="476421" y="52597"/>
                  <a:pt x="478458" y="57941"/>
                  <a:pt x="479476" y="64047"/>
                </a:cubicBezTo>
                <a:cubicBezTo>
                  <a:pt x="480381" y="68233"/>
                  <a:pt x="480834" y="74937"/>
                  <a:pt x="480834" y="84159"/>
                </a:cubicBezTo>
                <a:lnTo>
                  <a:pt x="414219" y="84159"/>
                </a:lnTo>
                <a:cubicBezTo>
                  <a:pt x="414502" y="93378"/>
                  <a:pt x="416680" y="100773"/>
                  <a:pt x="420753" y="106344"/>
                </a:cubicBezTo>
                <a:cubicBezTo>
                  <a:pt x="424827" y="111915"/>
                  <a:pt x="431134" y="114701"/>
                  <a:pt x="439677" y="114701"/>
                </a:cubicBezTo>
                <a:cubicBezTo>
                  <a:pt x="447654" y="114701"/>
                  <a:pt x="454018" y="112095"/>
                  <a:pt x="458770" y="106882"/>
                </a:cubicBezTo>
                <a:cubicBezTo>
                  <a:pt x="461486" y="103857"/>
                  <a:pt x="463409" y="100354"/>
                  <a:pt x="464541" y="96376"/>
                </a:cubicBezTo>
                <a:lnTo>
                  <a:pt x="479561" y="96376"/>
                </a:lnTo>
                <a:cubicBezTo>
                  <a:pt x="479165" y="99695"/>
                  <a:pt x="477849" y="103394"/>
                  <a:pt x="475615" y="107474"/>
                </a:cubicBezTo>
                <a:cubicBezTo>
                  <a:pt x="473380" y="111551"/>
                  <a:pt x="470877" y="114884"/>
                  <a:pt x="468105" y="117471"/>
                </a:cubicBezTo>
                <a:cubicBezTo>
                  <a:pt x="463466" y="121973"/>
                  <a:pt x="457724" y="125011"/>
                  <a:pt x="450878" y="126586"/>
                </a:cubicBezTo>
                <a:cubicBezTo>
                  <a:pt x="447201" y="127486"/>
                  <a:pt x="443043" y="127935"/>
                  <a:pt x="438404" y="127935"/>
                </a:cubicBezTo>
                <a:cubicBezTo>
                  <a:pt x="427089" y="127935"/>
                  <a:pt x="417500" y="123817"/>
                  <a:pt x="409637" y="115581"/>
                </a:cubicBezTo>
                <a:cubicBezTo>
                  <a:pt x="401773" y="107345"/>
                  <a:pt x="397841" y="95810"/>
                  <a:pt x="397841" y="80978"/>
                </a:cubicBezTo>
                <a:cubicBezTo>
                  <a:pt x="397841" y="66373"/>
                  <a:pt x="401801" y="54514"/>
                  <a:pt x="409722" y="45401"/>
                </a:cubicBezTo>
                <a:cubicBezTo>
                  <a:pt x="417642" y="36287"/>
                  <a:pt x="427995" y="31729"/>
                  <a:pt x="440780" y="31729"/>
                </a:cubicBezTo>
                <a:moveTo>
                  <a:pt x="465135" y="71942"/>
                </a:moveTo>
                <a:cubicBezTo>
                  <a:pt x="464512" y="65304"/>
                  <a:pt x="463070" y="59999"/>
                  <a:pt x="460807" y="56027"/>
                </a:cubicBezTo>
                <a:cubicBezTo>
                  <a:pt x="456620" y="48652"/>
                  <a:pt x="449634" y="44964"/>
                  <a:pt x="439847" y="44964"/>
                </a:cubicBezTo>
                <a:cubicBezTo>
                  <a:pt x="432832" y="44964"/>
                  <a:pt x="426948" y="47503"/>
                  <a:pt x="422196" y="52581"/>
                </a:cubicBezTo>
                <a:cubicBezTo>
                  <a:pt x="417444" y="57659"/>
                  <a:pt x="414926" y="64113"/>
                  <a:pt x="414643" y="71942"/>
                </a:cubicBezTo>
                <a:lnTo>
                  <a:pt x="465135" y="71942"/>
                </a:lnTo>
                <a:moveTo>
                  <a:pt x="439337" y="31560"/>
                </a:moveTo>
                <a:lnTo>
                  <a:pt x="439337" y="31560"/>
                </a:lnTo>
                <a:close/>
                <a:moveTo>
                  <a:pt x="549913" y="0"/>
                </a:moveTo>
                <a:lnTo>
                  <a:pt x="566800" y="0"/>
                </a:lnTo>
                <a:lnTo>
                  <a:pt x="566800" y="109780"/>
                </a:lnTo>
                <a:lnTo>
                  <a:pt x="629935" y="109780"/>
                </a:lnTo>
                <a:lnTo>
                  <a:pt x="629935" y="124712"/>
                </a:lnTo>
                <a:lnTo>
                  <a:pt x="549913" y="124712"/>
                </a:lnTo>
                <a:lnTo>
                  <a:pt x="549913" y="0"/>
                </a:lnTo>
                <a:close/>
                <a:moveTo>
                  <a:pt x="656250" y="100575"/>
                </a:moveTo>
                <a:cubicBezTo>
                  <a:pt x="656250" y="105001"/>
                  <a:pt x="657862" y="108490"/>
                  <a:pt x="661087" y="111042"/>
                </a:cubicBezTo>
                <a:cubicBezTo>
                  <a:pt x="664312" y="113594"/>
                  <a:pt x="668130" y="114870"/>
                  <a:pt x="672543" y="114870"/>
                </a:cubicBezTo>
                <a:cubicBezTo>
                  <a:pt x="677917" y="114870"/>
                  <a:pt x="683122" y="113616"/>
                  <a:pt x="688157" y="111106"/>
                </a:cubicBezTo>
                <a:cubicBezTo>
                  <a:pt x="696643" y="106942"/>
                  <a:pt x="700886" y="100165"/>
                  <a:pt x="700886" y="90776"/>
                </a:cubicBezTo>
                <a:lnTo>
                  <a:pt x="700886" y="78475"/>
                </a:lnTo>
                <a:cubicBezTo>
                  <a:pt x="699019" y="79687"/>
                  <a:pt x="696615" y="80698"/>
                  <a:pt x="693673" y="81505"/>
                </a:cubicBezTo>
                <a:cubicBezTo>
                  <a:pt x="690731" y="82313"/>
                  <a:pt x="687846" y="82881"/>
                  <a:pt x="685017" y="83210"/>
                </a:cubicBezTo>
                <a:lnTo>
                  <a:pt x="675768" y="84363"/>
                </a:lnTo>
                <a:cubicBezTo>
                  <a:pt x="670223" y="85076"/>
                  <a:pt x="666065" y="86226"/>
                  <a:pt x="663293" y="87815"/>
                </a:cubicBezTo>
                <a:cubicBezTo>
                  <a:pt x="658598" y="90480"/>
                  <a:pt x="656250" y="94734"/>
                  <a:pt x="656250" y="100575"/>
                </a:cubicBezTo>
                <a:moveTo>
                  <a:pt x="693249" y="69652"/>
                </a:moveTo>
                <a:cubicBezTo>
                  <a:pt x="696756" y="69199"/>
                  <a:pt x="699104" y="67729"/>
                  <a:pt x="700292" y="65240"/>
                </a:cubicBezTo>
                <a:cubicBezTo>
                  <a:pt x="700971" y="63878"/>
                  <a:pt x="701310" y="61918"/>
                  <a:pt x="701310" y="59363"/>
                </a:cubicBezTo>
                <a:cubicBezTo>
                  <a:pt x="701310" y="54138"/>
                  <a:pt x="699457" y="50348"/>
                  <a:pt x="695752" y="47992"/>
                </a:cubicBezTo>
                <a:cubicBezTo>
                  <a:pt x="692046" y="45634"/>
                  <a:pt x="686743" y="44455"/>
                  <a:pt x="679841" y="44455"/>
                </a:cubicBezTo>
                <a:cubicBezTo>
                  <a:pt x="671864" y="44455"/>
                  <a:pt x="666207" y="46615"/>
                  <a:pt x="662869" y="50935"/>
                </a:cubicBezTo>
                <a:cubicBezTo>
                  <a:pt x="661002" y="53322"/>
                  <a:pt x="659786" y="56875"/>
                  <a:pt x="659220" y="61592"/>
                </a:cubicBezTo>
                <a:lnTo>
                  <a:pt x="644964" y="61592"/>
                </a:lnTo>
                <a:cubicBezTo>
                  <a:pt x="645247" y="50362"/>
                  <a:pt x="648881" y="42549"/>
                  <a:pt x="655868" y="38153"/>
                </a:cubicBezTo>
                <a:cubicBezTo>
                  <a:pt x="662855" y="33757"/>
                  <a:pt x="670959" y="31560"/>
                  <a:pt x="680180" y="31560"/>
                </a:cubicBezTo>
                <a:cubicBezTo>
                  <a:pt x="690873" y="31560"/>
                  <a:pt x="699556" y="33596"/>
                  <a:pt x="706232" y="37668"/>
                </a:cubicBezTo>
                <a:cubicBezTo>
                  <a:pt x="712851" y="41740"/>
                  <a:pt x="716161" y="48080"/>
                  <a:pt x="716161" y="56688"/>
                </a:cubicBezTo>
                <a:lnTo>
                  <a:pt x="716161" y="109099"/>
                </a:lnTo>
                <a:cubicBezTo>
                  <a:pt x="716161" y="110684"/>
                  <a:pt x="716486" y="111958"/>
                  <a:pt x="717136" y="112919"/>
                </a:cubicBezTo>
                <a:cubicBezTo>
                  <a:pt x="717787" y="113881"/>
                  <a:pt x="719159" y="114361"/>
                  <a:pt x="721252" y="114361"/>
                </a:cubicBezTo>
                <a:cubicBezTo>
                  <a:pt x="721931" y="114361"/>
                  <a:pt x="722695" y="114319"/>
                  <a:pt x="723543" y="114234"/>
                </a:cubicBezTo>
                <a:cubicBezTo>
                  <a:pt x="724392" y="114149"/>
                  <a:pt x="725297" y="114022"/>
                  <a:pt x="726259" y="113852"/>
                </a:cubicBezTo>
                <a:lnTo>
                  <a:pt x="726259" y="125221"/>
                </a:lnTo>
                <a:cubicBezTo>
                  <a:pt x="723883" y="125899"/>
                  <a:pt x="722072" y="126324"/>
                  <a:pt x="720828" y="126493"/>
                </a:cubicBezTo>
                <a:cubicBezTo>
                  <a:pt x="719583" y="126663"/>
                  <a:pt x="717886" y="126748"/>
                  <a:pt x="715736" y="126748"/>
                </a:cubicBezTo>
                <a:cubicBezTo>
                  <a:pt x="710475" y="126748"/>
                  <a:pt x="706656" y="124870"/>
                  <a:pt x="704280" y="121114"/>
                </a:cubicBezTo>
                <a:cubicBezTo>
                  <a:pt x="703036" y="119122"/>
                  <a:pt x="702159" y="116306"/>
                  <a:pt x="701650" y="112665"/>
                </a:cubicBezTo>
                <a:cubicBezTo>
                  <a:pt x="698538" y="116783"/>
                  <a:pt x="694069" y="120357"/>
                  <a:pt x="688242" y="123389"/>
                </a:cubicBezTo>
                <a:cubicBezTo>
                  <a:pt x="682415" y="126420"/>
                  <a:pt x="675994" y="127935"/>
                  <a:pt x="668979" y="127935"/>
                </a:cubicBezTo>
                <a:cubicBezTo>
                  <a:pt x="660549" y="127935"/>
                  <a:pt x="653662" y="125368"/>
                  <a:pt x="648316" y="120234"/>
                </a:cubicBezTo>
                <a:cubicBezTo>
                  <a:pt x="642969" y="115099"/>
                  <a:pt x="640296" y="108675"/>
                  <a:pt x="640296" y="100960"/>
                </a:cubicBezTo>
                <a:cubicBezTo>
                  <a:pt x="640296" y="92506"/>
                  <a:pt x="642927" y="85953"/>
                  <a:pt x="648188" y="81301"/>
                </a:cubicBezTo>
                <a:cubicBezTo>
                  <a:pt x="653450" y="76649"/>
                  <a:pt x="660351" y="73784"/>
                  <a:pt x="668894" y="72706"/>
                </a:cubicBezTo>
                <a:lnTo>
                  <a:pt x="693249" y="69652"/>
                </a:lnTo>
                <a:moveTo>
                  <a:pt x="680605" y="31560"/>
                </a:moveTo>
                <a:lnTo>
                  <a:pt x="680605" y="31560"/>
                </a:lnTo>
                <a:close/>
                <a:moveTo>
                  <a:pt x="797972" y="33765"/>
                </a:moveTo>
                <a:lnTo>
                  <a:pt x="814859" y="33765"/>
                </a:lnTo>
                <a:cubicBezTo>
                  <a:pt x="812710" y="39596"/>
                  <a:pt x="807929" y="52900"/>
                  <a:pt x="800518" y="73676"/>
                </a:cubicBezTo>
                <a:cubicBezTo>
                  <a:pt x="794974" y="89301"/>
                  <a:pt x="790335" y="102038"/>
                  <a:pt x="786601" y="111888"/>
                </a:cubicBezTo>
                <a:cubicBezTo>
                  <a:pt x="777776" y="135123"/>
                  <a:pt x="771553" y="149290"/>
                  <a:pt x="767932" y="154389"/>
                </a:cubicBezTo>
                <a:cubicBezTo>
                  <a:pt x="764311" y="159490"/>
                  <a:pt x="758088" y="162040"/>
                  <a:pt x="749263" y="162040"/>
                </a:cubicBezTo>
                <a:cubicBezTo>
                  <a:pt x="747113" y="162040"/>
                  <a:pt x="745459" y="161955"/>
                  <a:pt x="744299" y="161783"/>
                </a:cubicBezTo>
                <a:cubicBezTo>
                  <a:pt x="743139" y="161613"/>
                  <a:pt x="741711" y="161301"/>
                  <a:pt x="740013" y="160845"/>
                </a:cubicBezTo>
                <a:lnTo>
                  <a:pt x="740013" y="146854"/>
                </a:lnTo>
                <a:cubicBezTo>
                  <a:pt x="742672" y="147590"/>
                  <a:pt x="744596" y="148042"/>
                  <a:pt x="745784" y="148212"/>
                </a:cubicBezTo>
                <a:cubicBezTo>
                  <a:pt x="746972" y="148381"/>
                  <a:pt x="748019" y="148466"/>
                  <a:pt x="748924" y="148466"/>
                </a:cubicBezTo>
                <a:cubicBezTo>
                  <a:pt x="751752" y="148466"/>
                  <a:pt x="753831" y="148000"/>
                  <a:pt x="755161" y="147066"/>
                </a:cubicBezTo>
                <a:cubicBezTo>
                  <a:pt x="756490" y="146133"/>
                  <a:pt x="757608" y="144988"/>
                  <a:pt x="758513" y="143630"/>
                </a:cubicBezTo>
                <a:cubicBezTo>
                  <a:pt x="758796" y="143178"/>
                  <a:pt x="759814" y="140859"/>
                  <a:pt x="761568" y="136674"/>
                </a:cubicBezTo>
                <a:cubicBezTo>
                  <a:pt x="763321" y="132488"/>
                  <a:pt x="764594" y="129378"/>
                  <a:pt x="765386" y="127342"/>
                </a:cubicBezTo>
                <a:lnTo>
                  <a:pt x="731782" y="33765"/>
                </a:lnTo>
                <a:lnTo>
                  <a:pt x="749093" y="33765"/>
                </a:lnTo>
                <a:lnTo>
                  <a:pt x="773448" y="107810"/>
                </a:lnTo>
                <a:lnTo>
                  <a:pt x="797972" y="33765"/>
                </a:lnTo>
                <a:moveTo>
                  <a:pt x="773363" y="31560"/>
                </a:moveTo>
                <a:lnTo>
                  <a:pt x="773363" y="31560"/>
                </a:lnTo>
                <a:close/>
                <a:moveTo>
                  <a:pt x="865945" y="31729"/>
                </a:moveTo>
                <a:cubicBezTo>
                  <a:pt x="872394" y="31729"/>
                  <a:pt x="878645" y="33242"/>
                  <a:pt x="884699" y="36268"/>
                </a:cubicBezTo>
                <a:cubicBezTo>
                  <a:pt x="890752" y="39294"/>
                  <a:pt x="895363" y="43210"/>
                  <a:pt x="898531" y="48016"/>
                </a:cubicBezTo>
                <a:cubicBezTo>
                  <a:pt x="901586" y="52597"/>
                  <a:pt x="903622" y="57941"/>
                  <a:pt x="904640" y="64047"/>
                </a:cubicBezTo>
                <a:cubicBezTo>
                  <a:pt x="905546" y="68233"/>
                  <a:pt x="905998" y="74937"/>
                  <a:pt x="905998" y="84159"/>
                </a:cubicBezTo>
                <a:lnTo>
                  <a:pt x="839384" y="84159"/>
                </a:lnTo>
                <a:cubicBezTo>
                  <a:pt x="839667" y="93378"/>
                  <a:pt x="841845" y="100773"/>
                  <a:pt x="845918" y="106344"/>
                </a:cubicBezTo>
                <a:cubicBezTo>
                  <a:pt x="849991" y="111915"/>
                  <a:pt x="856299" y="114701"/>
                  <a:pt x="864842" y="114701"/>
                </a:cubicBezTo>
                <a:cubicBezTo>
                  <a:pt x="872818" y="114701"/>
                  <a:pt x="879183" y="112095"/>
                  <a:pt x="883935" y="106882"/>
                </a:cubicBezTo>
                <a:cubicBezTo>
                  <a:pt x="886650" y="103857"/>
                  <a:pt x="888574" y="100354"/>
                  <a:pt x="889705" y="96376"/>
                </a:cubicBezTo>
                <a:lnTo>
                  <a:pt x="904725" y="96376"/>
                </a:lnTo>
                <a:cubicBezTo>
                  <a:pt x="904329" y="99695"/>
                  <a:pt x="903014" y="103394"/>
                  <a:pt x="900779" y="107474"/>
                </a:cubicBezTo>
                <a:cubicBezTo>
                  <a:pt x="898545" y="111551"/>
                  <a:pt x="896041" y="114884"/>
                  <a:pt x="893269" y="117471"/>
                </a:cubicBezTo>
                <a:cubicBezTo>
                  <a:pt x="888630" y="121973"/>
                  <a:pt x="882888" y="125011"/>
                  <a:pt x="876043" y="126586"/>
                </a:cubicBezTo>
                <a:cubicBezTo>
                  <a:pt x="872366" y="127486"/>
                  <a:pt x="868208" y="127935"/>
                  <a:pt x="863569" y="127935"/>
                </a:cubicBezTo>
                <a:cubicBezTo>
                  <a:pt x="852254" y="127935"/>
                  <a:pt x="842665" y="123817"/>
                  <a:pt x="834801" y="115581"/>
                </a:cubicBezTo>
                <a:cubicBezTo>
                  <a:pt x="826938" y="107345"/>
                  <a:pt x="823006" y="95810"/>
                  <a:pt x="823006" y="80978"/>
                </a:cubicBezTo>
                <a:cubicBezTo>
                  <a:pt x="823006" y="66373"/>
                  <a:pt x="826966" y="54514"/>
                  <a:pt x="834886" y="45401"/>
                </a:cubicBezTo>
                <a:cubicBezTo>
                  <a:pt x="842806" y="36287"/>
                  <a:pt x="853159" y="31729"/>
                  <a:pt x="865945" y="31729"/>
                </a:cubicBezTo>
                <a:moveTo>
                  <a:pt x="890299" y="71942"/>
                </a:moveTo>
                <a:cubicBezTo>
                  <a:pt x="889677" y="65304"/>
                  <a:pt x="888234" y="59999"/>
                  <a:pt x="885971" y="56027"/>
                </a:cubicBezTo>
                <a:cubicBezTo>
                  <a:pt x="881785" y="48652"/>
                  <a:pt x="874798" y="44964"/>
                  <a:pt x="865011" y="44964"/>
                </a:cubicBezTo>
                <a:cubicBezTo>
                  <a:pt x="857996" y="44964"/>
                  <a:pt x="852113" y="47503"/>
                  <a:pt x="847361" y="52581"/>
                </a:cubicBezTo>
                <a:cubicBezTo>
                  <a:pt x="842608" y="57659"/>
                  <a:pt x="840091" y="64113"/>
                  <a:pt x="839808" y="71942"/>
                </a:cubicBezTo>
                <a:lnTo>
                  <a:pt x="890299" y="71942"/>
                </a:lnTo>
                <a:moveTo>
                  <a:pt x="864502" y="31560"/>
                </a:moveTo>
                <a:lnTo>
                  <a:pt x="864502" y="31560"/>
                </a:lnTo>
                <a:close/>
                <a:moveTo>
                  <a:pt x="925185" y="33765"/>
                </a:moveTo>
                <a:lnTo>
                  <a:pt x="939696" y="33765"/>
                </a:lnTo>
                <a:lnTo>
                  <a:pt x="939696" y="49545"/>
                </a:lnTo>
                <a:cubicBezTo>
                  <a:pt x="940884" y="46477"/>
                  <a:pt x="943797" y="42741"/>
                  <a:pt x="948436" y="38336"/>
                </a:cubicBezTo>
                <a:cubicBezTo>
                  <a:pt x="953075" y="33932"/>
                  <a:pt x="958422" y="31729"/>
                  <a:pt x="964475" y="31729"/>
                </a:cubicBezTo>
                <a:cubicBezTo>
                  <a:pt x="964758" y="31729"/>
                  <a:pt x="965239" y="31764"/>
                  <a:pt x="965917" y="31833"/>
                </a:cubicBezTo>
                <a:cubicBezTo>
                  <a:pt x="966596" y="31900"/>
                  <a:pt x="967756" y="32035"/>
                  <a:pt x="969397" y="32238"/>
                </a:cubicBezTo>
                <a:lnTo>
                  <a:pt x="969397" y="48358"/>
                </a:lnTo>
                <a:cubicBezTo>
                  <a:pt x="968491" y="48154"/>
                  <a:pt x="967657" y="48019"/>
                  <a:pt x="966893" y="47952"/>
                </a:cubicBezTo>
                <a:cubicBezTo>
                  <a:pt x="966130" y="47883"/>
                  <a:pt x="965295" y="47849"/>
                  <a:pt x="964390" y="47849"/>
                </a:cubicBezTo>
                <a:cubicBezTo>
                  <a:pt x="956696" y="47849"/>
                  <a:pt x="950784" y="50337"/>
                  <a:pt x="946654" y="55314"/>
                </a:cubicBezTo>
                <a:cubicBezTo>
                  <a:pt x="942525" y="60291"/>
                  <a:pt x="940460" y="66004"/>
                  <a:pt x="940460" y="72451"/>
                </a:cubicBezTo>
                <a:lnTo>
                  <a:pt x="940460" y="124712"/>
                </a:lnTo>
                <a:lnTo>
                  <a:pt x="925185" y="124712"/>
                </a:lnTo>
                <a:lnTo>
                  <a:pt x="925185" y="33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Text QueryLayer">
            <a:extLst xmlns:a="http://schemas.openxmlformats.org/drawingml/2006/main">
              <a:ext uri="{FF2B5EF4-FFF2-40B4-BE49-F238E27FC236}">
                <a16:creationId xmlns:a16="http://schemas.microsoft.com/office/drawing/2014/main" id="{61D06BE3-9E26-46CE-9AF7-1BFF796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27" y="4795200"/>
            <a:ext cx="947482" cy="165434"/>
          </a:xfrm>
          <a:custGeom xmlns:a="http://schemas.openxmlformats.org/drawingml/2006/main">
            <a:pathLst>
              <a:path w="947482" h="165434">
                <a:moveTo>
                  <a:pt x="120500" y="127845"/>
                </a:moveTo>
                <a:lnTo>
                  <a:pt x="112014" y="138087"/>
                </a:lnTo>
                <a:lnTo>
                  <a:pt x="92751" y="123394"/>
                </a:lnTo>
                <a:cubicBezTo>
                  <a:pt x="88112" y="125953"/>
                  <a:pt x="83091" y="128000"/>
                  <a:pt x="77689" y="129534"/>
                </a:cubicBezTo>
                <a:cubicBezTo>
                  <a:pt x="72286" y="131070"/>
                  <a:pt x="66388" y="131838"/>
                  <a:pt x="59995" y="131838"/>
                </a:cubicBezTo>
                <a:cubicBezTo>
                  <a:pt x="40648" y="131838"/>
                  <a:pt x="25486" y="125495"/>
                  <a:pt x="14511" y="112810"/>
                </a:cubicBezTo>
                <a:cubicBezTo>
                  <a:pt x="4837" y="100465"/>
                  <a:pt x="0" y="85004"/>
                  <a:pt x="0" y="66428"/>
                </a:cubicBezTo>
                <a:cubicBezTo>
                  <a:pt x="0" y="49552"/>
                  <a:pt x="4186" y="35111"/>
                  <a:pt x="12559" y="23105"/>
                </a:cubicBezTo>
                <a:cubicBezTo>
                  <a:pt x="23308" y="7702"/>
                  <a:pt x="39205" y="0"/>
                  <a:pt x="60250" y="0"/>
                </a:cubicBezTo>
                <a:cubicBezTo>
                  <a:pt x="82257" y="0"/>
                  <a:pt x="98550" y="7077"/>
                  <a:pt x="109129" y="21231"/>
                </a:cubicBezTo>
                <a:cubicBezTo>
                  <a:pt x="117389" y="32270"/>
                  <a:pt x="121518" y="46395"/>
                  <a:pt x="121518" y="63605"/>
                </a:cubicBezTo>
                <a:cubicBezTo>
                  <a:pt x="121518" y="71645"/>
                  <a:pt x="120528" y="79373"/>
                  <a:pt x="118548" y="86789"/>
                </a:cubicBezTo>
                <a:cubicBezTo>
                  <a:pt x="115550" y="98111"/>
                  <a:pt x="110487" y="107339"/>
                  <a:pt x="103358" y="114473"/>
                </a:cubicBezTo>
                <a:lnTo>
                  <a:pt x="120500" y="127845"/>
                </a:lnTo>
                <a:moveTo>
                  <a:pt x="62032" y="116737"/>
                </a:moveTo>
                <a:cubicBezTo>
                  <a:pt x="65540" y="116737"/>
                  <a:pt x="68821" y="116495"/>
                  <a:pt x="71876" y="116010"/>
                </a:cubicBezTo>
                <a:cubicBezTo>
                  <a:pt x="74931" y="115524"/>
                  <a:pt x="77590" y="114568"/>
                  <a:pt x="79853" y="113142"/>
                </a:cubicBezTo>
                <a:lnTo>
                  <a:pt x="66190" y="102466"/>
                </a:lnTo>
                <a:lnTo>
                  <a:pt x="74676" y="92028"/>
                </a:lnTo>
                <a:lnTo>
                  <a:pt x="90969" y="104727"/>
                </a:lnTo>
                <a:cubicBezTo>
                  <a:pt x="96117" y="98836"/>
                  <a:pt x="99611" y="92238"/>
                  <a:pt x="101449" y="84933"/>
                </a:cubicBezTo>
                <a:cubicBezTo>
                  <a:pt x="103288" y="77627"/>
                  <a:pt x="104207" y="70632"/>
                  <a:pt x="104207" y="63949"/>
                </a:cubicBezTo>
                <a:cubicBezTo>
                  <a:pt x="104207" y="49281"/>
                  <a:pt x="100374" y="37473"/>
                  <a:pt x="92709" y="28524"/>
                </a:cubicBezTo>
                <a:cubicBezTo>
                  <a:pt x="85043" y="19575"/>
                  <a:pt x="74563" y="15101"/>
                  <a:pt x="61268" y="15101"/>
                </a:cubicBezTo>
                <a:cubicBezTo>
                  <a:pt x="47804" y="15101"/>
                  <a:pt x="37140" y="19389"/>
                  <a:pt x="29276" y="27965"/>
                </a:cubicBezTo>
                <a:cubicBezTo>
                  <a:pt x="21413" y="36540"/>
                  <a:pt x="17481" y="49744"/>
                  <a:pt x="17481" y="67576"/>
                </a:cubicBezTo>
                <a:cubicBezTo>
                  <a:pt x="17481" y="82576"/>
                  <a:pt x="21257" y="94520"/>
                  <a:pt x="28810" y="103407"/>
                </a:cubicBezTo>
                <a:cubicBezTo>
                  <a:pt x="36362" y="112293"/>
                  <a:pt x="47436" y="116737"/>
                  <a:pt x="62032" y="116737"/>
                </a:cubicBezTo>
                <a:close/>
                <a:moveTo>
                  <a:pt x="154863" y="37159"/>
                </a:moveTo>
                <a:lnTo>
                  <a:pt x="154863" y="97542"/>
                </a:lnTo>
                <a:cubicBezTo>
                  <a:pt x="154863" y="102185"/>
                  <a:pt x="155598" y="105979"/>
                  <a:pt x="157069" y="108924"/>
                </a:cubicBezTo>
                <a:cubicBezTo>
                  <a:pt x="159784" y="114359"/>
                  <a:pt x="164848" y="117076"/>
                  <a:pt x="172259" y="117076"/>
                </a:cubicBezTo>
                <a:cubicBezTo>
                  <a:pt x="182894" y="117076"/>
                  <a:pt x="190136" y="112320"/>
                  <a:pt x="193983" y="102808"/>
                </a:cubicBezTo>
                <a:cubicBezTo>
                  <a:pt x="196076" y="97712"/>
                  <a:pt x="197123" y="90720"/>
                  <a:pt x="197123" y="81831"/>
                </a:cubicBezTo>
                <a:lnTo>
                  <a:pt x="197123" y="37159"/>
                </a:lnTo>
                <a:lnTo>
                  <a:pt x="212397" y="37159"/>
                </a:lnTo>
                <a:lnTo>
                  <a:pt x="212397" y="128105"/>
                </a:lnTo>
                <a:lnTo>
                  <a:pt x="197971" y="128105"/>
                </a:lnTo>
                <a:lnTo>
                  <a:pt x="198141" y="114698"/>
                </a:lnTo>
                <a:cubicBezTo>
                  <a:pt x="196161" y="118168"/>
                  <a:pt x="193700" y="121096"/>
                  <a:pt x="190758" y="123484"/>
                </a:cubicBezTo>
                <a:cubicBezTo>
                  <a:pt x="184931" y="128262"/>
                  <a:pt x="177859" y="130650"/>
                  <a:pt x="169543" y="130650"/>
                </a:cubicBezTo>
                <a:cubicBezTo>
                  <a:pt x="156588" y="130650"/>
                  <a:pt x="147763" y="126316"/>
                  <a:pt x="143067" y="117646"/>
                </a:cubicBezTo>
                <a:cubicBezTo>
                  <a:pt x="140521" y="113000"/>
                  <a:pt x="139249" y="106795"/>
                  <a:pt x="139249" y="99032"/>
                </a:cubicBezTo>
                <a:lnTo>
                  <a:pt x="139249" y="37159"/>
                </a:lnTo>
                <a:lnTo>
                  <a:pt x="154863" y="37159"/>
                </a:lnTo>
                <a:moveTo>
                  <a:pt x="175823" y="34953"/>
                </a:moveTo>
                <a:lnTo>
                  <a:pt x="175823" y="34953"/>
                </a:lnTo>
                <a:close/>
                <a:moveTo>
                  <a:pt x="274098" y="35123"/>
                </a:moveTo>
                <a:cubicBezTo>
                  <a:pt x="280547" y="35123"/>
                  <a:pt x="286799" y="36636"/>
                  <a:pt x="292852" y="39662"/>
                </a:cubicBezTo>
                <a:cubicBezTo>
                  <a:pt x="298905" y="42688"/>
                  <a:pt x="303516" y="46603"/>
                  <a:pt x="306684" y="51409"/>
                </a:cubicBezTo>
                <a:cubicBezTo>
                  <a:pt x="309739" y="55990"/>
                  <a:pt x="311776" y="61334"/>
                  <a:pt x="312794" y="67441"/>
                </a:cubicBezTo>
                <a:cubicBezTo>
                  <a:pt x="313699" y="71626"/>
                  <a:pt x="314152" y="78330"/>
                  <a:pt x="314152" y="87553"/>
                </a:cubicBezTo>
                <a:lnTo>
                  <a:pt x="247537" y="87553"/>
                </a:lnTo>
                <a:cubicBezTo>
                  <a:pt x="247820" y="96772"/>
                  <a:pt x="249998" y="104167"/>
                  <a:pt x="254071" y="109738"/>
                </a:cubicBezTo>
                <a:cubicBezTo>
                  <a:pt x="258145" y="115309"/>
                  <a:pt x="264453" y="118094"/>
                  <a:pt x="272995" y="118094"/>
                </a:cubicBezTo>
                <a:cubicBezTo>
                  <a:pt x="280972" y="118094"/>
                  <a:pt x="287336" y="115488"/>
                  <a:pt x="292088" y="110276"/>
                </a:cubicBezTo>
                <a:cubicBezTo>
                  <a:pt x="294804" y="107250"/>
                  <a:pt x="296727" y="103748"/>
                  <a:pt x="297859" y="99769"/>
                </a:cubicBezTo>
                <a:lnTo>
                  <a:pt x="312879" y="99769"/>
                </a:lnTo>
                <a:cubicBezTo>
                  <a:pt x="312483" y="103089"/>
                  <a:pt x="311168" y="106788"/>
                  <a:pt x="308933" y="110867"/>
                </a:cubicBezTo>
                <a:cubicBezTo>
                  <a:pt x="306698" y="114945"/>
                  <a:pt x="304195" y="118277"/>
                  <a:pt x="301423" y="120865"/>
                </a:cubicBezTo>
                <a:cubicBezTo>
                  <a:pt x="296784" y="125366"/>
                  <a:pt x="291042" y="128405"/>
                  <a:pt x="284196" y="129979"/>
                </a:cubicBezTo>
                <a:cubicBezTo>
                  <a:pt x="280519" y="130879"/>
                  <a:pt x="276361" y="131329"/>
                  <a:pt x="271722" y="131329"/>
                </a:cubicBezTo>
                <a:cubicBezTo>
                  <a:pt x="260408" y="131329"/>
                  <a:pt x="250818" y="127211"/>
                  <a:pt x="242955" y="118974"/>
                </a:cubicBezTo>
                <a:cubicBezTo>
                  <a:pt x="235091" y="110738"/>
                  <a:pt x="231159" y="99204"/>
                  <a:pt x="231159" y="84371"/>
                </a:cubicBezTo>
                <a:cubicBezTo>
                  <a:pt x="231159" y="69767"/>
                  <a:pt x="235120" y="57908"/>
                  <a:pt x="243040" y="48795"/>
                </a:cubicBezTo>
                <a:cubicBezTo>
                  <a:pt x="250960" y="39680"/>
                  <a:pt x="261313" y="35123"/>
                  <a:pt x="274098" y="35123"/>
                </a:cubicBezTo>
                <a:moveTo>
                  <a:pt x="298453" y="75336"/>
                </a:moveTo>
                <a:cubicBezTo>
                  <a:pt x="297830" y="68697"/>
                  <a:pt x="296388" y="63392"/>
                  <a:pt x="294125" y="59421"/>
                </a:cubicBezTo>
                <a:cubicBezTo>
                  <a:pt x="289939" y="52045"/>
                  <a:pt x="282952" y="48358"/>
                  <a:pt x="273165" y="48358"/>
                </a:cubicBezTo>
                <a:cubicBezTo>
                  <a:pt x="266150" y="48358"/>
                  <a:pt x="260266" y="50897"/>
                  <a:pt x="255514" y="55974"/>
                </a:cubicBezTo>
                <a:cubicBezTo>
                  <a:pt x="250762" y="61052"/>
                  <a:pt x="248244" y="67506"/>
                  <a:pt x="247962" y="75336"/>
                </a:cubicBezTo>
                <a:lnTo>
                  <a:pt x="298453" y="75336"/>
                </a:lnTo>
                <a:moveTo>
                  <a:pt x="272656" y="34953"/>
                </a:moveTo>
                <a:lnTo>
                  <a:pt x="272656" y="34953"/>
                </a:lnTo>
                <a:close/>
                <a:moveTo>
                  <a:pt x="333338" y="37159"/>
                </a:moveTo>
                <a:lnTo>
                  <a:pt x="347849" y="37159"/>
                </a:lnTo>
                <a:lnTo>
                  <a:pt x="347849" y="52939"/>
                </a:lnTo>
                <a:cubicBezTo>
                  <a:pt x="349037" y="49870"/>
                  <a:pt x="351951" y="46134"/>
                  <a:pt x="356590" y="41730"/>
                </a:cubicBezTo>
                <a:cubicBezTo>
                  <a:pt x="361229" y="37325"/>
                  <a:pt x="366575" y="35123"/>
                  <a:pt x="372628" y="35123"/>
                </a:cubicBezTo>
                <a:cubicBezTo>
                  <a:pt x="372911" y="35123"/>
                  <a:pt x="373392" y="35157"/>
                  <a:pt x="374071" y="35226"/>
                </a:cubicBezTo>
                <a:cubicBezTo>
                  <a:pt x="374750" y="35293"/>
                  <a:pt x="375909" y="35429"/>
                  <a:pt x="377550" y="35632"/>
                </a:cubicBezTo>
                <a:lnTo>
                  <a:pt x="377550" y="51751"/>
                </a:lnTo>
                <a:cubicBezTo>
                  <a:pt x="376645" y="51548"/>
                  <a:pt x="375810" y="51413"/>
                  <a:pt x="375047" y="51345"/>
                </a:cubicBezTo>
                <a:cubicBezTo>
                  <a:pt x="374283" y="51277"/>
                  <a:pt x="373448" y="51242"/>
                  <a:pt x="372543" y="51242"/>
                </a:cubicBezTo>
                <a:cubicBezTo>
                  <a:pt x="364849" y="51242"/>
                  <a:pt x="358937" y="53731"/>
                  <a:pt x="354808" y="58708"/>
                </a:cubicBezTo>
                <a:cubicBezTo>
                  <a:pt x="350678" y="63685"/>
                  <a:pt x="348613" y="69397"/>
                  <a:pt x="348613" y="75845"/>
                </a:cubicBezTo>
                <a:lnTo>
                  <a:pt x="348613" y="128105"/>
                </a:lnTo>
                <a:lnTo>
                  <a:pt x="333338" y="128105"/>
                </a:lnTo>
                <a:lnTo>
                  <a:pt x="333338" y="37159"/>
                </a:lnTo>
                <a:close/>
                <a:moveTo>
                  <a:pt x="447557" y="37159"/>
                </a:moveTo>
                <a:lnTo>
                  <a:pt x="464444" y="37159"/>
                </a:lnTo>
                <a:cubicBezTo>
                  <a:pt x="462294" y="42990"/>
                  <a:pt x="457514" y="56293"/>
                  <a:pt x="450103" y="77070"/>
                </a:cubicBezTo>
                <a:cubicBezTo>
                  <a:pt x="444559" y="92694"/>
                  <a:pt x="439920" y="105431"/>
                  <a:pt x="436186" y="115281"/>
                </a:cubicBezTo>
                <a:cubicBezTo>
                  <a:pt x="427361" y="138516"/>
                  <a:pt x="421138" y="152683"/>
                  <a:pt x="417517" y="157782"/>
                </a:cubicBezTo>
                <a:cubicBezTo>
                  <a:pt x="413896" y="162883"/>
                  <a:pt x="407673" y="165434"/>
                  <a:pt x="398848" y="165434"/>
                </a:cubicBezTo>
                <a:cubicBezTo>
                  <a:pt x="396698" y="165434"/>
                  <a:pt x="395044" y="165348"/>
                  <a:pt x="393884" y="165177"/>
                </a:cubicBezTo>
                <a:cubicBezTo>
                  <a:pt x="392724" y="165007"/>
                  <a:pt x="391296" y="164694"/>
                  <a:pt x="389598" y="164238"/>
                </a:cubicBezTo>
                <a:lnTo>
                  <a:pt x="389598" y="150248"/>
                </a:lnTo>
                <a:cubicBezTo>
                  <a:pt x="392257" y="150983"/>
                  <a:pt x="394181" y="151436"/>
                  <a:pt x="395369" y="151605"/>
                </a:cubicBezTo>
                <a:cubicBezTo>
                  <a:pt x="396557" y="151775"/>
                  <a:pt x="397603" y="151860"/>
                  <a:pt x="398509" y="151860"/>
                </a:cubicBezTo>
                <a:cubicBezTo>
                  <a:pt x="401337" y="151860"/>
                  <a:pt x="403416" y="151393"/>
                  <a:pt x="404746" y="150460"/>
                </a:cubicBezTo>
                <a:cubicBezTo>
                  <a:pt x="406075" y="149527"/>
                  <a:pt x="407193" y="148381"/>
                  <a:pt x="408098" y="147024"/>
                </a:cubicBezTo>
                <a:cubicBezTo>
                  <a:pt x="408381" y="146571"/>
                  <a:pt x="409399" y="144253"/>
                  <a:pt x="411153" y="140067"/>
                </a:cubicBezTo>
                <a:cubicBezTo>
                  <a:pt x="412906" y="135882"/>
                  <a:pt x="414179" y="132771"/>
                  <a:pt x="414971" y="130735"/>
                </a:cubicBezTo>
                <a:lnTo>
                  <a:pt x="381367" y="37159"/>
                </a:lnTo>
                <a:lnTo>
                  <a:pt x="398678" y="37159"/>
                </a:lnTo>
                <a:lnTo>
                  <a:pt x="423033" y="111204"/>
                </a:lnTo>
                <a:lnTo>
                  <a:pt x="447557" y="37159"/>
                </a:lnTo>
                <a:moveTo>
                  <a:pt x="422948" y="34953"/>
                </a:moveTo>
                <a:lnTo>
                  <a:pt x="422948" y="34953"/>
                </a:lnTo>
                <a:close/>
                <a:moveTo>
                  <a:pt x="527999" y="3394"/>
                </a:moveTo>
                <a:lnTo>
                  <a:pt x="544886" y="3394"/>
                </a:lnTo>
                <a:lnTo>
                  <a:pt x="544886" y="113174"/>
                </a:lnTo>
                <a:lnTo>
                  <a:pt x="608021" y="113174"/>
                </a:lnTo>
                <a:lnTo>
                  <a:pt x="608021" y="128105"/>
                </a:lnTo>
                <a:lnTo>
                  <a:pt x="527999" y="128105"/>
                </a:lnTo>
                <a:lnTo>
                  <a:pt x="527999" y="3394"/>
                </a:lnTo>
                <a:close/>
                <a:moveTo>
                  <a:pt x="634336" y="103969"/>
                </a:moveTo>
                <a:cubicBezTo>
                  <a:pt x="634336" y="108394"/>
                  <a:pt x="635948" y="111883"/>
                  <a:pt x="639173" y="114436"/>
                </a:cubicBezTo>
                <a:cubicBezTo>
                  <a:pt x="642397" y="116988"/>
                  <a:pt x="646216" y="118264"/>
                  <a:pt x="650629" y="118264"/>
                </a:cubicBezTo>
                <a:cubicBezTo>
                  <a:pt x="656003" y="118264"/>
                  <a:pt x="661208" y="117009"/>
                  <a:pt x="666243" y="114499"/>
                </a:cubicBezTo>
                <a:cubicBezTo>
                  <a:pt x="674729" y="110335"/>
                  <a:pt x="678972" y="103559"/>
                  <a:pt x="678972" y="94170"/>
                </a:cubicBezTo>
                <a:lnTo>
                  <a:pt x="678972" y="81868"/>
                </a:lnTo>
                <a:cubicBezTo>
                  <a:pt x="677105" y="83081"/>
                  <a:pt x="674700" y="84091"/>
                  <a:pt x="671759" y="84899"/>
                </a:cubicBezTo>
                <a:cubicBezTo>
                  <a:pt x="668817" y="85707"/>
                  <a:pt x="665932" y="86275"/>
                  <a:pt x="663103" y="86604"/>
                </a:cubicBezTo>
                <a:lnTo>
                  <a:pt x="653853" y="87757"/>
                </a:lnTo>
                <a:cubicBezTo>
                  <a:pt x="648309" y="88469"/>
                  <a:pt x="644151" y="89620"/>
                  <a:pt x="641379" y="91209"/>
                </a:cubicBezTo>
                <a:cubicBezTo>
                  <a:pt x="636684" y="93874"/>
                  <a:pt x="634336" y="98127"/>
                  <a:pt x="634336" y="103969"/>
                </a:cubicBezTo>
                <a:moveTo>
                  <a:pt x="671334" y="73045"/>
                </a:moveTo>
                <a:cubicBezTo>
                  <a:pt x="674842" y="72593"/>
                  <a:pt x="677190" y="71122"/>
                  <a:pt x="678378" y="68634"/>
                </a:cubicBezTo>
                <a:cubicBezTo>
                  <a:pt x="679057" y="67271"/>
                  <a:pt x="679396" y="65312"/>
                  <a:pt x="679396" y="62756"/>
                </a:cubicBezTo>
                <a:cubicBezTo>
                  <a:pt x="679396" y="57532"/>
                  <a:pt x="677543" y="53741"/>
                  <a:pt x="673838" y="51385"/>
                </a:cubicBezTo>
                <a:cubicBezTo>
                  <a:pt x="670132" y="49027"/>
                  <a:pt x="664829" y="47849"/>
                  <a:pt x="657927" y="47849"/>
                </a:cubicBezTo>
                <a:cubicBezTo>
                  <a:pt x="649950" y="47849"/>
                  <a:pt x="644293" y="50008"/>
                  <a:pt x="640955" y="54328"/>
                </a:cubicBezTo>
                <a:cubicBezTo>
                  <a:pt x="639088" y="56716"/>
                  <a:pt x="637872" y="60268"/>
                  <a:pt x="637306" y="64986"/>
                </a:cubicBezTo>
                <a:lnTo>
                  <a:pt x="623050" y="64986"/>
                </a:lnTo>
                <a:cubicBezTo>
                  <a:pt x="623332" y="53755"/>
                  <a:pt x="626967" y="45942"/>
                  <a:pt x="633954" y="41547"/>
                </a:cubicBezTo>
                <a:cubicBezTo>
                  <a:pt x="640941" y="37151"/>
                  <a:pt x="649045" y="34953"/>
                  <a:pt x="658266" y="34953"/>
                </a:cubicBezTo>
                <a:cubicBezTo>
                  <a:pt x="668958" y="34953"/>
                  <a:pt x="677642" y="36989"/>
                  <a:pt x="684318" y="41061"/>
                </a:cubicBezTo>
                <a:cubicBezTo>
                  <a:pt x="690937" y="45134"/>
                  <a:pt x="694246" y="51474"/>
                  <a:pt x="694246" y="60081"/>
                </a:cubicBezTo>
                <a:lnTo>
                  <a:pt x="694246" y="112492"/>
                </a:lnTo>
                <a:cubicBezTo>
                  <a:pt x="694246" y="114078"/>
                  <a:pt x="694572" y="115351"/>
                  <a:pt x="695222" y="116313"/>
                </a:cubicBezTo>
                <a:cubicBezTo>
                  <a:pt x="695873" y="117274"/>
                  <a:pt x="697245" y="117755"/>
                  <a:pt x="699338" y="117755"/>
                </a:cubicBezTo>
                <a:cubicBezTo>
                  <a:pt x="700017" y="117755"/>
                  <a:pt x="700781" y="117712"/>
                  <a:pt x="701629" y="117628"/>
                </a:cubicBezTo>
                <a:cubicBezTo>
                  <a:pt x="702478" y="117543"/>
                  <a:pt x="703383" y="117416"/>
                  <a:pt x="704345" y="117246"/>
                </a:cubicBezTo>
                <a:lnTo>
                  <a:pt x="704345" y="128614"/>
                </a:lnTo>
                <a:cubicBezTo>
                  <a:pt x="701969" y="129293"/>
                  <a:pt x="700158" y="129717"/>
                  <a:pt x="698914" y="129887"/>
                </a:cubicBezTo>
                <a:cubicBezTo>
                  <a:pt x="697669" y="130056"/>
                  <a:pt x="695972" y="130141"/>
                  <a:pt x="693822" y="130141"/>
                </a:cubicBezTo>
                <a:cubicBezTo>
                  <a:pt x="688561" y="130141"/>
                  <a:pt x="684742" y="128263"/>
                  <a:pt x="682366" y="124507"/>
                </a:cubicBezTo>
                <a:cubicBezTo>
                  <a:pt x="681122" y="122516"/>
                  <a:pt x="680245" y="119699"/>
                  <a:pt x="679735" y="116058"/>
                </a:cubicBezTo>
                <a:cubicBezTo>
                  <a:pt x="676624" y="120176"/>
                  <a:pt x="672155" y="123751"/>
                  <a:pt x="666328" y="126782"/>
                </a:cubicBezTo>
                <a:cubicBezTo>
                  <a:pt x="660501" y="129813"/>
                  <a:pt x="654080" y="131329"/>
                  <a:pt x="647065" y="131329"/>
                </a:cubicBezTo>
                <a:cubicBezTo>
                  <a:pt x="638635" y="131329"/>
                  <a:pt x="631748" y="128762"/>
                  <a:pt x="626401" y="123627"/>
                </a:cubicBezTo>
                <a:cubicBezTo>
                  <a:pt x="621055" y="118493"/>
                  <a:pt x="618382" y="112068"/>
                  <a:pt x="618382" y="104353"/>
                </a:cubicBezTo>
                <a:cubicBezTo>
                  <a:pt x="618382" y="95899"/>
                  <a:pt x="621013" y="89347"/>
                  <a:pt x="626274" y="84695"/>
                </a:cubicBezTo>
                <a:cubicBezTo>
                  <a:pt x="631535" y="80043"/>
                  <a:pt x="638437" y="77178"/>
                  <a:pt x="646980" y="76100"/>
                </a:cubicBezTo>
                <a:lnTo>
                  <a:pt x="671334" y="73045"/>
                </a:lnTo>
                <a:moveTo>
                  <a:pt x="658690" y="34953"/>
                </a:moveTo>
                <a:lnTo>
                  <a:pt x="658690" y="34953"/>
                </a:lnTo>
                <a:close/>
                <a:moveTo>
                  <a:pt x="776058" y="37159"/>
                </a:moveTo>
                <a:lnTo>
                  <a:pt x="792945" y="37159"/>
                </a:lnTo>
                <a:cubicBezTo>
                  <a:pt x="790795" y="42990"/>
                  <a:pt x="786015" y="56293"/>
                  <a:pt x="778604" y="77070"/>
                </a:cubicBezTo>
                <a:cubicBezTo>
                  <a:pt x="773060" y="92694"/>
                  <a:pt x="768421" y="105431"/>
                  <a:pt x="764687" y="115281"/>
                </a:cubicBezTo>
                <a:cubicBezTo>
                  <a:pt x="755862" y="138516"/>
                  <a:pt x="749639" y="152683"/>
                  <a:pt x="746018" y="157782"/>
                </a:cubicBezTo>
                <a:cubicBezTo>
                  <a:pt x="742397" y="162883"/>
                  <a:pt x="736174" y="165434"/>
                  <a:pt x="727349" y="165434"/>
                </a:cubicBezTo>
                <a:cubicBezTo>
                  <a:pt x="725199" y="165434"/>
                  <a:pt x="723545" y="165348"/>
                  <a:pt x="722385" y="165177"/>
                </a:cubicBezTo>
                <a:cubicBezTo>
                  <a:pt x="721225" y="165007"/>
                  <a:pt x="719797" y="164694"/>
                  <a:pt x="718099" y="164238"/>
                </a:cubicBezTo>
                <a:lnTo>
                  <a:pt x="718099" y="150248"/>
                </a:lnTo>
                <a:cubicBezTo>
                  <a:pt x="720758" y="150983"/>
                  <a:pt x="722682" y="151436"/>
                  <a:pt x="723870" y="151605"/>
                </a:cubicBezTo>
                <a:cubicBezTo>
                  <a:pt x="725058" y="151775"/>
                  <a:pt x="726104" y="151860"/>
                  <a:pt x="727010" y="151860"/>
                </a:cubicBezTo>
                <a:cubicBezTo>
                  <a:pt x="729838" y="151860"/>
                  <a:pt x="731917" y="151393"/>
                  <a:pt x="733247" y="150460"/>
                </a:cubicBezTo>
                <a:cubicBezTo>
                  <a:pt x="734576" y="149527"/>
                  <a:pt x="735694" y="148381"/>
                  <a:pt x="736599" y="147024"/>
                </a:cubicBezTo>
                <a:cubicBezTo>
                  <a:pt x="736882" y="146571"/>
                  <a:pt x="737900" y="144253"/>
                  <a:pt x="739654" y="140067"/>
                </a:cubicBezTo>
                <a:cubicBezTo>
                  <a:pt x="741407" y="135882"/>
                  <a:pt x="742680" y="132771"/>
                  <a:pt x="743472" y="130735"/>
                </a:cubicBezTo>
                <a:lnTo>
                  <a:pt x="709868" y="37159"/>
                </a:lnTo>
                <a:lnTo>
                  <a:pt x="727179" y="37159"/>
                </a:lnTo>
                <a:lnTo>
                  <a:pt x="751534" y="111204"/>
                </a:lnTo>
                <a:lnTo>
                  <a:pt x="776058" y="37159"/>
                </a:lnTo>
                <a:moveTo>
                  <a:pt x="751449" y="34953"/>
                </a:moveTo>
                <a:lnTo>
                  <a:pt x="751449" y="34953"/>
                </a:lnTo>
                <a:close/>
                <a:moveTo>
                  <a:pt x="844031" y="35123"/>
                </a:moveTo>
                <a:cubicBezTo>
                  <a:pt x="850480" y="35123"/>
                  <a:pt x="856731" y="36636"/>
                  <a:pt x="862785" y="39662"/>
                </a:cubicBezTo>
                <a:cubicBezTo>
                  <a:pt x="868838" y="42688"/>
                  <a:pt x="873449" y="46603"/>
                  <a:pt x="876617" y="51409"/>
                </a:cubicBezTo>
                <a:cubicBezTo>
                  <a:pt x="879672" y="55990"/>
                  <a:pt x="881708" y="61334"/>
                  <a:pt x="882727" y="67441"/>
                </a:cubicBezTo>
                <a:cubicBezTo>
                  <a:pt x="883632" y="71626"/>
                  <a:pt x="884084" y="78330"/>
                  <a:pt x="884084" y="87553"/>
                </a:cubicBezTo>
                <a:lnTo>
                  <a:pt x="817470" y="87553"/>
                </a:lnTo>
                <a:cubicBezTo>
                  <a:pt x="817753" y="96772"/>
                  <a:pt x="819931" y="104167"/>
                  <a:pt x="824004" y="109738"/>
                </a:cubicBezTo>
                <a:cubicBezTo>
                  <a:pt x="828077" y="115309"/>
                  <a:pt x="834385" y="118094"/>
                  <a:pt x="842928" y="118094"/>
                </a:cubicBezTo>
                <a:cubicBezTo>
                  <a:pt x="850904" y="118094"/>
                  <a:pt x="857269" y="115488"/>
                  <a:pt x="862021" y="110276"/>
                </a:cubicBezTo>
                <a:cubicBezTo>
                  <a:pt x="864736" y="107250"/>
                  <a:pt x="866660" y="103748"/>
                  <a:pt x="867791" y="99769"/>
                </a:cubicBezTo>
                <a:lnTo>
                  <a:pt x="882811" y="99769"/>
                </a:lnTo>
                <a:cubicBezTo>
                  <a:pt x="882415" y="103089"/>
                  <a:pt x="881100" y="106788"/>
                  <a:pt x="878865" y="110867"/>
                </a:cubicBezTo>
                <a:cubicBezTo>
                  <a:pt x="876631" y="114945"/>
                  <a:pt x="874127" y="118277"/>
                  <a:pt x="871355" y="120865"/>
                </a:cubicBezTo>
                <a:cubicBezTo>
                  <a:pt x="866716" y="125366"/>
                  <a:pt x="860974" y="128405"/>
                  <a:pt x="854129" y="129979"/>
                </a:cubicBezTo>
                <a:cubicBezTo>
                  <a:pt x="850452" y="130879"/>
                  <a:pt x="846294" y="131329"/>
                  <a:pt x="841655" y="131329"/>
                </a:cubicBezTo>
                <a:cubicBezTo>
                  <a:pt x="830340" y="131329"/>
                  <a:pt x="820751" y="127211"/>
                  <a:pt x="812887" y="118974"/>
                </a:cubicBezTo>
                <a:cubicBezTo>
                  <a:pt x="805024" y="110738"/>
                  <a:pt x="801092" y="99204"/>
                  <a:pt x="801092" y="84371"/>
                </a:cubicBezTo>
                <a:cubicBezTo>
                  <a:pt x="801092" y="69767"/>
                  <a:pt x="805052" y="57908"/>
                  <a:pt x="812972" y="48795"/>
                </a:cubicBezTo>
                <a:cubicBezTo>
                  <a:pt x="820892" y="39680"/>
                  <a:pt x="831245" y="35123"/>
                  <a:pt x="844031" y="35123"/>
                </a:cubicBezTo>
                <a:moveTo>
                  <a:pt x="868385" y="75336"/>
                </a:moveTo>
                <a:cubicBezTo>
                  <a:pt x="867763" y="68697"/>
                  <a:pt x="866320" y="63392"/>
                  <a:pt x="864057" y="59421"/>
                </a:cubicBezTo>
                <a:cubicBezTo>
                  <a:pt x="859871" y="52045"/>
                  <a:pt x="852884" y="48358"/>
                  <a:pt x="843097" y="48358"/>
                </a:cubicBezTo>
                <a:cubicBezTo>
                  <a:pt x="836082" y="48358"/>
                  <a:pt x="830199" y="50897"/>
                  <a:pt x="825447" y="55974"/>
                </a:cubicBezTo>
                <a:cubicBezTo>
                  <a:pt x="820694" y="61052"/>
                  <a:pt x="818177" y="67506"/>
                  <a:pt x="817894" y="75336"/>
                </a:cubicBezTo>
                <a:lnTo>
                  <a:pt x="868385" y="75336"/>
                </a:lnTo>
                <a:moveTo>
                  <a:pt x="842588" y="34953"/>
                </a:moveTo>
                <a:lnTo>
                  <a:pt x="842588" y="34953"/>
                </a:lnTo>
                <a:close/>
                <a:moveTo>
                  <a:pt x="903271" y="37159"/>
                </a:moveTo>
                <a:lnTo>
                  <a:pt x="917782" y="37159"/>
                </a:lnTo>
                <a:lnTo>
                  <a:pt x="917782" y="52939"/>
                </a:lnTo>
                <a:cubicBezTo>
                  <a:pt x="918970" y="49870"/>
                  <a:pt x="921883" y="46134"/>
                  <a:pt x="926522" y="41730"/>
                </a:cubicBezTo>
                <a:cubicBezTo>
                  <a:pt x="931161" y="37325"/>
                  <a:pt x="936507" y="35123"/>
                  <a:pt x="942561" y="35123"/>
                </a:cubicBezTo>
                <a:cubicBezTo>
                  <a:pt x="942843" y="35123"/>
                  <a:pt x="943324" y="35157"/>
                  <a:pt x="944003" y="35226"/>
                </a:cubicBezTo>
                <a:cubicBezTo>
                  <a:pt x="944682" y="35293"/>
                  <a:pt x="945842" y="35429"/>
                  <a:pt x="947482" y="35632"/>
                </a:cubicBezTo>
                <a:lnTo>
                  <a:pt x="947482" y="51751"/>
                </a:lnTo>
                <a:cubicBezTo>
                  <a:pt x="946577" y="51548"/>
                  <a:pt x="945743" y="51413"/>
                  <a:pt x="944979" y="51345"/>
                </a:cubicBezTo>
                <a:cubicBezTo>
                  <a:pt x="944215" y="51277"/>
                  <a:pt x="943381" y="51242"/>
                  <a:pt x="942476" y="51242"/>
                </a:cubicBezTo>
                <a:cubicBezTo>
                  <a:pt x="934782" y="51242"/>
                  <a:pt x="928870" y="53731"/>
                  <a:pt x="924740" y="58708"/>
                </a:cubicBezTo>
                <a:cubicBezTo>
                  <a:pt x="920610" y="63685"/>
                  <a:pt x="918545" y="69397"/>
                  <a:pt x="918545" y="75845"/>
                </a:cubicBezTo>
                <a:lnTo>
                  <a:pt x="918545" y="128105"/>
                </a:lnTo>
                <a:lnTo>
                  <a:pt x="903271" y="128105"/>
                </a:lnTo>
                <a:lnTo>
                  <a:pt x="903271" y="371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Text KeyLayer">
            <a:extLst xmlns:a="http://schemas.openxmlformats.org/drawingml/2006/main">
              <a:ext uri="{FF2B5EF4-FFF2-40B4-BE49-F238E27FC236}">
                <a16:creationId xmlns:a16="http://schemas.microsoft.com/office/drawing/2014/main" id="{489EB221-9CD1-4991-9FBF-CD4AA3F7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487" y="4817898"/>
            <a:ext cx="767241" cy="162040"/>
          </a:xfrm>
          <a:custGeom xmlns:a="http://schemas.openxmlformats.org/drawingml/2006/main">
            <a:pathLst>
              <a:path w="767241" h="162040">
                <a:moveTo>
                  <a:pt x="0" y="0"/>
                </a:moveTo>
                <a:lnTo>
                  <a:pt x="16463" y="0"/>
                </a:lnTo>
                <a:lnTo>
                  <a:pt x="16463" y="60826"/>
                </a:lnTo>
                <a:lnTo>
                  <a:pt x="77222" y="0"/>
                </a:lnTo>
                <a:lnTo>
                  <a:pt x="100558" y="0"/>
                </a:lnTo>
                <a:lnTo>
                  <a:pt x="48709" y="50097"/>
                </a:lnTo>
                <a:lnTo>
                  <a:pt x="102001" y="124712"/>
                </a:lnTo>
                <a:lnTo>
                  <a:pt x="80022" y="124712"/>
                </a:lnTo>
                <a:lnTo>
                  <a:pt x="36405" y="62046"/>
                </a:lnTo>
                <a:lnTo>
                  <a:pt x="16463" y="81245"/>
                </a:lnTo>
                <a:lnTo>
                  <a:pt x="16463" y="124712"/>
                </a:lnTo>
                <a:lnTo>
                  <a:pt x="0" y="124712"/>
                </a:lnTo>
                <a:lnTo>
                  <a:pt x="0" y="0"/>
                </a:lnTo>
                <a:close/>
                <a:moveTo>
                  <a:pt x="151729" y="31729"/>
                </a:moveTo>
                <a:cubicBezTo>
                  <a:pt x="158178" y="31729"/>
                  <a:pt x="164430" y="33242"/>
                  <a:pt x="170483" y="36268"/>
                </a:cubicBezTo>
                <a:cubicBezTo>
                  <a:pt x="176536" y="39294"/>
                  <a:pt x="181147" y="43210"/>
                  <a:pt x="184315" y="48016"/>
                </a:cubicBezTo>
                <a:cubicBezTo>
                  <a:pt x="187370" y="52597"/>
                  <a:pt x="189407" y="57941"/>
                  <a:pt x="190425" y="64047"/>
                </a:cubicBezTo>
                <a:cubicBezTo>
                  <a:pt x="191330" y="68233"/>
                  <a:pt x="191783" y="74937"/>
                  <a:pt x="191783" y="84159"/>
                </a:cubicBezTo>
                <a:lnTo>
                  <a:pt x="125168" y="84159"/>
                </a:lnTo>
                <a:cubicBezTo>
                  <a:pt x="125451" y="93378"/>
                  <a:pt x="127629" y="100773"/>
                  <a:pt x="131702" y="106344"/>
                </a:cubicBezTo>
                <a:cubicBezTo>
                  <a:pt x="135776" y="111915"/>
                  <a:pt x="142083" y="114701"/>
                  <a:pt x="150626" y="114701"/>
                </a:cubicBezTo>
                <a:cubicBezTo>
                  <a:pt x="158603" y="114701"/>
                  <a:pt x="164967" y="112095"/>
                  <a:pt x="169719" y="106882"/>
                </a:cubicBezTo>
                <a:cubicBezTo>
                  <a:pt x="172435" y="103857"/>
                  <a:pt x="174358" y="100354"/>
                  <a:pt x="175490" y="96376"/>
                </a:cubicBezTo>
                <a:lnTo>
                  <a:pt x="190510" y="96376"/>
                </a:lnTo>
                <a:cubicBezTo>
                  <a:pt x="190114" y="99695"/>
                  <a:pt x="188798" y="103394"/>
                  <a:pt x="186564" y="107474"/>
                </a:cubicBezTo>
                <a:cubicBezTo>
                  <a:pt x="184329" y="111551"/>
                  <a:pt x="181826" y="114884"/>
                  <a:pt x="179054" y="117471"/>
                </a:cubicBezTo>
                <a:cubicBezTo>
                  <a:pt x="174415" y="121973"/>
                  <a:pt x="168673" y="125011"/>
                  <a:pt x="161827" y="126586"/>
                </a:cubicBezTo>
                <a:cubicBezTo>
                  <a:pt x="158150" y="127486"/>
                  <a:pt x="153992" y="127935"/>
                  <a:pt x="149353" y="127935"/>
                </a:cubicBezTo>
                <a:cubicBezTo>
                  <a:pt x="138038" y="127935"/>
                  <a:pt x="128449" y="123817"/>
                  <a:pt x="120586" y="115581"/>
                </a:cubicBezTo>
                <a:cubicBezTo>
                  <a:pt x="112722" y="107345"/>
                  <a:pt x="108790" y="95810"/>
                  <a:pt x="108790" y="80978"/>
                </a:cubicBezTo>
                <a:cubicBezTo>
                  <a:pt x="108790" y="66373"/>
                  <a:pt x="112750" y="54514"/>
                  <a:pt x="120671" y="45401"/>
                </a:cubicBezTo>
                <a:cubicBezTo>
                  <a:pt x="128591" y="36287"/>
                  <a:pt x="138944" y="31729"/>
                  <a:pt x="151729" y="31729"/>
                </a:cubicBezTo>
                <a:moveTo>
                  <a:pt x="176084" y="71942"/>
                </a:moveTo>
                <a:cubicBezTo>
                  <a:pt x="175461" y="65304"/>
                  <a:pt x="174019" y="59999"/>
                  <a:pt x="171756" y="56027"/>
                </a:cubicBezTo>
                <a:cubicBezTo>
                  <a:pt x="167569" y="48652"/>
                  <a:pt x="160583" y="44964"/>
                  <a:pt x="150796" y="44964"/>
                </a:cubicBezTo>
                <a:cubicBezTo>
                  <a:pt x="143781" y="44964"/>
                  <a:pt x="137897" y="47503"/>
                  <a:pt x="133145" y="52581"/>
                </a:cubicBezTo>
                <a:cubicBezTo>
                  <a:pt x="128393" y="57659"/>
                  <a:pt x="125875" y="64113"/>
                  <a:pt x="125592" y="71942"/>
                </a:cubicBezTo>
                <a:lnTo>
                  <a:pt x="176084" y="71942"/>
                </a:lnTo>
                <a:moveTo>
                  <a:pt x="150286" y="31560"/>
                </a:moveTo>
                <a:lnTo>
                  <a:pt x="150286" y="31560"/>
                </a:lnTo>
                <a:close/>
                <a:moveTo>
                  <a:pt x="267316" y="33765"/>
                </a:moveTo>
                <a:lnTo>
                  <a:pt x="284203" y="33765"/>
                </a:lnTo>
                <a:cubicBezTo>
                  <a:pt x="282053" y="39596"/>
                  <a:pt x="277272" y="52900"/>
                  <a:pt x="269861" y="73676"/>
                </a:cubicBezTo>
                <a:cubicBezTo>
                  <a:pt x="264317" y="89301"/>
                  <a:pt x="259678" y="102038"/>
                  <a:pt x="255944" y="111888"/>
                </a:cubicBezTo>
                <a:cubicBezTo>
                  <a:pt x="247119" y="135123"/>
                  <a:pt x="240896" y="149290"/>
                  <a:pt x="237275" y="154389"/>
                </a:cubicBezTo>
                <a:cubicBezTo>
                  <a:pt x="233655" y="159490"/>
                  <a:pt x="227432" y="162040"/>
                  <a:pt x="218606" y="162040"/>
                </a:cubicBezTo>
                <a:cubicBezTo>
                  <a:pt x="216457" y="162040"/>
                  <a:pt x="214802" y="161955"/>
                  <a:pt x="213642" y="161783"/>
                </a:cubicBezTo>
                <a:cubicBezTo>
                  <a:pt x="212482" y="161613"/>
                  <a:pt x="211054" y="161301"/>
                  <a:pt x="209357" y="160845"/>
                </a:cubicBezTo>
                <a:lnTo>
                  <a:pt x="209357" y="146854"/>
                </a:lnTo>
                <a:cubicBezTo>
                  <a:pt x="212016" y="147590"/>
                  <a:pt x="213939" y="148042"/>
                  <a:pt x="215127" y="148212"/>
                </a:cubicBezTo>
                <a:cubicBezTo>
                  <a:pt x="216315" y="148381"/>
                  <a:pt x="217362" y="148466"/>
                  <a:pt x="218267" y="148466"/>
                </a:cubicBezTo>
                <a:cubicBezTo>
                  <a:pt x="221096" y="148466"/>
                  <a:pt x="223175" y="148000"/>
                  <a:pt x="224504" y="147066"/>
                </a:cubicBezTo>
                <a:cubicBezTo>
                  <a:pt x="225834" y="146133"/>
                  <a:pt x="226951" y="144988"/>
                  <a:pt x="227856" y="143630"/>
                </a:cubicBezTo>
                <a:cubicBezTo>
                  <a:pt x="228139" y="143178"/>
                  <a:pt x="229157" y="140859"/>
                  <a:pt x="230911" y="136674"/>
                </a:cubicBezTo>
                <a:cubicBezTo>
                  <a:pt x="232665" y="132488"/>
                  <a:pt x="233938" y="129378"/>
                  <a:pt x="234730" y="127342"/>
                </a:cubicBezTo>
                <a:lnTo>
                  <a:pt x="201125" y="33765"/>
                </a:lnTo>
                <a:lnTo>
                  <a:pt x="218437" y="33765"/>
                </a:lnTo>
                <a:lnTo>
                  <a:pt x="242791" y="107810"/>
                </a:lnTo>
                <a:lnTo>
                  <a:pt x="267316" y="33765"/>
                </a:lnTo>
                <a:moveTo>
                  <a:pt x="242706" y="31560"/>
                </a:moveTo>
                <a:lnTo>
                  <a:pt x="242706" y="31560"/>
                </a:lnTo>
                <a:close/>
                <a:moveTo>
                  <a:pt x="347757" y="0"/>
                </a:moveTo>
                <a:lnTo>
                  <a:pt x="364644" y="0"/>
                </a:lnTo>
                <a:lnTo>
                  <a:pt x="364644" y="109780"/>
                </a:lnTo>
                <a:lnTo>
                  <a:pt x="427779" y="109780"/>
                </a:lnTo>
                <a:lnTo>
                  <a:pt x="427779" y="124712"/>
                </a:lnTo>
                <a:lnTo>
                  <a:pt x="347757" y="124712"/>
                </a:lnTo>
                <a:lnTo>
                  <a:pt x="347757" y="0"/>
                </a:lnTo>
                <a:close/>
                <a:moveTo>
                  <a:pt x="454094" y="100575"/>
                </a:moveTo>
                <a:cubicBezTo>
                  <a:pt x="454094" y="105001"/>
                  <a:pt x="455707" y="108490"/>
                  <a:pt x="458931" y="111042"/>
                </a:cubicBezTo>
                <a:cubicBezTo>
                  <a:pt x="462156" y="113594"/>
                  <a:pt x="465975" y="114870"/>
                  <a:pt x="470387" y="114870"/>
                </a:cubicBezTo>
                <a:cubicBezTo>
                  <a:pt x="475762" y="114870"/>
                  <a:pt x="480966" y="113616"/>
                  <a:pt x="486001" y="111106"/>
                </a:cubicBezTo>
                <a:cubicBezTo>
                  <a:pt x="494487" y="106942"/>
                  <a:pt x="498730" y="100165"/>
                  <a:pt x="498730" y="90776"/>
                </a:cubicBezTo>
                <a:lnTo>
                  <a:pt x="498730" y="78475"/>
                </a:lnTo>
                <a:cubicBezTo>
                  <a:pt x="496863" y="79687"/>
                  <a:pt x="494459" y="80698"/>
                  <a:pt x="491517" y="81505"/>
                </a:cubicBezTo>
                <a:cubicBezTo>
                  <a:pt x="488575" y="82313"/>
                  <a:pt x="485690" y="82881"/>
                  <a:pt x="482862" y="83210"/>
                </a:cubicBezTo>
                <a:lnTo>
                  <a:pt x="473612" y="84363"/>
                </a:lnTo>
                <a:cubicBezTo>
                  <a:pt x="468068" y="85076"/>
                  <a:pt x="463910" y="86226"/>
                  <a:pt x="461138" y="87815"/>
                </a:cubicBezTo>
                <a:cubicBezTo>
                  <a:pt x="456442" y="90480"/>
                  <a:pt x="454094" y="94734"/>
                  <a:pt x="454094" y="100575"/>
                </a:cubicBezTo>
                <a:moveTo>
                  <a:pt x="491093" y="69652"/>
                </a:moveTo>
                <a:cubicBezTo>
                  <a:pt x="494600" y="69199"/>
                  <a:pt x="496948" y="67729"/>
                  <a:pt x="498136" y="65240"/>
                </a:cubicBezTo>
                <a:cubicBezTo>
                  <a:pt x="498815" y="63878"/>
                  <a:pt x="499155" y="61918"/>
                  <a:pt x="499155" y="59363"/>
                </a:cubicBezTo>
                <a:cubicBezTo>
                  <a:pt x="499155" y="54138"/>
                  <a:pt x="497302" y="50348"/>
                  <a:pt x="493596" y="47992"/>
                </a:cubicBezTo>
                <a:cubicBezTo>
                  <a:pt x="489891" y="45634"/>
                  <a:pt x="484587" y="44455"/>
                  <a:pt x="477685" y="44455"/>
                </a:cubicBezTo>
                <a:cubicBezTo>
                  <a:pt x="469708" y="44455"/>
                  <a:pt x="464051" y="46615"/>
                  <a:pt x="460713" y="50935"/>
                </a:cubicBezTo>
                <a:cubicBezTo>
                  <a:pt x="458846" y="53322"/>
                  <a:pt x="457630" y="56875"/>
                  <a:pt x="457064" y="61592"/>
                </a:cubicBezTo>
                <a:lnTo>
                  <a:pt x="442808" y="61592"/>
                </a:lnTo>
                <a:cubicBezTo>
                  <a:pt x="443091" y="50362"/>
                  <a:pt x="446726" y="42549"/>
                  <a:pt x="453712" y="38153"/>
                </a:cubicBezTo>
                <a:cubicBezTo>
                  <a:pt x="460699" y="33757"/>
                  <a:pt x="468803" y="31560"/>
                  <a:pt x="478025" y="31560"/>
                </a:cubicBezTo>
                <a:cubicBezTo>
                  <a:pt x="488717" y="31560"/>
                  <a:pt x="497401" y="33596"/>
                  <a:pt x="504076" y="37668"/>
                </a:cubicBezTo>
                <a:cubicBezTo>
                  <a:pt x="510695" y="41740"/>
                  <a:pt x="514005" y="48080"/>
                  <a:pt x="514005" y="56688"/>
                </a:cubicBezTo>
                <a:lnTo>
                  <a:pt x="514005" y="109099"/>
                </a:lnTo>
                <a:cubicBezTo>
                  <a:pt x="514005" y="110684"/>
                  <a:pt x="514330" y="111958"/>
                  <a:pt x="514981" y="112919"/>
                </a:cubicBezTo>
                <a:cubicBezTo>
                  <a:pt x="515631" y="113881"/>
                  <a:pt x="517003" y="114361"/>
                  <a:pt x="519096" y="114361"/>
                </a:cubicBezTo>
                <a:cubicBezTo>
                  <a:pt x="519775" y="114361"/>
                  <a:pt x="520539" y="114319"/>
                  <a:pt x="521388" y="114234"/>
                </a:cubicBezTo>
                <a:cubicBezTo>
                  <a:pt x="522236" y="114149"/>
                  <a:pt x="523141" y="114022"/>
                  <a:pt x="524103" y="113852"/>
                </a:cubicBezTo>
                <a:lnTo>
                  <a:pt x="524103" y="125221"/>
                </a:lnTo>
                <a:cubicBezTo>
                  <a:pt x="521727" y="125899"/>
                  <a:pt x="519917" y="126324"/>
                  <a:pt x="518672" y="126493"/>
                </a:cubicBezTo>
                <a:cubicBezTo>
                  <a:pt x="517428" y="126663"/>
                  <a:pt x="515730" y="126748"/>
                  <a:pt x="513581" y="126748"/>
                </a:cubicBezTo>
                <a:cubicBezTo>
                  <a:pt x="508319" y="126748"/>
                  <a:pt x="504501" y="124870"/>
                  <a:pt x="502125" y="121114"/>
                </a:cubicBezTo>
                <a:cubicBezTo>
                  <a:pt x="500880" y="119122"/>
                  <a:pt x="500003" y="116306"/>
                  <a:pt x="499494" y="112665"/>
                </a:cubicBezTo>
                <a:cubicBezTo>
                  <a:pt x="496382" y="116783"/>
                  <a:pt x="491913" y="120357"/>
                  <a:pt x="486086" y="123389"/>
                </a:cubicBezTo>
                <a:cubicBezTo>
                  <a:pt x="480259" y="126420"/>
                  <a:pt x="473838" y="127935"/>
                  <a:pt x="466823" y="127935"/>
                </a:cubicBezTo>
                <a:cubicBezTo>
                  <a:pt x="458394" y="127935"/>
                  <a:pt x="451506" y="125368"/>
                  <a:pt x="446160" y="120234"/>
                </a:cubicBezTo>
                <a:cubicBezTo>
                  <a:pt x="440814" y="115099"/>
                  <a:pt x="438141" y="108675"/>
                  <a:pt x="438141" y="100960"/>
                </a:cubicBezTo>
                <a:cubicBezTo>
                  <a:pt x="438141" y="92506"/>
                  <a:pt x="440771" y="85953"/>
                  <a:pt x="446033" y="81301"/>
                </a:cubicBezTo>
                <a:cubicBezTo>
                  <a:pt x="451294" y="76649"/>
                  <a:pt x="458196" y="73784"/>
                  <a:pt x="466738" y="72706"/>
                </a:cubicBezTo>
                <a:lnTo>
                  <a:pt x="491093" y="69652"/>
                </a:lnTo>
                <a:moveTo>
                  <a:pt x="478449" y="31560"/>
                </a:moveTo>
                <a:lnTo>
                  <a:pt x="478449" y="31560"/>
                </a:lnTo>
                <a:close/>
                <a:moveTo>
                  <a:pt x="595817" y="33765"/>
                </a:moveTo>
                <a:lnTo>
                  <a:pt x="612704" y="33765"/>
                </a:lnTo>
                <a:cubicBezTo>
                  <a:pt x="610554" y="39596"/>
                  <a:pt x="605773" y="52900"/>
                  <a:pt x="598362" y="73676"/>
                </a:cubicBezTo>
                <a:cubicBezTo>
                  <a:pt x="592818" y="89301"/>
                  <a:pt x="588179" y="102038"/>
                  <a:pt x="584446" y="111888"/>
                </a:cubicBezTo>
                <a:cubicBezTo>
                  <a:pt x="575620" y="135123"/>
                  <a:pt x="569397" y="149290"/>
                  <a:pt x="565777" y="154389"/>
                </a:cubicBezTo>
                <a:cubicBezTo>
                  <a:pt x="562156" y="159490"/>
                  <a:pt x="555933" y="162040"/>
                  <a:pt x="547107" y="162040"/>
                </a:cubicBezTo>
                <a:cubicBezTo>
                  <a:pt x="544958" y="162040"/>
                  <a:pt x="543303" y="161955"/>
                  <a:pt x="542143" y="161783"/>
                </a:cubicBezTo>
                <a:cubicBezTo>
                  <a:pt x="540983" y="161613"/>
                  <a:pt x="539555" y="161301"/>
                  <a:pt x="537858" y="160845"/>
                </a:cubicBezTo>
                <a:lnTo>
                  <a:pt x="537858" y="146854"/>
                </a:lnTo>
                <a:cubicBezTo>
                  <a:pt x="540517" y="147590"/>
                  <a:pt x="542440" y="148042"/>
                  <a:pt x="543628" y="148212"/>
                </a:cubicBezTo>
                <a:cubicBezTo>
                  <a:pt x="544816" y="148381"/>
                  <a:pt x="545863" y="148466"/>
                  <a:pt x="546768" y="148466"/>
                </a:cubicBezTo>
                <a:cubicBezTo>
                  <a:pt x="549597" y="148466"/>
                  <a:pt x="551676" y="148000"/>
                  <a:pt x="553005" y="147066"/>
                </a:cubicBezTo>
                <a:cubicBezTo>
                  <a:pt x="554335" y="146133"/>
                  <a:pt x="555452" y="144988"/>
                  <a:pt x="556357" y="143630"/>
                </a:cubicBezTo>
                <a:cubicBezTo>
                  <a:pt x="556640" y="143178"/>
                  <a:pt x="557658" y="140859"/>
                  <a:pt x="559412" y="136674"/>
                </a:cubicBezTo>
                <a:cubicBezTo>
                  <a:pt x="561166" y="132488"/>
                  <a:pt x="562439" y="129378"/>
                  <a:pt x="563231" y="127342"/>
                </a:cubicBezTo>
                <a:lnTo>
                  <a:pt x="529626" y="33765"/>
                </a:lnTo>
                <a:lnTo>
                  <a:pt x="546938" y="33765"/>
                </a:lnTo>
                <a:lnTo>
                  <a:pt x="571292" y="107810"/>
                </a:lnTo>
                <a:lnTo>
                  <a:pt x="595817" y="33765"/>
                </a:lnTo>
                <a:moveTo>
                  <a:pt x="571207" y="31560"/>
                </a:moveTo>
                <a:lnTo>
                  <a:pt x="571207" y="31560"/>
                </a:lnTo>
                <a:close/>
                <a:moveTo>
                  <a:pt x="663789" y="31729"/>
                </a:moveTo>
                <a:cubicBezTo>
                  <a:pt x="670238" y="31729"/>
                  <a:pt x="676490" y="33242"/>
                  <a:pt x="682543" y="36268"/>
                </a:cubicBezTo>
                <a:cubicBezTo>
                  <a:pt x="688596" y="39294"/>
                  <a:pt x="693207" y="43210"/>
                  <a:pt x="696375" y="48016"/>
                </a:cubicBezTo>
                <a:cubicBezTo>
                  <a:pt x="699430" y="52597"/>
                  <a:pt x="701467" y="57941"/>
                  <a:pt x="702485" y="64047"/>
                </a:cubicBezTo>
                <a:cubicBezTo>
                  <a:pt x="703390" y="68233"/>
                  <a:pt x="703843" y="74937"/>
                  <a:pt x="703843" y="84159"/>
                </a:cubicBezTo>
                <a:lnTo>
                  <a:pt x="637228" y="84159"/>
                </a:lnTo>
                <a:cubicBezTo>
                  <a:pt x="637511" y="93378"/>
                  <a:pt x="639689" y="100773"/>
                  <a:pt x="643762" y="106344"/>
                </a:cubicBezTo>
                <a:cubicBezTo>
                  <a:pt x="647836" y="111915"/>
                  <a:pt x="654143" y="114701"/>
                  <a:pt x="662686" y="114701"/>
                </a:cubicBezTo>
                <a:cubicBezTo>
                  <a:pt x="670663" y="114701"/>
                  <a:pt x="677027" y="112095"/>
                  <a:pt x="681779" y="106882"/>
                </a:cubicBezTo>
                <a:cubicBezTo>
                  <a:pt x="684495" y="103857"/>
                  <a:pt x="686418" y="100354"/>
                  <a:pt x="687550" y="96376"/>
                </a:cubicBezTo>
                <a:lnTo>
                  <a:pt x="702570" y="96376"/>
                </a:lnTo>
                <a:cubicBezTo>
                  <a:pt x="702174" y="99695"/>
                  <a:pt x="700858" y="103394"/>
                  <a:pt x="698624" y="107474"/>
                </a:cubicBezTo>
                <a:cubicBezTo>
                  <a:pt x="696389" y="111551"/>
                  <a:pt x="693886" y="114884"/>
                  <a:pt x="691114" y="117471"/>
                </a:cubicBezTo>
                <a:cubicBezTo>
                  <a:pt x="686475" y="121973"/>
                  <a:pt x="680733" y="125011"/>
                  <a:pt x="673887" y="126586"/>
                </a:cubicBezTo>
                <a:cubicBezTo>
                  <a:pt x="670210" y="127486"/>
                  <a:pt x="666052" y="127935"/>
                  <a:pt x="661413" y="127935"/>
                </a:cubicBezTo>
                <a:cubicBezTo>
                  <a:pt x="650098" y="127935"/>
                  <a:pt x="640509" y="123817"/>
                  <a:pt x="632646" y="115581"/>
                </a:cubicBezTo>
                <a:cubicBezTo>
                  <a:pt x="624782" y="107345"/>
                  <a:pt x="620850" y="95810"/>
                  <a:pt x="620850" y="80978"/>
                </a:cubicBezTo>
                <a:cubicBezTo>
                  <a:pt x="620850" y="66373"/>
                  <a:pt x="624810" y="54514"/>
                  <a:pt x="632731" y="45401"/>
                </a:cubicBezTo>
                <a:cubicBezTo>
                  <a:pt x="640651" y="36287"/>
                  <a:pt x="651004" y="31729"/>
                  <a:pt x="663789" y="31729"/>
                </a:cubicBezTo>
                <a:moveTo>
                  <a:pt x="688144" y="71942"/>
                </a:moveTo>
                <a:cubicBezTo>
                  <a:pt x="687521" y="65304"/>
                  <a:pt x="686079" y="59999"/>
                  <a:pt x="683816" y="56027"/>
                </a:cubicBezTo>
                <a:cubicBezTo>
                  <a:pt x="679629" y="48652"/>
                  <a:pt x="672643" y="44964"/>
                  <a:pt x="662856" y="44964"/>
                </a:cubicBezTo>
                <a:cubicBezTo>
                  <a:pt x="655841" y="44964"/>
                  <a:pt x="649957" y="47503"/>
                  <a:pt x="645205" y="52581"/>
                </a:cubicBezTo>
                <a:cubicBezTo>
                  <a:pt x="640453" y="57659"/>
                  <a:pt x="637935" y="64113"/>
                  <a:pt x="637652" y="71942"/>
                </a:cubicBezTo>
                <a:lnTo>
                  <a:pt x="688144" y="71942"/>
                </a:lnTo>
                <a:moveTo>
                  <a:pt x="662346" y="31560"/>
                </a:moveTo>
                <a:lnTo>
                  <a:pt x="662346" y="31560"/>
                </a:lnTo>
                <a:close/>
                <a:moveTo>
                  <a:pt x="723029" y="33765"/>
                </a:moveTo>
                <a:lnTo>
                  <a:pt x="737540" y="33765"/>
                </a:lnTo>
                <a:lnTo>
                  <a:pt x="737540" y="49545"/>
                </a:lnTo>
                <a:cubicBezTo>
                  <a:pt x="738728" y="46477"/>
                  <a:pt x="741642" y="42741"/>
                  <a:pt x="746281" y="38336"/>
                </a:cubicBezTo>
                <a:cubicBezTo>
                  <a:pt x="750919" y="33932"/>
                  <a:pt x="756266" y="31729"/>
                  <a:pt x="762319" y="31729"/>
                </a:cubicBezTo>
                <a:cubicBezTo>
                  <a:pt x="762602" y="31729"/>
                  <a:pt x="763083" y="31764"/>
                  <a:pt x="763762" y="31833"/>
                </a:cubicBezTo>
                <a:cubicBezTo>
                  <a:pt x="764440" y="31900"/>
                  <a:pt x="765600" y="32035"/>
                  <a:pt x="767241" y="32238"/>
                </a:cubicBezTo>
                <a:lnTo>
                  <a:pt x="767241" y="48358"/>
                </a:lnTo>
                <a:cubicBezTo>
                  <a:pt x="766336" y="48154"/>
                  <a:pt x="765501" y="48019"/>
                  <a:pt x="764737" y="47952"/>
                </a:cubicBezTo>
                <a:cubicBezTo>
                  <a:pt x="763974" y="47883"/>
                  <a:pt x="763139" y="47849"/>
                  <a:pt x="762234" y="47849"/>
                </a:cubicBezTo>
                <a:cubicBezTo>
                  <a:pt x="754540" y="47849"/>
                  <a:pt x="748628" y="50337"/>
                  <a:pt x="744498" y="55314"/>
                </a:cubicBezTo>
                <a:cubicBezTo>
                  <a:pt x="740369" y="60291"/>
                  <a:pt x="738304" y="66004"/>
                  <a:pt x="738304" y="72451"/>
                </a:cubicBezTo>
                <a:lnTo>
                  <a:pt x="738304" y="124712"/>
                </a:lnTo>
                <a:lnTo>
                  <a:pt x="723029" y="124712"/>
                </a:lnTo>
                <a:lnTo>
                  <a:pt x="723029" y="33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Text ValueLayer">
            <a:extLst xmlns:a="http://schemas.openxmlformats.org/drawingml/2006/main">
              <a:ext uri="{FF2B5EF4-FFF2-40B4-BE49-F238E27FC236}">
                <a16:creationId xmlns:a16="http://schemas.microsoft.com/office/drawing/2014/main" id="{FF51A018-4215-4D11-AEDF-359FC34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399" y="4798593"/>
            <a:ext cx="908298" cy="162040"/>
          </a:xfrm>
          <a:custGeom xmlns:a="http://schemas.openxmlformats.org/drawingml/2006/main">
            <a:pathLst>
              <a:path w="908298" h="162040">
                <a:moveTo>
                  <a:pt x="18669" y="0"/>
                </a:moveTo>
                <a:lnTo>
                  <a:pt x="54480" y="106204"/>
                </a:lnTo>
                <a:lnTo>
                  <a:pt x="89866" y="0"/>
                </a:lnTo>
                <a:lnTo>
                  <a:pt x="108789" y="0"/>
                </a:lnTo>
                <a:lnTo>
                  <a:pt x="63305" y="124712"/>
                </a:lnTo>
                <a:lnTo>
                  <a:pt x="45400" y="124712"/>
                </a:lnTo>
                <a:lnTo>
                  <a:pt x="0" y="0"/>
                </a:lnTo>
                <a:lnTo>
                  <a:pt x="18669" y="0"/>
                </a:lnTo>
                <a:close/>
                <a:moveTo>
                  <a:pt x="121604" y="100575"/>
                </a:moveTo>
                <a:cubicBezTo>
                  <a:pt x="121604" y="105001"/>
                  <a:pt x="123216" y="108490"/>
                  <a:pt x="126441" y="111042"/>
                </a:cubicBezTo>
                <a:cubicBezTo>
                  <a:pt x="129666" y="113594"/>
                  <a:pt x="133484" y="114870"/>
                  <a:pt x="137897" y="114870"/>
                </a:cubicBezTo>
                <a:cubicBezTo>
                  <a:pt x="143271" y="114870"/>
                  <a:pt x="148476" y="113616"/>
                  <a:pt x="153511" y="111106"/>
                </a:cubicBezTo>
                <a:cubicBezTo>
                  <a:pt x="161997" y="106942"/>
                  <a:pt x="166240" y="100165"/>
                  <a:pt x="166240" y="90776"/>
                </a:cubicBezTo>
                <a:lnTo>
                  <a:pt x="166240" y="78475"/>
                </a:lnTo>
                <a:cubicBezTo>
                  <a:pt x="164373" y="79687"/>
                  <a:pt x="161969" y="80698"/>
                  <a:pt x="159027" y="81505"/>
                </a:cubicBezTo>
                <a:cubicBezTo>
                  <a:pt x="156085" y="82313"/>
                  <a:pt x="153200" y="82881"/>
                  <a:pt x="150371" y="83210"/>
                </a:cubicBezTo>
                <a:lnTo>
                  <a:pt x="141122" y="84363"/>
                </a:lnTo>
                <a:cubicBezTo>
                  <a:pt x="135578" y="85076"/>
                  <a:pt x="131419" y="86226"/>
                  <a:pt x="128647" y="87815"/>
                </a:cubicBezTo>
                <a:cubicBezTo>
                  <a:pt x="123952" y="90480"/>
                  <a:pt x="121604" y="94734"/>
                  <a:pt x="121604" y="100575"/>
                </a:cubicBezTo>
                <a:moveTo>
                  <a:pt x="158603" y="69652"/>
                </a:moveTo>
                <a:cubicBezTo>
                  <a:pt x="162110" y="69199"/>
                  <a:pt x="164458" y="67729"/>
                  <a:pt x="165646" y="65240"/>
                </a:cubicBezTo>
                <a:cubicBezTo>
                  <a:pt x="166325" y="63878"/>
                  <a:pt x="166664" y="61918"/>
                  <a:pt x="166664" y="59363"/>
                </a:cubicBezTo>
                <a:cubicBezTo>
                  <a:pt x="166664" y="54138"/>
                  <a:pt x="164812" y="50348"/>
                  <a:pt x="161106" y="47992"/>
                </a:cubicBezTo>
                <a:cubicBezTo>
                  <a:pt x="157401" y="45634"/>
                  <a:pt x="152097" y="44455"/>
                  <a:pt x="145195" y="44455"/>
                </a:cubicBezTo>
                <a:cubicBezTo>
                  <a:pt x="137218" y="44455"/>
                  <a:pt x="131561" y="46615"/>
                  <a:pt x="128223" y="50935"/>
                </a:cubicBezTo>
                <a:cubicBezTo>
                  <a:pt x="126356" y="53322"/>
                  <a:pt x="125140" y="56875"/>
                  <a:pt x="124574" y="61592"/>
                </a:cubicBezTo>
                <a:lnTo>
                  <a:pt x="110318" y="61592"/>
                </a:lnTo>
                <a:cubicBezTo>
                  <a:pt x="110601" y="50362"/>
                  <a:pt x="114235" y="42549"/>
                  <a:pt x="121222" y="38153"/>
                </a:cubicBezTo>
                <a:cubicBezTo>
                  <a:pt x="128209" y="33757"/>
                  <a:pt x="136313" y="31560"/>
                  <a:pt x="145534" y="31560"/>
                </a:cubicBezTo>
                <a:cubicBezTo>
                  <a:pt x="156227" y="31560"/>
                  <a:pt x="164911" y="33596"/>
                  <a:pt x="171586" y="37668"/>
                </a:cubicBezTo>
                <a:cubicBezTo>
                  <a:pt x="178205" y="41740"/>
                  <a:pt x="181515" y="48080"/>
                  <a:pt x="181515" y="56688"/>
                </a:cubicBezTo>
                <a:lnTo>
                  <a:pt x="181515" y="109099"/>
                </a:lnTo>
                <a:cubicBezTo>
                  <a:pt x="181515" y="110684"/>
                  <a:pt x="181840" y="111958"/>
                  <a:pt x="182491" y="112919"/>
                </a:cubicBezTo>
                <a:cubicBezTo>
                  <a:pt x="183141" y="113881"/>
                  <a:pt x="184513" y="114361"/>
                  <a:pt x="186606" y="114361"/>
                </a:cubicBezTo>
                <a:cubicBezTo>
                  <a:pt x="187285" y="114361"/>
                  <a:pt x="188049" y="114319"/>
                  <a:pt x="188897" y="114234"/>
                </a:cubicBezTo>
                <a:cubicBezTo>
                  <a:pt x="189746" y="114149"/>
                  <a:pt x="190651" y="114022"/>
                  <a:pt x="191613" y="113852"/>
                </a:cubicBezTo>
                <a:lnTo>
                  <a:pt x="191613" y="125221"/>
                </a:lnTo>
                <a:cubicBezTo>
                  <a:pt x="189237" y="125899"/>
                  <a:pt x="187427" y="126324"/>
                  <a:pt x="186182" y="126493"/>
                </a:cubicBezTo>
                <a:cubicBezTo>
                  <a:pt x="184937" y="126663"/>
                  <a:pt x="183240" y="126748"/>
                  <a:pt x="181090" y="126748"/>
                </a:cubicBezTo>
                <a:cubicBezTo>
                  <a:pt x="175829" y="126748"/>
                  <a:pt x="172010" y="124870"/>
                  <a:pt x="169634" y="121114"/>
                </a:cubicBezTo>
                <a:cubicBezTo>
                  <a:pt x="168390" y="119122"/>
                  <a:pt x="167513" y="116306"/>
                  <a:pt x="167004" y="112665"/>
                </a:cubicBezTo>
                <a:cubicBezTo>
                  <a:pt x="163892" y="116783"/>
                  <a:pt x="159423" y="120357"/>
                  <a:pt x="153596" y="123389"/>
                </a:cubicBezTo>
                <a:cubicBezTo>
                  <a:pt x="147769" y="126420"/>
                  <a:pt x="141348" y="127935"/>
                  <a:pt x="134333" y="127935"/>
                </a:cubicBezTo>
                <a:cubicBezTo>
                  <a:pt x="125904" y="127935"/>
                  <a:pt x="119016" y="125368"/>
                  <a:pt x="113670" y="120234"/>
                </a:cubicBezTo>
                <a:cubicBezTo>
                  <a:pt x="108324" y="115099"/>
                  <a:pt x="105651" y="108675"/>
                  <a:pt x="105651" y="100960"/>
                </a:cubicBezTo>
                <a:cubicBezTo>
                  <a:pt x="105651" y="92506"/>
                  <a:pt x="108281" y="85953"/>
                  <a:pt x="113542" y="81301"/>
                </a:cubicBezTo>
                <a:cubicBezTo>
                  <a:pt x="118804" y="76649"/>
                  <a:pt x="125706" y="73784"/>
                  <a:pt x="134248" y="72706"/>
                </a:cubicBezTo>
                <a:lnTo>
                  <a:pt x="158603" y="69652"/>
                </a:lnTo>
                <a:moveTo>
                  <a:pt x="145959" y="31560"/>
                </a:moveTo>
                <a:lnTo>
                  <a:pt x="145959" y="31560"/>
                </a:lnTo>
                <a:close/>
                <a:moveTo>
                  <a:pt x="206981" y="0"/>
                </a:moveTo>
                <a:lnTo>
                  <a:pt x="222255" y="0"/>
                </a:lnTo>
                <a:lnTo>
                  <a:pt x="222255" y="124712"/>
                </a:lnTo>
                <a:lnTo>
                  <a:pt x="206981" y="124712"/>
                </a:lnTo>
                <a:lnTo>
                  <a:pt x="206981" y="0"/>
                </a:lnTo>
                <a:close/>
                <a:moveTo>
                  <a:pt x="260447" y="33765"/>
                </a:moveTo>
                <a:lnTo>
                  <a:pt x="260447" y="94149"/>
                </a:lnTo>
                <a:cubicBezTo>
                  <a:pt x="260447" y="98792"/>
                  <a:pt x="261182" y="102586"/>
                  <a:pt x="262653" y="105530"/>
                </a:cubicBezTo>
                <a:cubicBezTo>
                  <a:pt x="265369" y="110965"/>
                  <a:pt x="270432" y="113683"/>
                  <a:pt x="277843" y="113683"/>
                </a:cubicBezTo>
                <a:cubicBezTo>
                  <a:pt x="288479" y="113683"/>
                  <a:pt x="295720" y="108926"/>
                  <a:pt x="299567" y="99414"/>
                </a:cubicBezTo>
                <a:cubicBezTo>
                  <a:pt x="301660" y="94318"/>
                  <a:pt x="302707" y="87326"/>
                  <a:pt x="302707" y="78438"/>
                </a:cubicBezTo>
                <a:lnTo>
                  <a:pt x="302707" y="33765"/>
                </a:lnTo>
                <a:lnTo>
                  <a:pt x="317981" y="33765"/>
                </a:lnTo>
                <a:lnTo>
                  <a:pt x="317981" y="124712"/>
                </a:lnTo>
                <a:lnTo>
                  <a:pt x="303555" y="124712"/>
                </a:lnTo>
                <a:lnTo>
                  <a:pt x="303725" y="111305"/>
                </a:lnTo>
                <a:cubicBezTo>
                  <a:pt x="301745" y="114774"/>
                  <a:pt x="299284" y="117703"/>
                  <a:pt x="296342" y="120091"/>
                </a:cubicBezTo>
                <a:cubicBezTo>
                  <a:pt x="290515" y="124868"/>
                  <a:pt x="283444" y="127257"/>
                  <a:pt x="275128" y="127257"/>
                </a:cubicBezTo>
                <a:cubicBezTo>
                  <a:pt x="262172" y="127257"/>
                  <a:pt x="253347" y="122922"/>
                  <a:pt x="248651" y="114253"/>
                </a:cubicBezTo>
                <a:cubicBezTo>
                  <a:pt x="246106" y="109606"/>
                  <a:pt x="244833" y="103401"/>
                  <a:pt x="244833" y="95639"/>
                </a:cubicBezTo>
                <a:lnTo>
                  <a:pt x="244833" y="33765"/>
                </a:lnTo>
                <a:lnTo>
                  <a:pt x="260447" y="33765"/>
                </a:lnTo>
                <a:moveTo>
                  <a:pt x="281407" y="31560"/>
                </a:moveTo>
                <a:lnTo>
                  <a:pt x="281407" y="31560"/>
                </a:lnTo>
                <a:close/>
                <a:moveTo>
                  <a:pt x="379682" y="31729"/>
                </a:moveTo>
                <a:cubicBezTo>
                  <a:pt x="386132" y="31729"/>
                  <a:pt x="392383" y="33242"/>
                  <a:pt x="398436" y="36268"/>
                </a:cubicBezTo>
                <a:cubicBezTo>
                  <a:pt x="404490" y="39294"/>
                  <a:pt x="409100" y="43210"/>
                  <a:pt x="412268" y="48016"/>
                </a:cubicBezTo>
                <a:cubicBezTo>
                  <a:pt x="415323" y="52597"/>
                  <a:pt x="417360" y="57941"/>
                  <a:pt x="418378" y="64047"/>
                </a:cubicBezTo>
                <a:cubicBezTo>
                  <a:pt x="419283" y="68233"/>
                  <a:pt x="419736" y="74937"/>
                  <a:pt x="419736" y="84159"/>
                </a:cubicBezTo>
                <a:lnTo>
                  <a:pt x="353121" y="84159"/>
                </a:lnTo>
                <a:cubicBezTo>
                  <a:pt x="353404" y="93378"/>
                  <a:pt x="355582" y="100773"/>
                  <a:pt x="359656" y="106344"/>
                </a:cubicBezTo>
                <a:cubicBezTo>
                  <a:pt x="363729" y="111915"/>
                  <a:pt x="370037" y="114701"/>
                  <a:pt x="378579" y="114701"/>
                </a:cubicBezTo>
                <a:cubicBezTo>
                  <a:pt x="386556" y="114701"/>
                  <a:pt x="392920" y="112095"/>
                  <a:pt x="397673" y="106882"/>
                </a:cubicBezTo>
                <a:cubicBezTo>
                  <a:pt x="400388" y="103857"/>
                  <a:pt x="402312" y="100354"/>
                  <a:pt x="403443" y="96376"/>
                </a:cubicBezTo>
                <a:lnTo>
                  <a:pt x="418463" y="96376"/>
                </a:lnTo>
                <a:cubicBezTo>
                  <a:pt x="418067" y="99695"/>
                  <a:pt x="416752" y="103394"/>
                  <a:pt x="414517" y="107474"/>
                </a:cubicBezTo>
                <a:cubicBezTo>
                  <a:pt x="412282" y="111551"/>
                  <a:pt x="409779" y="114884"/>
                  <a:pt x="407007" y="117471"/>
                </a:cubicBezTo>
                <a:cubicBezTo>
                  <a:pt x="402368" y="121973"/>
                  <a:pt x="396626" y="125011"/>
                  <a:pt x="389781" y="126586"/>
                </a:cubicBezTo>
                <a:cubicBezTo>
                  <a:pt x="386103" y="127486"/>
                  <a:pt x="381945" y="127935"/>
                  <a:pt x="377306" y="127935"/>
                </a:cubicBezTo>
                <a:cubicBezTo>
                  <a:pt x="365992" y="127935"/>
                  <a:pt x="356403" y="123817"/>
                  <a:pt x="348539" y="115581"/>
                </a:cubicBezTo>
                <a:cubicBezTo>
                  <a:pt x="340675" y="107345"/>
                  <a:pt x="336744" y="95810"/>
                  <a:pt x="336744" y="80978"/>
                </a:cubicBezTo>
                <a:cubicBezTo>
                  <a:pt x="336744" y="66373"/>
                  <a:pt x="340704" y="54514"/>
                  <a:pt x="348624" y="45401"/>
                </a:cubicBezTo>
                <a:cubicBezTo>
                  <a:pt x="356544" y="36287"/>
                  <a:pt x="366897" y="31729"/>
                  <a:pt x="379682" y="31729"/>
                </a:cubicBezTo>
                <a:moveTo>
                  <a:pt x="404037" y="71942"/>
                </a:moveTo>
                <a:cubicBezTo>
                  <a:pt x="403415" y="65304"/>
                  <a:pt x="401972" y="59999"/>
                  <a:pt x="399709" y="56027"/>
                </a:cubicBezTo>
                <a:cubicBezTo>
                  <a:pt x="395523" y="48652"/>
                  <a:pt x="388536" y="44964"/>
                  <a:pt x="378749" y="44964"/>
                </a:cubicBezTo>
                <a:cubicBezTo>
                  <a:pt x="371734" y="44964"/>
                  <a:pt x="365850" y="47503"/>
                  <a:pt x="361098" y="52581"/>
                </a:cubicBezTo>
                <a:cubicBezTo>
                  <a:pt x="356346" y="57659"/>
                  <a:pt x="353829" y="64113"/>
                  <a:pt x="353546" y="71942"/>
                </a:cubicBezTo>
                <a:lnTo>
                  <a:pt x="404037" y="71942"/>
                </a:lnTo>
                <a:moveTo>
                  <a:pt x="378240" y="31560"/>
                </a:moveTo>
                <a:lnTo>
                  <a:pt x="378240" y="31560"/>
                </a:lnTo>
                <a:close/>
                <a:moveTo>
                  <a:pt x="488814" y="0"/>
                </a:moveTo>
                <a:lnTo>
                  <a:pt x="505701" y="0"/>
                </a:lnTo>
                <a:lnTo>
                  <a:pt x="505701" y="109780"/>
                </a:lnTo>
                <a:lnTo>
                  <a:pt x="568837" y="109780"/>
                </a:lnTo>
                <a:lnTo>
                  <a:pt x="568837" y="124712"/>
                </a:lnTo>
                <a:lnTo>
                  <a:pt x="488814" y="124712"/>
                </a:lnTo>
                <a:lnTo>
                  <a:pt x="488814" y="0"/>
                </a:lnTo>
                <a:close/>
                <a:moveTo>
                  <a:pt x="595151" y="100575"/>
                </a:moveTo>
                <a:cubicBezTo>
                  <a:pt x="595151" y="105001"/>
                  <a:pt x="596764" y="108490"/>
                  <a:pt x="599988" y="111042"/>
                </a:cubicBezTo>
                <a:cubicBezTo>
                  <a:pt x="603213" y="113594"/>
                  <a:pt x="607032" y="114870"/>
                  <a:pt x="611444" y="114870"/>
                </a:cubicBezTo>
                <a:cubicBezTo>
                  <a:pt x="616819" y="114870"/>
                  <a:pt x="622023" y="113616"/>
                  <a:pt x="627058" y="111106"/>
                </a:cubicBezTo>
                <a:cubicBezTo>
                  <a:pt x="635544" y="106942"/>
                  <a:pt x="639787" y="100165"/>
                  <a:pt x="639787" y="90776"/>
                </a:cubicBezTo>
                <a:lnTo>
                  <a:pt x="639787" y="78475"/>
                </a:lnTo>
                <a:cubicBezTo>
                  <a:pt x="637920" y="79687"/>
                  <a:pt x="635516" y="80698"/>
                  <a:pt x="632574" y="81505"/>
                </a:cubicBezTo>
                <a:cubicBezTo>
                  <a:pt x="629632" y="82313"/>
                  <a:pt x="626747" y="82881"/>
                  <a:pt x="623919" y="83210"/>
                </a:cubicBezTo>
                <a:lnTo>
                  <a:pt x="614669" y="84363"/>
                </a:lnTo>
                <a:cubicBezTo>
                  <a:pt x="609125" y="85076"/>
                  <a:pt x="604967" y="86226"/>
                  <a:pt x="602195" y="87815"/>
                </a:cubicBezTo>
                <a:cubicBezTo>
                  <a:pt x="597499" y="90480"/>
                  <a:pt x="595151" y="94734"/>
                  <a:pt x="595151" y="100575"/>
                </a:cubicBezTo>
                <a:moveTo>
                  <a:pt x="632150" y="69652"/>
                </a:moveTo>
                <a:cubicBezTo>
                  <a:pt x="635657" y="69199"/>
                  <a:pt x="638005" y="67729"/>
                  <a:pt x="639193" y="65240"/>
                </a:cubicBezTo>
                <a:cubicBezTo>
                  <a:pt x="639872" y="63878"/>
                  <a:pt x="640212" y="61918"/>
                  <a:pt x="640212" y="59363"/>
                </a:cubicBezTo>
                <a:cubicBezTo>
                  <a:pt x="640212" y="54138"/>
                  <a:pt x="638359" y="50348"/>
                  <a:pt x="634653" y="47992"/>
                </a:cubicBezTo>
                <a:cubicBezTo>
                  <a:pt x="630948" y="45634"/>
                  <a:pt x="625644" y="44455"/>
                  <a:pt x="618742" y="44455"/>
                </a:cubicBezTo>
                <a:cubicBezTo>
                  <a:pt x="610765" y="44455"/>
                  <a:pt x="605108" y="46615"/>
                  <a:pt x="601770" y="50935"/>
                </a:cubicBezTo>
                <a:cubicBezTo>
                  <a:pt x="599903" y="53322"/>
                  <a:pt x="598687" y="56875"/>
                  <a:pt x="598121" y="61592"/>
                </a:cubicBezTo>
                <a:lnTo>
                  <a:pt x="583865" y="61592"/>
                </a:lnTo>
                <a:cubicBezTo>
                  <a:pt x="584148" y="50362"/>
                  <a:pt x="587783" y="42549"/>
                  <a:pt x="594770" y="38153"/>
                </a:cubicBezTo>
                <a:cubicBezTo>
                  <a:pt x="601756" y="33757"/>
                  <a:pt x="609860" y="31560"/>
                  <a:pt x="619082" y="31560"/>
                </a:cubicBezTo>
                <a:cubicBezTo>
                  <a:pt x="629774" y="31560"/>
                  <a:pt x="638458" y="33596"/>
                  <a:pt x="645133" y="37668"/>
                </a:cubicBezTo>
                <a:cubicBezTo>
                  <a:pt x="651752" y="41740"/>
                  <a:pt x="655062" y="48080"/>
                  <a:pt x="655062" y="56688"/>
                </a:cubicBezTo>
                <a:lnTo>
                  <a:pt x="655062" y="109099"/>
                </a:lnTo>
                <a:cubicBezTo>
                  <a:pt x="655062" y="110684"/>
                  <a:pt x="655387" y="111958"/>
                  <a:pt x="656038" y="112919"/>
                </a:cubicBezTo>
                <a:cubicBezTo>
                  <a:pt x="656688" y="113881"/>
                  <a:pt x="658060" y="114361"/>
                  <a:pt x="660154" y="114361"/>
                </a:cubicBezTo>
                <a:cubicBezTo>
                  <a:pt x="660832" y="114361"/>
                  <a:pt x="661596" y="114319"/>
                  <a:pt x="662445" y="114234"/>
                </a:cubicBezTo>
                <a:cubicBezTo>
                  <a:pt x="663293" y="114149"/>
                  <a:pt x="664198" y="114022"/>
                  <a:pt x="665160" y="113852"/>
                </a:cubicBezTo>
                <a:lnTo>
                  <a:pt x="665160" y="125221"/>
                </a:lnTo>
                <a:cubicBezTo>
                  <a:pt x="662784" y="125899"/>
                  <a:pt x="660974" y="126324"/>
                  <a:pt x="659729" y="126493"/>
                </a:cubicBezTo>
                <a:cubicBezTo>
                  <a:pt x="658485" y="126663"/>
                  <a:pt x="656787" y="126748"/>
                  <a:pt x="654638" y="126748"/>
                </a:cubicBezTo>
                <a:cubicBezTo>
                  <a:pt x="649376" y="126748"/>
                  <a:pt x="645558" y="124870"/>
                  <a:pt x="643182" y="121114"/>
                </a:cubicBezTo>
                <a:cubicBezTo>
                  <a:pt x="641937" y="119122"/>
                  <a:pt x="641060" y="116306"/>
                  <a:pt x="640551" y="112665"/>
                </a:cubicBezTo>
                <a:cubicBezTo>
                  <a:pt x="637440" y="116783"/>
                  <a:pt x="632970" y="120357"/>
                  <a:pt x="627143" y="123389"/>
                </a:cubicBezTo>
                <a:cubicBezTo>
                  <a:pt x="621316" y="126420"/>
                  <a:pt x="614895" y="127935"/>
                  <a:pt x="607880" y="127935"/>
                </a:cubicBezTo>
                <a:cubicBezTo>
                  <a:pt x="599451" y="127935"/>
                  <a:pt x="592563" y="125368"/>
                  <a:pt x="587217" y="120234"/>
                </a:cubicBezTo>
                <a:cubicBezTo>
                  <a:pt x="581871" y="115099"/>
                  <a:pt x="579198" y="108675"/>
                  <a:pt x="579198" y="100960"/>
                </a:cubicBezTo>
                <a:cubicBezTo>
                  <a:pt x="579198" y="92506"/>
                  <a:pt x="581828" y="85953"/>
                  <a:pt x="587090" y="81301"/>
                </a:cubicBezTo>
                <a:cubicBezTo>
                  <a:pt x="592351" y="76649"/>
                  <a:pt x="599253" y="73784"/>
                  <a:pt x="607795" y="72706"/>
                </a:cubicBezTo>
                <a:lnTo>
                  <a:pt x="632150" y="69652"/>
                </a:lnTo>
                <a:moveTo>
                  <a:pt x="619506" y="31560"/>
                </a:moveTo>
                <a:lnTo>
                  <a:pt x="619506" y="31560"/>
                </a:lnTo>
                <a:close/>
                <a:moveTo>
                  <a:pt x="736875" y="33765"/>
                </a:moveTo>
                <a:lnTo>
                  <a:pt x="753762" y="33765"/>
                </a:lnTo>
                <a:cubicBezTo>
                  <a:pt x="751612" y="39596"/>
                  <a:pt x="746831" y="52900"/>
                  <a:pt x="739420" y="73676"/>
                </a:cubicBezTo>
                <a:cubicBezTo>
                  <a:pt x="733876" y="89301"/>
                  <a:pt x="729237" y="102038"/>
                  <a:pt x="725503" y="111888"/>
                </a:cubicBezTo>
                <a:cubicBezTo>
                  <a:pt x="716678" y="135123"/>
                  <a:pt x="710455" y="149290"/>
                  <a:pt x="706834" y="154389"/>
                </a:cubicBezTo>
                <a:cubicBezTo>
                  <a:pt x="703214" y="159490"/>
                  <a:pt x="696991" y="162040"/>
                  <a:pt x="688165" y="162040"/>
                </a:cubicBezTo>
                <a:cubicBezTo>
                  <a:pt x="686016" y="162040"/>
                  <a:pt x="684361" y="161955"/>
                  <a:pt x="683201" y="161783"/>
                </a:cubicBezTo>
                <a:cubicBezTo>
                  <a:pt x="682041" y="161613"/>
                  <a:pt x="680613" y="161301"/>
                  <a:pt x="678916" y="160845"/>
                </a:cubicBezTo>
                <a:lnTo>
                  <a:pt x="678916" y="146854"/>
                </a:lnTo>
                <a:cubicBezTo>
                  <a:pt x="681575" y="147590"/>
                  <a:pt x="683498" y="148042"/>
                  <a:pt x="684686" y="148212"/>
                </a:cubicBezTo>
                <a:cubicBezTo>
                  <a:pt x="685874" y="148381"/>
                  <a:pt x="686921" y="148466"/>
                  <a:pt x="687826" y="148466"/>
                </a:cubicBezTo>
                <a:cubicBezTo>
                  <a:pt x="690655" y="148466"/>
                  <a:pt x="692734" y="148000"/>
                  <a:pt x="694063" y="147066"/>
                </a:cubicBezTo>
                <a:cubicBezTo>
                  <a:pt x="695393" y="146133"/>
                  <a:pt x="696510" y="144988"/>
                  <a:pt x="697415" y="143630"/>
                </a:cubicBezTo>
                <a:cubicBezTo>
                  <a:pt x="697698" y="143178"/>
                  <a:pt x="698716" y="140859"/>
                  <a:pt x="700470" y="136674"/>
                </a:cubicBezTo>
                <a:cubicBezTo>
                  <a:pt x="702224" y="132488"/>
                  <a:pt x="703497" y="129378"/>
                  <a:pt x="704289" y="127342"/>
                </a:cubicBezTo>
                <a:lnTo>
                  <a:pt x="670684" y="33765"/>
                </a:lnTo>
                <a:lnTo>
                  <a:pt x="687996" y="33765"/>
                </a:lnTo>
                <a:lnTo>
                  <a:pt x="712350" y="107810"/>
                </a:lnTo>
                <a:lnTo>
                  <a:pt x="736875" y="33765"/>
                </a:lnTo>
                <a:moveTo>
                  <a:pt x="712265" y="31560"/>
                </a:moveTo>
                <a:lnTo>
                  <a:pt x="712265" y="31560"/>
                </a:lnTo>
                <a:close/>
                <a:moveTo>
                  <a:pt x="804847" y="31729"/>
                </a:moveTo>
                <a:cubicBezTo>
                  <a:pt x="811297" y="31729"/>
                  <a:pt x="817548" y="33242"/>
                  <a:pt x="823601" y="36268"/>
                </a:cubicBezTo>
                <a:cubicBezTo>
                  <a:pt x="829654" y="39294"/>
                  <a:pt x="834265" y="43210"/>
                  <a:pt x="837433" y="48016"/>
                </a:cubicBezTo>
                <a:cubicBezTo>
                  <a:pt x="840488" y="52597"/>
                  <a:pt x="842525" y="57941"/>
                  <a:pt x="843543" y="64047"/>
                </a:cubicBezTo>
                <a:cubicBezTo>
                  <a:pt x="844448" y="68233"/>
                  <a:pt x="844901" y="74937"/>
                  <a:pt x="844901" y="84159"/>
                </a:cubicBezTo>
                <a:lnTo>
                  <a:pt x="778286" y="84159"/>
                </a:lnTo>
                <a:cubicBezTo>
                  <a:pt x="778569" y="93378"/>
                  <a:pt x="780747" y="100773"/>
                  <a:pt x="784820" y="106344"/>
                </a:cubicBezTo>
                <a:cubicBezTo>
                  <a:pt x="788894" y="111915"/>
                  <a:pt x="795202" y="114701"/>
                  <a:pt x="803744" y="114701"/>
                </a:cubicBezTo>
                <a:cubicBezTo>
                  <a:pt x="811721" y="114701"/>
                  <a:pt x="818085" y="112095"/>
                  <a:pt x="822837" y="106882"/>
                </a:cubicBezTo>
                <a:cubicBezTo>
                  <a:pt x="825553" y="103857"/>
                  <a:pt x="827476" y="100354"/>
                  <a:pt x="828608" y="96376"/>
                </a:cubicBezTo>
                <a:lnTo>
                  <a:pt x="843628" y="96376"/>
                </a:lnTo>
                <a:cubicBezTo>
                  <a:pt x="843232" y="99695"/>
                  <a:pt x="841917" y="103394"/>
                  <a:pt x="839682" y="107474"/>
                </a:cubicBezTo>
                <a:cubicBezTo>
                  <a:pt x="837447" y="111551"/>
                  <a:pt x="834944" y="114884"/>
                  <a:pt x="832172" y="117471"/>
                </a:cubicBezTo>
                <a:cubicBezTo>
                  <a:pt x="827533" y="121973"/>
                  <a:pt x="821791" y="125011"/>
                  <a:pt x="814945" y="126586"/>
                </a:cubicBezTo>
                <a:cubicBezTo>
                  <a:pt x="811268" y="127486"/>
                  <a:pt x="807110" y="127935"/>
                  <a:pt x="802471" y="127935"/>
                </a:cubicBezTo>
                <a:cubicBezTo>
                  <a:pt x="791157" y="127935"/>
                  <a:pt x="781568" y="123817"/>
                  <a:pt x="773704" y="115581"/>
                </a:cubicBezTo>
                <a:cubicBezTo>
                  <a:pt x="765840" y="107345"/>
                  <a:pt x="761908" y="95810"/>
                  <a:pt x="761908" y="80978"/>
                </a:cubicBezTo>
                <a:cubicBezTo>
                  <a:pt x="761908" y="66373"/>
                  <a:pt x="765869" y="54514"/>
                  <a:pt x="773789" y="45401"/>
                </a:cubicBezTo>
                <a:cubicBezTo>
                  <a:pt x="781709" y="36287"/>
                  <a:pt x="792062" y="31729"/>
                  <a:pt x="804847" y="31729"/>
                </a:cubicBezTo>
                <a:moveTo>
                  <a:pt x="829202" y="71942"/>
                </a:moveTo>
                <a:cubicBezTo>
                  <a:pt x="828580" y="65304"/>
                  <a:pt x="827137" y="59999"/>
                  <a:pt x="824874" y="56027"/>
                </a:cubicBezTo>
                <a:cubicBezTo>
                  <a:pt x="820688" y="48652"/>
                  <a:pt x="813701" y="44964"/>
                  <a:pt x="803914" y="44964"/>
                </a:cubicBezTo>
                <a:cubicBezTo>
                  <a:pt x="796899" y="44964"/>
                  <a:pt x="791015" y="47503"/>
                  <a:pt x="786263" y="52581"/>
                </a:cubicBezTo>
                <a:cubicBezTo>
                  <a:pt x="781511" y="57659"/>
                  <a:pt x="778993" y="64113"/>
                  <a:pt x="778711" y="71942"/>
                </a:cubicBezTo>
                <a:lnTo>
                  <a:pt x="829202" y="71942"/>
                </a:lnTo>
                <a:moveTo>
                  <a:pt x="803405" y="31560"/>
                </a:moveTo>
                <a:lnTo>
                  <a:pt x="803405" y="31560"/>
                </a:lnTo>
                <a:close/>
                <a:moveTo>
                  <a:pt x="864086" y="33765"/>
                </a:moveTo>
                <a:lnTo>
                  <a:pt x="878597" y="33765"/>
                </a:lnTo>
                <a:lnTo>
                  <a:pt x="878597" y="49545"/>
                </a:lnTo>
                <a:cubicBezTo>
                  <a:pt x="879785" y="46477"/>
                  <a:pt x="882699" y="42741"/>
                  <a:pt x="887338" y="38336"/>
                </a:cubicBezTo>
                <a:cubicBezTo>
                  <a:pt x="891977" y="33932"/>
                  <a:pt x="897323" y="31729"/>
                  <a:pt x="903376" y="31729"/>
                </a:cubicBezTo>
                <a:cubicBezTo>
                  <a:pt x="903659" y="31729"/>
                  <a:pt x="904140" y="31764"/>
                  <a:pt x="904819" y="31833"/>
                </a:cubicBezTo>
                <a:cubicBezTo>
                  <a:pt x="905498" y="31900"/>
                  <a:pt x="906657" y="32035"/>
                  <a:pt x="908298" y="32238"/>
                </a:cubicBezTo>
                <a:lnTo>
                  <a:pt x="908298" y="48358"/>
                </a:lnTo>
                <a:cubicBezTo>
                  <a:pt x="907393" y="48154"/>
                  <a:pt x="906558" y="48019"/>
                  <a:pt x="905795" y="47952"/>
                </a:cubicBezTo>
                <a:cubicBezTo>
                  <a:pt x="905031" y="47883"/>
                  <a:pt x="904197" y="47849"/>
                  <a:pt x="903291" y="47849"/>
                </a:cubicBezTo>
                <a:cubicBezTo>
                  <a:pt x="895597" y="47849"/>
                  <a:pt x="889686" y="50337"/>
                  <a:pt x="885556" y="55314"/>
                </a:cubicBezTo>
                <a:cubicBezTo>
                  <a:pt x="881426" y="60291"/>
                  <a:pt x="879361" y="66004"/>
                  <a:pt x="879361" y="72451"/>
                </a:cubicBezTo>
                <a:lnTo>
                  <a:pt x="879361" y="124712"/>
                </a:lnTo>
                <a:lnTo>
                  <a:pt x="864086" y="124712"/>
                </a:lnTo>
                <a:lnTo>
                  <a:pt x="864086" y="33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Restore original avg PPL top spine omitted by custom-path rendering."/>
          <p:cNvSpPr/>
          <p:nvPr/>
        </p:nvSpPr>
        <p:spPr>
          <ns0:xfrm xmlns:ns0="http://schemas.openxmlformats.org/drawingml/2006/main">
            <ns0:off x="5322687" y="74633"/>
            <ns0:ext cx="3766867" cy="0"/>
          </ns0:xfrm>
          <ns1:prstGeom xmlns:ns1="http://schemas.openxmlformats.org/drawingml/2006/main" prst="line">
            <ns1:avLst/>
          </ns1:prstGeom>
          <ns2:noFill xmlns:ns2="http://schemas.openxmlformats.org/drawingml/2006/main"/>
          <ns3:ln xmlns:ns3="http://schemas.openxmlformats.org/drawingml/2006/main" w="7117" cap="sq">
            <ns3:solidFill>
              <ns3:srgbClr val="000000"/>
            </ns3:solidFill>
            <ns3:prstDash val="solid"/>
          </ns3:ln>
        </p:spPr>
      </p:sp>
    </p:spTree>
    <p:extLst>
      <p:ext uri="{BB962C8B-B14F-4D97-AF65-F5344CB8AC3E}">
        <p14:creationId xmlns:p14="http://schemas.microsoft.com/office/powerpoint/2010/main" val="341266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2026-09-05T09:45:39.3260000Z</dcterms:created>
  <dcterms:modified xsi:type="dcterms:W3CDTF">2026-09-05T09:45:39.3260000Z</dcterms:modified>
</coreProperties>
</file>